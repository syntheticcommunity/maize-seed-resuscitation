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1234281"/>
            <a:ext cx="10972800" cy="8229600"/>
            <a:chOff x="2057400" y="1234281"/>
            <a:chExt cx="10972800" cy="8229600"/>
          </a:xfrm>
        </p:grpSpPr>
        <p:sp>
          <p:nvSpPr>
            <p:cNvPr id="3" name="rc3"/>
            <p:cNvSpPr/>
            <p:nvPr/>
          </p:nvSpPr>
          <p:spPr>
            <a:xfrm>
              <a:off x="2057400" y="1234281"/>
              <a:ext cx="109728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1234281"/>
              <a:ext cx="10972800" cy="2057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31476" y="1392105"/>
              <a:ext cx="890422" cy="1599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431476" y="2991613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  <a:lnTo>
                    <a:pt x="8904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431476" y="2591776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  <a:lnTo>
                    <a:pt x="8904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31476" y="2191939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  <a:lnTo>
                    <a:pt x="8904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31476" y="1792102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  <a:lnTo>
                    <a:pt x="8904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431476" y="1392265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  <a:lnTo>
                    <a:pt x="8904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4447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4669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890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112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333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555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776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98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219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441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62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884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05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27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548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770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1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8213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8434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8656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8877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099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320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542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9763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9985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206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0428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0649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0871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1092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1314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1535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1757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1978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2200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2421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2643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2864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3086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434798" y="1392265"/>
              <a:ext cx="19934" cy="11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456948" y="1392265"/>
              <a:ext cx="19934" cy="5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479098" y="1392265"/>
              <a:ext cx="19934" cy="10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501247" y="1392265"/>
              <a:ext cx="19934" cy="3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523397" y="1392265"/>
              <a:ext cx="19934" cy="13249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45547" y="1392265"/>
              <a:ext cx="19934" cy="9960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67697" y="1392265"/>
              <a:ext cx="19934" cy="15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589847" y="1392265"/>
              <a:ext cx="19934" cy="12845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611997" y="1392265"/>
              <a:ext cx="19934" cy="50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634146" y="1392265"/>
              <a:ext cx="19934" cy="14716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656296" y="1392265"/>
              <a:ext cx="19934" cy="7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678446" y="1392265"/>
              <a:ext cx="19934" cy="3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700596" y="1392265"/>
              <a:ext cx="19934" cy="581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722746" y="1392265"/>
              <a:ext cx="19934" cy="33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744895" y="1392265"/>
              <a:ext cx="19934" cy="4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767045" y="1392265"/>
              <a:ext cx="19934" cy="332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789195" y="1392265"/>
              <a:ext cx="19934" cy="81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811345" y="1392265"/>
              <a:ext cx="19934" cy="6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833495" y="1392265"/>
              <a:ext cx="19934" cy="18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855645" y="1392265"/>
              <a:ext cx="19934" cy="52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877794" y="1392265"/>
              <a:ext cx="19934" cy="946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899944" y="1392265"/>
              <a:ext cx="19934" cy="1271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922094" y="1392265"/>
              <a:ext cx="19934" cy="59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944244" y="1392265"/>
              <a:ext cx="19934" cy="10091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966394" y="1392265"/>
              <a:ext cx="19934" cy="51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988543" y="1392265"/>
              <a:ext cx="19934" cy="14724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010693" y="1392265"/>
              <a:ext cx="19934" cy="27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032843" y="1392265"/>
              <a:ext cx="19934" cy="52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054993" y="1392265"/>
              <a:ext cx="19934" cy="15898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077143" y="1392265"/>
              <a:ext cx="19934" cy="685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099293" y="1392265"/>
              <a:ext cx="19934" cy="15654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3121442" y="1392265"/>
              <a:ext cx="19934" cy="35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3143592" y="1392265"/>
              <a:ext cx="19934" cy="67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165742" y="1392265"/>
              <a:ext cx="19934" cy="81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187892" y="1392265"/>
              <a:ext cx="19934" cy="226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210042" y="1392265"/>
              <a:ext cx="19934" cy="188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232191" y="1392265"/>
              <a:ext cx="19934" cy="43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254341" y="1392265"/>
              <a:ext cx="19934" cy="14115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3276491" y="1392265"/>
              <a:ext cx="19934" cy="863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298641" y="1392265"/>
              <a:ext cx="19934" cy="105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434798" y="139340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456948" y="1392792"/>
              <a:ext cx="19934" cy="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479098" y="139335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501247" y="1392650"/>
              <a:ext cx="19934" cy="1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523397" y="2717208"/>
              <a:ext cx="19934" cy="20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545547" y="238827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567697" y="1393807"/>
              <a:ext cx="19934" cy="1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589847" y="2676843"/>
              <a:ext cx="19934" cy="3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611997" y="139730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634146" y="286391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656296" y="139297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678446" y="139262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700596" y="145036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722746" y="1395658"/>
              <a:ext cx="19934" cy="1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744895" y="139267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767045" y="1425514"/>
              <a:ext cx="19934" cy="169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789195" y="1400457"/>
              <a:ext cx="19934" cy="3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811345" y="1392959"/>
              <a:ext cx="19934" cy="14824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833495" y="1394066"/>
              <a:ext cx="19934" cy="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855645" y="139755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877794" y="148694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899944" y="151940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922094" y="1398167"/>
              <a:ext cx="19934" cy="101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944244" y="2401377"/>
              <a:ext cx="19934" cy="215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966394" y="1397464"/>
              <a:ext cx="19934" cy="33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988543" y="2864747"/>
              <a:ext cx="19934" cy="4708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010693" y="1395046"/>
              <a:ext cx="19934" cy="15566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032843" y="1397495"/>
              <a:ext cx="19934" cy="9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054993" y="2982125"/>
              <a:ext cx="19934" cy="4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077143" y="1460805"/>
              <a:ext cx="19934" cy="63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099293" y="2957665"/>
              <a:ext cx="19934" cy="27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121442" y="1395784"/>
              <a:ext cx="19934" cy="7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143592" y="1399011"/>
              <a:ext cx="19934" cy="1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3165742" y="1400412"/>
              <a:ext cx="19934" cy="19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3187892" y="1414948"/>
              <a:ext cx="19934" cy="14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3210042" y="1411075"/>
              <a:ext cx="19934" cy="2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232191" y="1396609"/>
              <a:ext cx="19934" cy="2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254341" y="2803852"/>
              <a:ext cx="19934" cy="1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276491" y="1478598"/>
              <a:ext cx="19934" cy="197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298641" y="1402777"/>
              <a:ext cx="19934" cy="4724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434798" y="1393402"/>
              <a:ext cx="19934" cy="1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456948" y="139287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479098" y="139335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501247" y="139276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523397" y="2719226"/>
              <a:ext cx="19934" cy="470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545547" y="2388270"/>
              <a:ext cx="19934" cy="474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567697" y="139399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589847" y="267720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611997" y="139730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634146" y="286391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656296" y="139297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678446" y="139262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700596" y="145036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722746" y="1395822"/>
              <a:ext cx="19934" cy="16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44895" y="139267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767045" y="144247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789195" y="140080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811345" y="1541204"/>
              <a:ext cx="19934" cy="10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833495" y="139416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855645" y="1397555"/>
              <a:ext cx="19934" cy="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877794" y="148694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899944" y="151940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922094" y="139917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944244" y="242295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966394" y="139780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988543" y="2911829"/>
              <a:ext cx="19934" cy="10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3010693" y="2951725"/>
              <a:ext cx="19934" cy="2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3032843" y="1398478"/>
              <a:ext cx="19934" cy="6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3054993" y="2982616"/>
              <a:ext cx="19934" cy="6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3077143" y="146713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3099293" y="296040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3121442" y="1396501"/>
              <a:ext cx="19934" cy="26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3143592" y="139915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3165742" y="1402381"/>
              <a:ext cx="19934" cy="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3187892" y="141640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3210042" y="1411312"/>
              <a:ext cx="19934" cy="3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3232191" y="1396818"/>
              <a:ext cx="19934" cy="2097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3254341" y="2804030"/>
              <a:ext cx="19934" cy="3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3276491" y="1480574"/>
              <a:ext cx="19934" cy="6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3298641" y="1875249"/>
              <a:ext cx="19934" cy="67377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434798" y="139356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456948" y="139287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479098" y="139335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501247" y="139276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523397" y="2723934"/>
              <a:ext cx="19934" cy="168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545547" y="2435716"/>
              <a:ext cx="19934" cy="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567697" y="139399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589847" y="2677207"/>
              <a:ext cx="19934" cy="2958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611997" y="1397301"/>
              <a:ext cx="19934" cy="3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634146" y="286391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656296" y="139297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2678446" y="1392620"/>
              <a:ext cx="19934" cy="1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2700596" y="1450365"/>
              <a:ext cx="19934" cy="592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2722746" y="1395986"/>
              <a:ext cx="19934" cy="104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2744895" y="1392679"/>
              <a:ext cx="19934" cy="5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2767045" y="1442477"/>
              <a:ext cx="19934" cy="108364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2789195" y="1400809"/>
              <a:ext cx="19934" cy="1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2811345" y="1542279"/>
              <a:ext cx="19934" cy="1340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2833495" y="139416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2855645" y="1397620"/>
              <a:ext cx="19934" cy="365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2877794" y="1486946"/>
              <a:ext cx="19934" cy="60893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2899944" y="1519405"/>
              <a:ext cx="19934" cy="9222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2922094" y="139917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2944244" y="2422956"/>
              <a:ext cx="19934" cy="393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2966394" y="139780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2988543" y="291291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10693" y="2951940"/>
              <a:ext cx="19934" cy="17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32843" y="1398541"/>
              <a:ext cx="19934" cy="3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054993" y="2982683"/>
              <a:ext cx="19934" cy="1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077143" y="1467138"/>
              <a:ext cx="19934" cy="37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099293" y="29604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121442" y="139676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143592" y="1399151"/>
              <a:ext cx="19934" cy="4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165742" y="1402479"/>
              <a:ext cx="19934" cy="111137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187892" y="1416405"/>
              <a:ext cx="19934" cy="32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210042" y="1411652"/>
              <a:ext cx="19934" cy="6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232191" y="160660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254341" y="2804343"/>
              <a:ext cx="19934" cy="1550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276491" y="1481198"/>
              <a:ext cx="19934" cy="14676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298641" y="2549021"/>
              <a:ext cx="19934" cy="16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2434798" y="1393567"/>
              <a:ext cx="19934" cy="9580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2456948" y="1392876"/>
              <a:ext cx="19934" cy="1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2479098" y="1393352"/>
              <a:ext cx="19934" cy="22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501247" y="1392765"/>
              <a:ext cx="19934" cy="2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523397" y="2740748"/>
              <a:ext cx="19934" cy="80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545547" y="243578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2567697" y="1393990"/>
              <a:ext cx="19934" cy="2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2589847" y="2973086"/>
              <a:ext cx="19934" cy="3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2611997" y="139766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2634146" y="286391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2656296" y="1392979"/>
              <a:ext cx="19934" cy="2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2678446" y="1392782"/>
              <a:ext cx="19934" cy="1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2700596" y="1509658"/>
              <a:ext cx="19934" cy="14641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2722746" y="1406412"/>
              <a:ext cx="19934" cy="1089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2744895" y="1393207"/>
              <a:ext cx="19934" cy="10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767045" y="2526126"/>
              <a:ext cx="19934" cy="108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789195" y="1400974"/>
              <a:ext cx="19934" cy="3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2811345" y="1676320"/>
              <a:ext cx="19934" cy="1815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2833495" y="1394160"/>
              <a:ext cx="19934" cy="2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2855645" y="1434176"/>
              <a:ext cx="19934" cy="11947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2877794" y="2095883"/>
              <a:ext cx="19934" cy="8110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2899944" y="2441656"/>
              <a:ext cx="19934" cy="5421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2922094" y="1399178"/>
              <a:ext cx="19934" cy="1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2944244" y="246230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2966394" y="1397800"/>
              <a:ext cx="19934" cy="3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2988543" y="2912910"/>
              <a:ext cx="19934" cy="10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010693" y="2953695"/>
              <a:ext cx="19934" cy="4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032843" y="1398900"/>
              <a:ext cx="19934" cy="1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054993" y="298281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077143" y="1470863"/>
              <a:ext cx="19934" cy="108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099293" y="2960406"/>
              <a:ext cx="19934" cy="99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121442" y="1396767"/>
              <a:ext cx="19934" cy="9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143592" y="1399648"/>
              <a:ext cx="19934" cy="5802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165742" y="2513854"/>
              <a:ext cx="19934" cy="7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187892" y="1419659"/>
              <a:ext cx="19934" cy="13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210042" y="1412279"/>
              <a:ext cx="19934" cy="2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232191" y="1606603"/>
              <a:ext cx="19934" cy="1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254341" y="2959357"/>
              <a:ext cx="19934" cy="2438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276491" y="2948862"/>
              <a:ext cx="19934" cy="16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298641" y="2550679"/>
              <a:ext cx="19934" cy="6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2434798" y="1489375"/>
              <a:ext cx="19934" cy="2022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2456948" y="1393066"/>
              <a:ext cx="19934" cy="14654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2479098" y="1395614"/>
              <a:ext cx="19934" cy="6433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2501247" y="1392996"/>
              <a:ext cx="19934" cy="2909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2523397" y="2748819"/>
              <a:ext cx="19934" cy="114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2545547" y="2435784"/>
              <a:ext cx="19934" cy="1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2567697" y="1394266"/>
              <a:ext cx="19934" cy="8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2589847" y="2973390"/>
              <a:ext cx="19934" cy="10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2611997" y="1397667"/>
              <a:ext cx="19934" cy="2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2634146" y="2863910"/>
              <a:ext cx="19934" cy="154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2656296" y="1393223"/>
              <a:ext cx="19934" cy="15768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2678446" y="1392960"/>
              <a:ext cx="19934" cy="6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2700596" y="2973808"/>
              <a:ext cx="19934" cy="2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2722746" y="1515364"/>
              <a:ext cx="19934" cy="3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2744895" y="1394263"/>
              <a:ext cx="19934" cy="15862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2767045" y="2536983"/>
              <a:ext cx="19934" cy="447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2789195" y="1401349"/>
              <a:ext cx="19934" cy="15813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2811345" y="1857879"/>
              <a:ext cx="19934" cy="49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2833495" y="1394385"/>
              <a:ext cx="19934" cy="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2855645" y="1553652"/>
              <a:ext cx="19934" cy="18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2877794" y="2906924"/>
              <a:ext cx="19934" cy="76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2899944" y="2983792"/>
              <a:ext cx="19934" cy="5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922094" y="1399344"/>
              <a:ext cx="19934" cy="6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2944244" y="2462305"/>
              <a:ext cx="19934" cy="1129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2966394" y="1398136"/>
              <a:ext cx="19934" cy="2621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2988543" y="2913928"/>
              <a:ext cx="19934" cy="105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010693" y="2954159"/>
              <a:ext cx="19934" cy="7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032843" y="1399056"/>
              <a:ext cx="19934" cy="2713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054993" y="2982817"/>
              <a:ext cx="19934" cy="3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077143" y="1481666"/>
              <a:ext cx="19934" cy="33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099293" y="2961403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121442" y="1397701"/>
              <a:ext cx="19934" cy="422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143592" y="1979894"/>
              <a:ext cx="19934" cy="4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165742" y="2514568"/>
              <a:ext cx="19934" cy="4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187892" y="1421019"/>
              <a:ext cx="19934" cy="10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210042" y="1412550"/>
              <a:ext cx="19934" cy="151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232191" y="1606722"/>
              <a:ext cx="19934" cy="4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254341" y="2983739"/>
              <a:ext cx="19934" cy="4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276491" y="2950527"/>
              <a:ext cx="19934" cy="39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298641" y="2551309"/>
              <a:ext cx="19934" cy="6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2434798" y="1691620"/>
              <a:ext cx="19934" cy="12999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2456948" y="2858519"/>
              <a:ext cx="19934" cy="1330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2479098" y="2038999"/>
              <a:ext cx="19934" cy="9526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2501247" y="1683913"/>
              <a:ext cx="19934" cy="13077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2523397" y="2760252"/>
              <a:ext cx="19934" cy="2313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2545547" y="2435953"/>
              <a:ext cx="19934" cy="5556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2567697" y="1395147"/>
              <a:ext cx="19934" cy="15964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2589847" y="2974451"/>
              <a:ext cx="19934" cy="171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2611997" y="1397963"/>
              <a:ext cx="19934" cy="15936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2634146" y="2879383"/>
              <a:ext cx="19934" cy="1122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2656296" y="2970101"/>
              <a:ext cx="19934" cy="215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2678446" y="1393623"/>
              <a:ext cx="19934" cy="15979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2700596" y="2974098"/>
              <a:ext cx="19934" cy="175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2722746" y="1515725"/>
              <a:ext cx="19934" cy="147588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2744895" y="2980506"/>
              <a:ext cx="19934" cy="111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2767045" y="2581767"/>
              <a:ext cx="19934" cy="4098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2789195" y="2982739"/>
              <a:ext cx="19934" cy="88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2811345" y="1862785"/>
              <a:ext cx="19934" cy="11288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2833495" y="1394985"/>
              <a:ext cx="19934" cy="15966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2855645" y="1555454"/>
              <a:ext cx="19934" cy="14361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2877794" y="2914544"/>
              <a:ext cx="19934" cy="770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2899944" y="2984341"/>
              <a:ext cx="19934" cy="72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922094" y="1399974"/>
              <a:ext cx="19934" cy="15916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2944244" y="2575275"/>
              <a:ext cx="19934" cy="4163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2966394" y="1660276"/>
              <a:ext cx="19934" cy="13313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2988543" y="2924522"/>
              <a:ext cx="19934" cy="670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010693" y="2954887"/>
              <a:ext cx="19934" cy="367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032843" y="1670412"/>
              <a:ext cx="19934" cy="132120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054993" y="2983130"/>
              <a:ext cx="19934" cy="84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077143" y="1485018"/>
              <a:ext cx="19934" cy="15065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099293" y="2961403"/>
              <a:ext cx="19934" cy="302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121442" y="1439996"/>
              <a:ext cx="19934" cy="15516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143592" y="1980329"/>
              <a:ext cx="19934" cy="10112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165742" y="2515060"/>
              <a:ext cx="19934" cy="4765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187892" y="1422040"/>
              <a:ext cx="19934" cy="15695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210042" y="1427731"/>
              <a:ext cx="19934" cy="15638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232191" y="1607185"/>
              <a:ext cx="19934" cy="13844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254341" y="2984229"/>
              <a:ext cx="19934" cy="73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276491" y="2954479"/>
              <a:ext cx="19934" cy="371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298641" y="2552005"/>
              <a:ext cx="19934" cy="4396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372508" y="1392105"/>
              <a:ext cx="2396610" cy="1599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3372508" y="2991613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  <a:lnTo>
                    <a:pt x="239661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372508" y="2591776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  <a:lnTo>
                    <a:pt x="239661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372508" y="2191939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  <a:lnTo>
                    <a:pt x="239661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372508" y="1792102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  <a:lnTo>
                    <a:pt x="239661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372508" y="1392265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  <a:lnTo>
                    <a:pt x="239661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38579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40794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43009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45224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47439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49654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51869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54084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56299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58514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60729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62944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65159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67374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69589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71804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7401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76234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37844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80664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8287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8509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387309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8952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91739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9395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96169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98384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400599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402814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05029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407244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40945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41167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41388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41610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41831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42053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422749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424964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427179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429394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431609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43382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43603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43825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4046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44268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44489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447113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49328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451543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453758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455973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45818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46040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6261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6483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6704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6926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71478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473693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475908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478123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480338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8255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8476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8698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8919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9141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9362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95843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98058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00273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502488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504703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506918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509133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511348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513563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515778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517993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520208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522423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524638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526853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529068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531283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533498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535713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37928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40143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42358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44573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46788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549003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551218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553433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555648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557863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560078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562293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564508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566722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568937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571152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573367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575582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3375831" y="1392265"/>
              <a:ext cx="19934" cy="40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3397981" y="1392265"/>
              <a:ext cx="19934" cy="2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3420131" y="1392265"/>
              <a:ext cx="19934" cy="88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3442280" y="1392265"/>
              <a:ext cx="19934" cy="530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3464430" y="1392265"/>
              <a:ext cx="19934" cy="2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3486580" y="1392265"/>
              <a:ext cx="19934" cy="20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3508730" y="1392265"/>
              <a:ext cx="19934" cy="22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3530880" y="1392265"/>
              <a:ext cx="19934" cy="7077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3553029" y="1392265"/>
              <a:ext cx="19934" cy="138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3575179" y="1392265"/>
              <a:ext cx="19934" cy="14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3597329" y="1392265"/>
              <a:ext cx="19934" cy="831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3619479" y="1392265"/>
              <a:ext cx="19934" cy="6336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3641629" y="1392265"/>
              <a:ext cx="19934" cy="17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3663779" y="1392265"/>
              <a:ext cx="19934" cy="6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3685928" y="1392265"/>
              <a:ext cx="19934" cy="112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3708078" y="1392265"/>
              <a:ext cx="19934" cy="261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3730228" y="1392265"/>
              <a:ext cx="19934" cy="85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3752378" y="1392265"/>
              <a:ext cx="19934" cy="56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3774528" y="1392265"/>
              <a:ext cx="19934" cy="36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3796677" y="1392265"/>
              <a:ext cx="19934" cy="15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3818827" y="1392265"/>
              <a:ext cx="19934" cy="414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3840977" y="1392265"/>
              <a:ext cx="19934" cy="19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3863127" y="1392265"/>
              <a:ext cx="19934" cy="17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3885277" y="1392265"/>
              <a:ext cx="19934" cy="29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3907427" y="1392265"/>
              <a:ext cx="19934" cy="1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3929576" y="1392265"/>
              <a:ext cx="19934" cy="12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3951726" y="1392265"/>
              <a:ext cx="19934" cy="20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3973876" y="1392265"/>
              <a:ext cx="19934" cy="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3996026" y="1392265"/>
              <a:ext cx="19934" cy="2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018176" y="1392265"/>
              <a:ext cx="19934" cy="12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040325" y="1392265"/>
              <a:ext cx="19934" cy="15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062475" y="1392265"/>
              <a:ext cx="19934" cy="105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084625" y="1392265"/>
              <a:ext cx="19934" cy="12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106775" y="1392265"/>
              <a:ext cx="19934" cy="886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128925" y="1392265"/>
              <a:ext cx="19934" cy="18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151074" y="1392265"/>
              <a:ext cx="19934" cy="21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173224" y="1392265"/>
              <a:ext cx="19934" cy="4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195374" y="1392265"/>
              <a:ext cx="19934" cy="15299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217524" y="1392265"/>
              <a:ext cx="19934" cy="261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239674" y="1392265"/>
              <a:ext cx="19934" cy="14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261824" y="1392265"/>
              <a:ext cx="19934" cy="673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283973" y="1392265"/>
              <a:ext cx="19934" cy="99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306123" y="1392265"/>
              <a:ext cx="19934" cy="2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328273" y="1392265"/>
              <a:ext cx="19934" cy="50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350423" y="1392265"/>
              <a:ext cx="19934" cy="33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4372573" y="1392265"/>
              <a:ext cx="19934" cy="14420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4394722" y="1392265"/>
              <a:ext cx="19934" cy="60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4416872" y="1392265"/>
              <a:ext cx="19934" cy="8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4439022" y="1392265"/>
              <a:ext cx="19934" cy="6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4461172" y="1392265"/>
              <a:ext cx="19934" cy="1286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4483322" y="1392265"/>
              <a:ext cx="19934" cy="11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4505472" y="1392265"/>
              <a:ext cx="19934" cy="19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4527621" y="1392265"/>
              <a:ext cx="19934" cy="6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4549771" y="1392265"/>
              <a:ext cx="19934" cy="38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4571921" y="1392265"/>
              <a:ext cx="19934" cy="316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594071" y="1392265"/>
              <a:ext cx="19934" cy="1444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616221" y="1392265"/>
              <a:ext cx="19934" cy="9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4638370" y="1392265"/>
              <a:ext cx="19934" cy="3748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4660520" y="1392265"/>
              <a:ext cx="19934" cy="41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4682670" y="1392265"/>
              <a:ext cx="19934" cy="51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4704820" y="1392265"/>
              <a:ext cx="19934" cy="50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4726970" y="1392265"/>
              <a:ext cx="19934" cy="68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4749120" y="1392265"/>
              <a:ext cx="19934" cy="63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4771269" y="1392265"/>
              <a:ext cx="19934" cy="67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4793419" y="1392265"/>
              <a:ext cx="19934" cy="11732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4815569" y="1392265"/>
              <a:ext cx="19934" cy="66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4837719" y="1392265"/>
              <a:ext cx="19934" cy="2400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4859869" y="1392265"/>
              <a:ext cx="19934" cy="72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4882018" y="1392265"/>
              <a:ext cx="19934" cy="1194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4904168" y="1392265"/>
              <a:ext cx="19934" cy="51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4926318" y="1392265"/>
              <a:ext cx="19934" cy="37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4948468" y="1392265"/>
              <a:ext cx="19934" cy="3389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4970618" y="1392265"/>
              <a:ext cx="19934" cy="732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4992768" y="1392265"/>
              <a:ext cx="19934" cy="15920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014917" y="1392265"/>
              <a:ext cx="19934" cy="56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037067" y="1392265"/>
              <a:ext cx="19934" cy="154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059217" y="1392265"/>
              <a:ext cx="19934" cy="95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081367" y="1392265"/>
              <a:ext cx="19934" cy="59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103517" y="1392265"/>
              <a:ext cx="19934" cy="2632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125666" y="1392265"/>
              <a:ext cx="19934" cy="55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147816" y="1392265"/>
              <a:ext cx="19934" cy="50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169966" y="1392265"/>
              <a:ext cx="19934" cy="268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192116" y="1392265"/>
              <a:ext cx="19934" cy="109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214266" y="1392265"/>
              <a:ext cx="19934" cy="184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236416" y="1392265"/>
              <a:ext cx="19934" cy="8190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258565" y="1392265"/>
              <a:ext cx="19934" cy="48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280715" y="1392265"/>
              <a:ext cx="19934" cy="43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302865" y="1392265"/>
              <a:ext cx="19934" cy="284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325015" y="1392265"/>
              <a:ext cx="19934" cy="43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347165" y="1392265"/>
              <a:ext cx="19934" cy="281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369314" y="1392265"/>
              <a:ext cx="19934" cy="252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391464" y="1392265"/>
              <a:ext cx="19934" cy="4675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413614" y="1392265"/>
              <a:ext cx="19934" cy="9686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435764" y="1392265"/>
              <a:ext cx="19934" cy="137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457914" y="1392265"/>
              <a:ext cx="19934" cy="71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480064" y="1392265"/>
              <a:ext cx="19934" cy="47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502213" y="1392265"/>
              <a:ext cx="19934" cy="49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524363" y="1392265"/>
              <a:ext cx="19934" cy="34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546513" y="1392265"/>
              <a:ext cx="19934" cy="806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568663" y="1392265"/>
              <a:ext cx="19934" cy="10850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590813" y="1392265"/>
              <a:ext cx="19934" cy="88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612962" y="1392265"/>
              <a:ext cx="19934" cy="87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635112" y="1392265"/>
              <a:ext cx="19934" cy="1532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657262" y="1392265"/>
              <a:ext cx="19934" cy="85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679412" y="1392265"/>
              <a:ext cx="19934" cy="3276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701562" y="1392265"/>
              <a:ext cx="19934" cy="174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723712" y="1392265"/>
              <a:ext cx="19934" cy="9931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745861" y="1392265"/>
              <a:ext cx="19934" cy="51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3375831" y="139634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3397981" y="139252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3420131" y="1401113"/>
              <a:ext cx="19934" cy="2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3442280" y="1445339"/>
              <a:ext cx="19934" cy="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3464430" y="139248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3486580" y="139433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3508730" y="139448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3530880" y="210004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3553029" y="1406099"/>
              <a:ext cx="19934" cy="1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3575179" y="1393704"/>
              <a:ext cx="19934" cy="1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3597329" y="147540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3619479" y="2025870"/>
              <a:ext cx="19934" cy="121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3641629" y="1394051"/>
              <a:ext cx="19934" cy="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3663779" y="1392887"/>
              <a:ext cx="19934" cy="134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3685928" y="140348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3708078" y="1394882"/>
              <a:ext cx="19934" cy="1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3730228" y="1400824"/>
              <a:ext cx="19934" cy="14642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3752378" y="1397913"/>
              <a:ext cx="19934" cy="3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3774528" y="1395900"/>
              <a:ext cx="19934" cy="3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3796677" y="1393843"/>
              <a:ext cx="19934" cy="2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3818827" y="143370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3840977" y="1394205"/>
              <a:ext cx="19934" cy="3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3863127" y="1394012"/>
              <a:ext cx="19934" cy="3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3885277" y="139520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3907427" y="139243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929576" y="139351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951726" y="1392469"/>
              <a:ext cx="19934" cy="10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3973876" y="1392357"/>
              <a:ext cx="19934" cy="1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3996026" y="139247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4018176" y="1393550"/>
              <a:ext cx="19934" cy="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4040325" y="139382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4062475" y="140284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4084625" y="1393531"/>
              <a:ext cx="19934" cy="1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4106775" y="148095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4128925" y="139410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4151074" y="139442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4173224" y="139275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4195374" y="292224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4217524" y="1418368"/>
              <a:ext cx="19934" cy="5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4239674" y="139376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4261824" y="145962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4283973" y="1402249"/>
              <a:ext cx="19934" cy="244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4306123" y="139250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4328273" y="1397356"/>
              <a:ext cx="19934" cy="2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4350423" y="1395655"/>
              <a:ext cx="19934" cy="1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4372573" y="283427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4394722" y="139827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4416872" y="139310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4439022" y="139294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4461172" y="2679127"/>
              <a:ext cx="19934" cy="15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4483322" y="139341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4505472" y="1394168"/>
              <a:ext cx="19934" cy="2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4527621" y="1392905"/>
              <a:ext cx="19934" cy="7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4549771" y="1396163"/>
              <a:ext cx="19934" cy="1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4571921" y="142387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4594071" y="153672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4616221" y="139318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4638370" y="176712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4660520" y="139636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4682670" y="1397440"/>
              <a:ext cx="19934" cy="2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4704820" y="1397347"/>
              <a:ext cx="19934" cy="1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4726970" y="1399120"/>
              <a:ext cx="19934" cy="19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4749120" y="1398571"/>
              <a:ext cx="19934" cy="1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4771269" y="1398993"/>
              <a:ext cx="19934" cy="85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4793419" y="2565497"/>
              <a:ext cx="19934" cy="6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4815569" y="139896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4837719" y="1632276"/>
              <a:ext cx="19934" cy="20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4859869" y="1399511"/>
              <a:ext cx="19934" cy="7677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4882018" y="1404206"/>
              <a:ext cx="19934" cy="16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4904168" y="1397367"/>
              <a:ext cx="19934" cy="11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4926318" y="1396049"/>
              <a:ext cx="19934" cy="17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4948468" y="1426160"/>
              <a:ext cx="19934" cy="14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4970618" y="1465518"/>
              <a:ext cx="19934" cy="35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4992768" y="2984312"/>
              <a:ext cx="19934" cy="25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014917" y="1397950"/>
              <a:ext cx="19934" cy="3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037067" y="1407680"/>
              <a:ext cx="19934" cy="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059217" y="1401825"/>
              <a:ext cx="19934" cy="26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081367" y="1398192"/>
              <a:ext cx="19934" cy="4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103517" y="1418586"/>
              <a:ext cx="19934" cy="68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125666" y="1397793"/>
              <a:ext cx="19934" cy="1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147816" y="1397287"/>
              <a:ext cx="19934" cy="3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169966" y="141916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192116" y="1403180"/>
              <a:ext cx="19934" cy="22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214266" y="1410680"/>
              <a:ext cx="19934" cy="143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236416" y="2211341"/>
              <a:ext cx="19934" cy="134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258565" y="1397100"/>
              <a:ext cx="19934" cy="35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280715" y="1396612"/>
              <a:ext cx="19934" cy="22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302865" y="1420748"/>
              <a:ext cx="19934" cy="178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325015" y="1396636"/>
              <a:ext cx="19934" cy="5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347165" y="1395076"/>
              <a:ext cx="19934" cy="159506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369314" y="1417557"/>
              <a:ext cx="19934" cy="201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391464" y="1859775"/>
              <a:ext cx="19934" cy="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413614" y="2360950"/>
              <a:ext cx="19934" cy="38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435764" y="1406033"/>
              <a:ext cx="19934" cy="2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457914" y="1399440"/>
              <a:ext cx="19934" cy="1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480064" y="1396979"/>
              <a:ext cx="19934" cy="1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502213" y="1397179"/>
              <a:ext cx="19934" cy="3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524363" y="139572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5546513" y="1472920"/>
              <a:ext cx="19934" cy="32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5568663" y="2477275"/>
              <a:ext cx="19934" cy="2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5590813" y="1401139"/>
              <a:ext cx="19934" cy="4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5612962" y="1400965"/>
              <a:ext cx="19934" cy="4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5635112" y="1407585"/>
              <a:ext cx="19934" cy="2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5657262" y="1400846"/>
              <a:ext cx="19934" cy="3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5679412" y="171992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5701562" y="1409681"/>
              <a:ext cx="19934" cy="23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5723712" y="2385428"/>
              <a:ext cx="19934" cy="55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5745861" y="1397432"/>
              <a:ext cx="19934" cy="2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3375831" y="139634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3397981" y="139252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3420131" y="140136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3442280" y="144543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3464430" y="139248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3486580" y="1394333"/>
              <a:ext cx="19934" cy="15515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3508730" y="1394483"/>
              <a:ext cx="19934" cy="9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3530880" y="210004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3553029" y="1406202"/>
              <a:ext cx="19934" cy="3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3575179" y="1393823"/>
              <a:ext cx="19934" cy="36702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3597329" y="1475401"/>
              <a:ext cx="19934" cy="24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3619479" y="2038002"/>
              <a:ext cx="19934" cy="1193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3641629" y="139410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3663779" y="140629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3685928" y="140348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3708078" y="139507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3730228" y="286506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3752378" y="139825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3774528" y="1396264"/>
              <a:ext cx="19934" cy="3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3796677" y="139407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3818827" y="143370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3840977" y="1394604"/>
              <a:ext cx="19934" cy="384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3863127" y="1394382"/>
              <a:ext cx="19934" cy="35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3885277" y="1395203"/>
              <a:ext cx="19934" cy="9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3907427" y="1392431"/>
              <a:ext cx="19934" cy="35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3929576" y="139351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3951726" y="139257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3973876" y="139249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3996026" y="1392470"/>
              <a:ext cx="19934" cy="12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4018176" y="1393624"/>
              <a:ext cx="19934" cy="1636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4040325" y="1393827"/>
              <a:ext cx="19934" cy="16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4062475" y="14028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4084625" y="139366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4106775" y="1480956"/>
              <a:ext cx="19934" cy="25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4128925" y="139410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4151074" y="1394421"/>
              <a:ext cx="19934" cy="17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4173224" y="139275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4195374" y="292224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4217524" y="141887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4239674" y="1393762"/>
              <a:ext cx="19934" cy="80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4261824" y="1459628"/>
              <a:ext cx="19934" cy="147535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4283973" y="1426708"/>
              <a:ext cx="19934" cy="2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4306123" y="1392506"/>
              <a:ext cx="19934" cy="10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4328273" y="1397617"/>
              <a:ext cx="19934" cy="68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4350423" y="1395793"/>
              <a:ext cx="19934" cy="4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4372573" y="2834276"/>
              <a:ext cx="19934" cy="12947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4394722" y="1398273"/>
              <a:ext cx="19934" cy="1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4416872" y="139310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4439022" y="139294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4461172" y="267928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4483322" y="139341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4505472" y="139437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4527621" y="1392979"/>
              <a:ext cx="19934" cy="31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4549771" y="1396273"/>
              <a:ext cx="19934" cy="3029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4571921" y="1423875"/>
              <a:ext cx="19934" cy="304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4594071" y="1536724"/>
              <a:ext cx="19934" cy="11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4616221" y="139318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4638370" y="176712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4660520" y="139636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4682670" y="1397690"/>
              <a:ext cx="19934" cy="1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4704820" y="139754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4726970" y="1399318"/>
              <a:ext cx="19934" cy="30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4749120" y="139873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4771269" y="140758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4793419" y="256556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4815569" y="1398963"/>
              <a:ext cx="19934" cy="1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4837719" y="1632480"/>
              <a:ext cx="19934" cy="76673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4859869" y="1476286"/>
              <a:ext cx="19934" cy="6881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4882018" y="1404368"/>
              <a:ext cx="19934" cy="18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4904168" y="139748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4926318" y="1396222"/>
              <a:ext cx="19934" cy="17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4948468" y="142631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4970618" y="1465872"/>
              <a:ext cx="19934" cy="263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4992768" y="2984571"/>
              <a:ext cx="19934" cy="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5014917" y="1398274"/>
              <a:ext cx="19934" cy="23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5037067" y="140777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5059217" y="140445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5081367" y="139861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5103517" y="1419271"/>
              <a:ext cx="19934" cy="95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5125666" y="139796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5147816" y="139767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5169966" y="1419162"/>
              <a:ext cx="19934" cy="21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5192116" y="1405398"/>
              <a:ext cx="19934" cy="7638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5214266" y="141211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5236416" y="221268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5258565" y="139745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5280715" y="139683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5302865" y="1422528"/>
              <a:ext cx="19934" cy="2088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5325015" y="1397188"/>
              <a:ext cx="19934" cy="10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5347165" y="2990144"/>
              <a:ext cx="19934" cy="5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5369314" y="141957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5391464" y="1859837"/>
              <a:ext cx="19934" cy="110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5413614" y="2364790"/>
              <a:ext cx="19934" cy="21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5435764" y="1406284"/>
              <a:ext cx="19934" cy="23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5457914" y="1399632"/>
              <a:ext cx="19934" cy="2735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5480064" y="139717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5502213" y="1397519"/>
              <a:ext cx="19934" cy="23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5524363" y="1395722"/>
              <a:ext cx="19934" cy="14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5546513" y="1476129"/>
              <a:ext cx="19934" cy="146527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5568663" y="247748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5590813" y="1401571"/>
              <a:ext cx="19934" cy="59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5612962" y="140140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5635112" y="1407806"/>
              <a:ext cx="19934" cy="17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5657262" y="140123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5679412" y="1719924"/>
              <a:ext cx="19934" cy="10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5701562" y="1412010"/>
              <a:ext cx="19934" cy="7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5723712" y="2385981"/>
              <a:ext cx="19934" cy="46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5745861" y="13976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3375831" y="1396343"/>
              <a:ext cx="19934" cy="1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3397981" y="1392521"/>
              <a:ext cx="19934" cy="31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3420131" y="1401369"/>
              <a:ext cx="19934" cy="6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3442280" y="1445433"/>
              <a:ext cx="19934" cy="2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3464430" y="1392481"/>
              <a:ext cx="19934" cy="23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3486580" y="294586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3508730" y="1395481"/>
              <a:ext cx="19934" cy="23988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3530880" y="2100048"/>
              <a:ext cx="19934" cy="9264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3553029" y="1406529"/>
              <a:ext cx="19934" cy="89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3575179" y="176084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3597329" y="147564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3619479" y="2157386"/>
              <a:ext cx="19934" cy="31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3641629" y="1394107"/>
              <a:ext cx="19934" cy="2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3663779" y="1406290"/>
              <a:ext cx="19934" cy="4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3685928" y="1403489"/>
              <a:ext cx="19934" cy="18578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3708078" y="1395070"/>
              <a:ext cx="19934" cy="16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3730228" y="2865067"/>
              <a:ext cx="19934" cy="13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3752378" y="1398251"/>
              <a:ext cx="19934" cy="2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3774528" y="1396645"/>
              <a:ext cx="19934" cy="2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3796677" y="139407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3818827" y="1433709"/>
              <a:ext cx="19934" cy="5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3840977" y="1398448"/>
              <a:ext cx="19934" cy="5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3863127" y="1394735"/>
              <a:ext cx="19934" cy="80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3885277" y="1395294"/>
              <a:ext cx="19934" cy="2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3907427" y="139278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3929576" y="1393510"/>
              <a:ext cx="19934" cy="4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3951726" y="1392571"/>
              <a:ext cx="19934" cy="2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3973876" y="139249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3996026" y="1392598"/>
              <a:ext cx="19934" cy="2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4018176" y="155727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4040325" y="1393991"/>
              <a:ext cx="19934" cy="3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4062475" y="140284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4084625" y="1393660"/>
              <a:ext cx="19934" cy="8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4106775" y="148121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4128925" y="13941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4151074" y="1394591"/>
              <a:ext cx="19934" cy="22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4173224" y="1392756"/>
              <a:ext cx="19934" cy="1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4195374" y="292224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4217524" y="1418871"/>
              <a:ext cx="19934" cy="13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4239674" y="139456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4261824" y="2934984"/>
              <a:ext cx="19934" cy="23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4283973" y="1426953"/>
              <a:ext cx="19934" cy="3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4306123" y="13926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4328273" y="1398303"/>
              <a:ext cx="19934" cy="4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4350423" y="1396289"/>
              <a:ext cx="19934" cy="15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4372573" y="2963756"/>
              <a:ext cx="19934" cy="2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4394722" y="1398460"/>
              <a:ext cx="19934" cy="3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4416872" y="1393109"/>
              <a:ext cx="19934" cy="3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4439022" y="1392943"/>
              <a:ext cx="19934" cy="1915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4461172" y="2679284"/>
              <a:ext cx="19934" cy="6881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4483322" y="139341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4505472" y="139437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4527621" y="1393290"/>
              <a:ext cx="19934" cy="63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4549771" y="1699218"/>
              <a:ext cx="19934" cy="20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4571921" y="1426920"/>
              <a:ext cx="19934" cy="817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4594071" y="153684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4616221" y="139318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4638370" y="176712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4660520" y="1396366"/>
              <a:ext cx="19934" cy="2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4682670" y="139786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4704820" y="1397545"/>
              <a:ext cx="19934" cy="18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4726970" y="1399627"/>
              <a:ext cx="19934" cy="39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4749120" y="1398737"/>
              <a:ext cx="19934" cy="107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4771269" y="1407581"/>
              <a:ext cx="19934" cy="4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4793419" y="2565560"/>
              <a:ext cx="19934" cy="3979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4815569" y="1399145"/>
              <a:ext cx="19934" cy="2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4837719" y="2399219"/>
              <a:ext cx="19934" cy="31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4859869" y="2164480"/>
              <a:ext cx="19934" cy="3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4882018" y="1404551"/>
              <a:ext cx="19934" cy="2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4904168" y="139748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4926318" y="1396395"/>
              <a:ext cx="19934" cy="589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4948468" y="1426310"/>
              <a:ext cx="19934" cy="816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4970618" y="1468505"/>
              <a:ext cx="19934" cy="11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4992768" y="2984670"/>
              <a:ext cx="19934" cy="95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5014917" y="139851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5037067" y="1407774"/>
              <a:ext cx="19934" cy="358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5059217" y="1404456"/>
              <a:ext cx="19934" cy="9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5081367" y="139861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5103517" y="142023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5125666" y="139796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5147816" y="139767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5169966" y="141937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5192116" y="1481780"/>
              <a:ext cx="19934" cy="6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5214266" y="1412114"/>
              <a:ext cx="19934" cy="6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5236416" y="2212684"/>
              <a:ext cx="19934" cy="1352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5258565" y="139745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5280715" y="139683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5302865" y="1631424"/>
              <a:ext cx="19934" cy="18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5325015" y="1397296"/>
              <a:ext cx="19934" cy="53929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5347165" y="2990200"/>
              <a:ext cx="19934" cy="1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5369314" y="1419573"/>
              <a:ext cx="19934" cy="29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5391464" y="1860942"/>
              <a:ext cx="19934" cy="6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5413614" y="2365010"/>
              <a:ext cx="19934" cy="57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5435764" y="1406518"/>
              <a:ext cx="19934" cy="19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5457914" y="167319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5480064" y="139717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5502213" y="1397751"/>
              <a:ext cx="19934" cy="40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5524363" y="1395863"/>
              <a:ext cx="19934" cy="1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5546513" y="2941408"/>
              <a:ext cx="19934" cy="3351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5568663" y="2477480"/>
              <a:ext cx="19934" cy="5113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5590813" y="1402170"/>
              <a:ext cx="19934" cy="5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5612962" y="1401404"/>
              <a:ext cx="19934" cy="175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5635112" y="140798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5657262" y="1401234"/>
              <a:ext cx="19934" cy="6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5679412" y="172003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5701562" y="1412786"/>
              <a:ext cx="19934" cy="60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5723712" y="2390675"/>
              <a:ext cx="19934" cy="5476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5745861" y="139764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3375831" y="1396487"/>
              <a:ext cx="19934" cy="4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3397981" y="1392837"/>
              <a:ext cx="19934" cy="27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3420131" y="1401971"/>
              <a:ext cx="19934" cy="14425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3442280" y="1445696"/>
              <a:ext cx="19934" cy="3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3464430" y="1392718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3486580" y="2945868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3508730" y="163536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3530880" y="2192698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3553029" y="1415512"/>
              <a:ext cx="19934" cy="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3575179" y="1760845"/>
              <a:ext cx="19934" cy="6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3597329" y="147564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3619479" y="2160491"/>
              <a:ext cx="19934" cy="1630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3641629" y="1394405"/>
              <a:ext cx="19934" cy="1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3663779" y="1406717"/>
              <a:ext cx="19934" cy="3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3685928" y="1589274"/>
              <a:ext cx="19934" cy="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3708078" y="139523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3730228" y="2866378"/>
              <a:ext cx="19934" cy="6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3752378" y="1398470"/>
              <a:ext cx="19934" cy="2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3774528" y="1396918"/>
              <a:ext cx="19934" cy="1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3796677" y="139407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3818827" y="1434240"/>
              <a:ext cx="19934" cy="1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3840977" y="1399046"/>
              <a:ext cx="19934" cy="1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3863127" y="1402802"/>
              <a:ext cx="19934" cy="6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3885277" y="139558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3907427" y="1392784"/>
              <a:ext cx="19934" cy="2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3929576" y="139399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3951726" y="1392836"/>
              <a:ext cx="19934" cy="1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3973876" y="139249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3996026" y="139285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4018176" y="155727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4040325" y="1394294"/>
              <a:ext cx="19934" cy="1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4062475" y="140284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4084625" y="139374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4106775" y="148121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4128925" y="139410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4151074" y="1394818"/>
              <a:ext cx="19934" cy="4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4173224" y="1392889"/>
              <a:ext cx="19934" cy="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4195374" y="292224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4217524" y="1420238"/>
              <a:ext cx="19934" cy="3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4239674" y="1394565"/>
              <a:ext cx="19934" cy="5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4261824" y="2937349"/>
              <a:ext cx="19934" cy="385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4283973" y="1427272"/>
              <a:ext cx="19934" cy="1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4306123" y="1392606"/>
              <a:ext cx="19934" cy="2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4328273" y="1398727"/>
              <a:ext cx="19934" cy="6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4350423" y="1397855"/>
              <a:ext cx="19934" cy="2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4372573" y="296403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4394722" y="1398815"/>
              <a:ext cx="19934" cy="1095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4416872" y="1393423"/>
              <a:ext cx="19934" cy="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4439022" y="1584521"/>
              <a:ext cx="19934" cy="2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4461172" y="2748097"/>
              <a:ext cx="19934" cy="9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4483322" y="1393416"/>
              <a:ext cx="19934" cy="2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4505472" y="139437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4527621" y="1399660"/>
              <a:ext cx="19934" cy="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4549771" y="170124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4571921" y="1508648"/>
              <a:ext cx="19934" cy="2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4594071" y="1536843"/>
              <a:ext cx="19934" cy="1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4616221" y="1393180"/>
              <a:ext cx="19934" cy="2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4638370" y="1767120"/>
              <a:ext cx="19934" cy="120048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4660520" y="1396592"/>
              <a:ext cx="19934" cy="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4682670" y="1397862"/>
              <a:ext cx="19934" cy="5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4704820" y="1397729"/>
              <a:ext cx="19934" cy="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4726970" y="1403550"/>
              <a:ext cx="19934" cy="317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4749120" y="1399810"/>
              <a:ext cx="19934" cy="2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4771269" y="140803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4793419" y="2963528"/>
              <a:ext cx="19934" cy="259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4815569" y="1399432"/>
              <a:ext cx="19934" cy="18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4837719" y="240232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4859869" y="2164861"/>
              <a:ext cx="19934" cy="3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4882018" y="1404815"/>
              <a:ext cx="19934" cy="5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4904168" y="1397480"/>
              <a:ext cx="19934" cy="1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4926318" y="1402292"/>
              <a:ext cx="19934" cy="5721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4948468" y="1434476"/>
              <a:ext cx="19934" cy="1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4970618" y="1469694"/>
              <a:ext cx="19934" cy="2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4992768" y="2985625"/>
              <a:ext cx="19934" cy="1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5014917" y="139851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5037067" y="144358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5059217" y="1405369"/>
              <a:ext cx="19934" cy="2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5081367" y="1398613"/>
              <a:ext cx="19934" cy="1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5103517" y="142023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5125666" y="1397965"/>
              <a:ext cx="19934" cy="1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5147816" y="1397678"/>
              <a:ext cx="19934" cy="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5169966" y="141937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5192116" y="1482413"/>
              <a:ext cx="19934" cy="133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5214266" y="1412734"/>
              <a:ext cx="19934" cy="62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5236416" y="2226207"/>
              <a:ext cx="19934" cy="2763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5258565" y="1397459"/>
              <a:ext cx="19934" cy="5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5280715" y="139683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5302865" y="1633255"/>
              <a:ext cx="19934" cy="312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5325015" y="1936588"/>
              <a:ext cx="19934" cy="79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5347165" y="2990313"/>
              <a:ext cx="19934" cy="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5369314" y="1422505"/>
              <a:ext cx="19934" cy="15598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5391464" y="1861618"/>
              <a:ext cx="19934" cy="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5413614" y="2370715"/>
              <a:ext cx="19934" cy="3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5435764" y="1408439"/>
              <a:ext cx="19934" cy="8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5457914" y="1673198"/>
              <a:ext cx="19934" cy="2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5480064" y="1397176"/>
              <a:ext cx="19934" cy="3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5502213" y="1398152"/>
              <a:ext cx="19934" cy="74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5524363" y="139602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5546513" y="297492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5568663" y="298880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5590813" y="140273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5612962" y="1418926"/>
              <a:ext cx="19934" cy="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5635112" y="1407983"/>
              <a:ext cx="19934" cy="7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5657262" y="1401881"/>
              <a:ext cx="19934" cy="1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5679412" y="172003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5701562" y="1413393"/>
              <a:ext cx="19934" cy="17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5723712" y="2938373"/>
              <a:ext cx="19934" cy="22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5745861" y="1397641"/>
              <a:ext cx="19934" cy="4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3375831" y="1396900"/>
              <a:ext cx="19934" cy="10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3397981" y="1393113"/>
              <a:ext cx="19934" cy="22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3420131" y="2844484"/>
              <a:ext cx="19934" cy="153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3442280" y="1446034"/>
              <a:ext cx="19934" cy="23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3464430" y="1392718"/>
              <a:ext cx="19934" cy="2792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3486580" y="2945868"/>
              <a:ext cx="19934" cy="58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3508730" y="1635366"/>
              <a:ext cx="19934" cy="8530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3530880" y="2192698"/>
              <a:ext cx="19934" cy="972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3553029" y="1415598"/>
              <a:ext cx="19934" cy="659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3575179" y="1760912"/>
              <a:ext cx="19934" cy="16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3597329" y="1475649"/>
              <a:ext cx="19934" cy="30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3619479" y="2176797"/>
              <a:ext cx="19934" cy="3379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3641629" y="1394554"/>
              <a:ext cx="19934" cy="3748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3663779" y="1407055"/>
              <a:ext cx="19934" cy="15756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3685928" y="1589362"/>
              <a:ext cx="19934" cy="16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3708078" y="1395239"/>
              <a:ext cx="19934" cy="16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3730228" y="2866995"/>
              <a:ext cx="19934" cy="72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3752378" y="1398689"/>
              <a:ext cx="19934" cy="15732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3774528" y="1397064"/>
              <a:ext cx="19934" cy="90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3796677" y="1394075"/>
              <a:ext cx="19934" cy="404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3818827" y="1434373"/>
              <a:ext cx="19934" cy="14822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3840977" y="1399209"/>
              <a:ext cx="19934" cy="11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3863127" y="1403457"/>
              <a:ext cx="19934" cy="15636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3885277" y="1395584"/>
              <a:ext cx="19934" cy="14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3907427" y="1393013"/>
              <a:ext cx="19934" cy="10798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3929576" y="1393999"/>
              <a:ext cx="19934" cy="11328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3951726" y="1392999"/>
              <a:ext cx="19934" cy="11437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3973876" y="1392495"/>
              <a:ext cx="19934" cy="10969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3996026" y="1392855"/>
              <a:ext cx="19934" cy="13750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4018176" y="1557279"/>
              <a:ext cx="19934" cy="6759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4040325" y="1394457"/>
              <a:ext cx="19934" cy="11157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4062475" y="1402841"/>
              <a:ext cx="19934" cy="9226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4084625" y="1393746"/>
              <a:ext cx="19934" cy="11030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4106775" y="1481216"/>
              <a:ext cx="19934" cy="9718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4128925" y="1394106"/>
              <a:ext cx="19934" cy="10302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4151074" y="1395234"/>
              <a:ext cx="19934" cy="11295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4173224" y="1392945"/>
              <a:ext cx="19934" cy="10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4195374" y="2922245"/>
              <a:ext cx="19934" cy="80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4217524" y="1420597"/>
              <a:ext cx="19934" cy="15441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4239674" y="1395153"/>
              <a:ext cx="19934" cy="13186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4261824" y="2975875"/>
              <a:ext cx="19934" cy="15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4283973" y="1427395"/>
              <a:ext cx="19934" cy="14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4306123" y="1392868"/>
              <a:ext cx="19934" cy="23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4328273" y="1399380"/>
              <a:ext cx="19934" cy="111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4350423" y="1398153"/>
              <a:ext cx="19934" cy="92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4372573" y="2964034"/>
              <a:ext cx="19934" cy="20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4394722" y="1508338"/>
              <a:ext cx="19934" cy="12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4416872" y="1393473"/>
              <a:ext cx="19934" cy="6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4439022" y="1584771"/>
              <a:ext cx="19934" cy="12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4461172" y="2749040"/>
              <a:ext cx="19934" cy="68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4483322" y="1393691"/>
              <a:ext cx="19934" cy="6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4505472" y="1394375"/>
              <a:ext cx="19934" cy="9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4527621" y="1399715"/>
              <a:ext cx="19934" cy="3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4549771" y="1701241"/>
              <a:ext cx="19934" cy="11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4571921" y="1508907"/>
              <a:ext cx="19934" cy="4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4594071" y="1537029"/>
              <a:ext cx="19934" cy="8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4616221" y="1393409"/>
              <a:ext cx="19934" cy="3417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4638370" y="2967601"/>
              <a:ext cx="19934" cy="32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4660520" y="1396679"/>
              <a:ext cx="19934" cy="15908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4682670" y="1398441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4704820" y="1397799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4726970" y="1406725"/>
              <a:ext cx="19934" cy="13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4749120" y="1400014"/>
              <a:ext cx="19934" cy="5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4771269" y="1408032"/>
              <a:ext cx="19934" cy="2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4793419" y="2989450"/>
              <a:ext cx="19934" cy="1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4815569" y="1399613"/>
              <a:ext cx="19934" cy="1528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4837719" y="2402321"/>
              <a:ext cx="19934" cy="26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4859869" y="2165219"/>
              <a:ext cx="19934" cy="30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4882018" y="1405404"/>
              <a:ext cx="19934" cy="17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4904168" y="1397679"/>
              <a:ext cx="19934" cy="17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4926318" y="1974484"/>
              <a:ext cx="19934" cy="948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4948468" y="1434593"/>
              <a:ext cx="19934" cy="3884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4970618" y="1469897"/>
              <a:ext cx="19934" cy="12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4992768" y="2985784"/>
              <a:ext cx="19934" cy="9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5014917" y="1398510"/>
              <a:ext cx="19934" cy="29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5037067" y="1443587"/>
              <a:ext cx="19934" cy="12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5059217" y="1405653"/>
              <a:ext cx="19934" cy="2005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5081367" y="1398773"/>
              <a:ext cx="19934" cy="102369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5103517" y="1420231"/>
              <a:ext cx="19934" cy="52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5125666" y="1398137"/>
              <a:ext cx="19934" cy="9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5147816" y="1397776"/>
              <a:ext cx="19934" cy="7175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5169966" y="1419374"/>
              <a:ext cx="19934" cy="1364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5192116" y="1495806"/>
              <a:ext cx="19934" cy="9159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5214266" y="1413355"/>
              <a:ext cx="19934" cy="220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5236416" y="2502536"/>
              <a:ext cx="19934" cy="42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5258565" y="1397998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5280715" y="1396839"/>
              <a:ext cx="19934" cy="5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5302865" y="1664485"/>
              <a:ext cx="19934" cy="4755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5325015" y="1944549"/>
              <a:ext cx="19934" cy="4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5347165" y="2990356"/>
              <a:ext cx="19934" cy="1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5369314" y="2982327"/>
              <a:ext cx="19934" cy="28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5391464" y="1861680"/>
              <a:ext cx="19934" cy="1613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5413614" y="2371044"/>
              <a:ext cx="19934" cy="6166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5435764" y="1408523"/>
              <a:ext cx="19934" cy="31967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5457914" y="1673486"/>
              <a:ext cx="19934" cy="6527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5480064" y="1397488"/>
              <a:ext cx="19934" cy="2822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5502213" y="1405586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5524363" y="1396020"/>
              <a:ext cx="19934" cy="8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5546513" y="2974926"/>
              <a:ext cx="19934" cy="35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5568663" y="2988800"/>
              <a:ext cx="19934" cy="13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5590813" y="1402735"/>
              <a:ext cx="19934" cy="14251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5612962" y="1418987"/>
              <a:ext cx="19934" cy="1382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5635112" y="1408736"/>
              <a:ext cx="19934" cy="15665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5657262" y="1401984"/>
              <a:ext cx="19934" cy="2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5679412" y="1720033"/>
              <a:ext cx="19934" cy="16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5701562" y="1415149"/>
              <a:ext cx="19934" cy="63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5723712" y="2940622"/>
              <a:ext cx="19934" cy="45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5745861" y="1398046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3375831" y="1397997"/>
              <a:ext cx="19934" cy="15936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3397981" y="1395361"/>
              <a:ext cx="19934" cy="15962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3420131" y="2859847"/>
              <a:ext cx="19934" cy="1317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3442280" y="1448344"/>
              <a:ext cx="19934" cy="15432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3464430" y="1671925"/>
              <a:ext cx="19934" cy="13196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3486580" y="2951730"/>
              <a:ext cx="19934" cy="398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3508730" y="2488441"/>
              <a:ext cx="19934" cy="5031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3530880" y="2289905"/>
              <a:ext cx="19934" cy="7017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3553029" y="1481519"/>
              <a:ext cx="19934" cy="15100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3575179" y="1762521"/>
              <a:ext cx="19934" cy="12290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3597329" y="1478729"/>
              <a:ext cx="19934" cy="15128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3619479" y="2514759"/>
              <a:ext cx="19934" cy="4768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3641629" y="1769387"/>
              <a:ext cx="19934" cy="12222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3663779" y="2982696"/>
              <a:ext cx="19934" cy="89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3685928" y="1590973"/>
              <a:ext cx="19934" cy="140064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3708078" y="1396840"/>
              <a:ext cx="19934" cy="15947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3730228" y="2874205"/>
              <a:ext cx="19934" cy="1174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3752378" y="2971922"/>
              <a:ext cx="19934" cy="196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3774528" y="1406098"/>
              <a:ext cx="19934" cy="15855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3796677" y="1434553"/>
              <a:ext cx="19934" cy="15570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3818827" y="2916599"/>
              <a:ext cx="19934" cy="750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3840977" y="1400388"/>
              <a:ext cx="19934" cy="15912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3863127" y="2967127"/>
              <a:ext cx="19934" cy="244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3885277" y="1397030"/>
              <a:ext cx="19934" cy="15945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3907427" y="2472903"/>
              <a:ext cx="19934" cy="5187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3929576" y="2526804"/>
              <a:ext cx="19934" cy="4648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3951726" y="2536775"/>
              <a:ext cx="19934" cy="4548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3973876" y="2489492"/>
              <a:ext cx="19934" cy="5021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3996026" y="2767928"/>
              <a:ext cx="19934" cy="2236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4018176" y="2233254"/>
              <a:ext cx="19934" cy="7583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4040325" y="2510190"/>
              <a:ext cx="19934" cy="4814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4062475" y="2325527"/>
              <a:ext cx="19934" cy="6660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4084625" y="2496796"/>
              <a:ext cx="19934" cy="4948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4106775" y="2453032"/>
              <a:ext cx="19934" cy="5385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4128925" y="2424382"/>
              <a:ext cx="19934" cy="5672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4151074" y="2524737"/>
              <a:ext cx="19934" cy="4668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4173224" y="1394042"/>
              <a:ext cx="19934" cy="15975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4195374" y="2930292"/>
              <a:ext cx="19934" cy="613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4217524" y="2964791"/>
              <a:ext cx="19934" cy="268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4239674" y="2713803"/>
              <a:ext cx="19934" cy="2778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4261824" y="2977422"/>
              <a:ext cx="19934" cy="141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4283973" y="1428817"/>
              <a:ext cx="19934" cy="15627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4306123" y="1395221"/>
              <a:ext cx="19934" cy="15963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4328273" y="1410543"/>
              <a:ext cx="19934" cy="15810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4350423" y="1407371"/>
              <a:ext cx="19934" cy="158424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4372573" y="2966103"/>
              <a:ext cx="19934" cy="255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4394722" y="1509631"/>
              <a:ext cx="19934" cy="14819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4416872" y="1394085"/>
              <a:ext cx="19934" cy="159752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4439022" y="1586038"/>
              <a:ext cx="19934" cy="14055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4461172" y="2755874"/>
              <a:ext cx="19934" cy="2357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4483322" y="1394367"/>
              <a:ext cx="19934" cy="15972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4505472" y="1395317"/>
              <a:ext cx="19934" cy="15962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4527621" y="1400027"/>
              <a:ext cx="19934" cy="15915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4549771" y="1702418"/>
              <a:ext cx="19934" cy="12891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4571921" y="1509334"/>
              <a:ext cx="19934" cy="148227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4594071" y="1537858"/>
              <a:ext cx="19934" cy="14537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4616221" y="1735183"/>
              <a:ext cx="19934" cy="12564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4638370" y="2970880"/>
              <a:ext cx="19934" cy="207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4660520" y="2987564"/>
              <a:ext cx="19934" cy="40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4682670" y="1398441"/>
              <a:ext cx="19934" cy="15931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4704820" y="1397799"/>
              <a:ext cx="19934" cy="15938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4726970" y="1408069"/>
              <a:ext cx="19934" cy="15835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4749120" y="1400524"/>
              <a:ext cx="19934" cy="15910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4771269" y="1408308"/>
              <a:ext cx="19934" cy="15833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4793419" y="2989576"/>
              <a:ext cx="19934" cy="20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4815569" y="1552470"/>
              <a:ext cx="19934" cy="14391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4837719" y="2404975"/>
              <a:ext cx="19934" cy="5866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4859869" y="2168270"/>
              <a:ext cx="19934" cy="8233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4882018" y="1407171"/>
              <a:ext cx="19934" cy="15844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4904168" y="1399451"/>
              <a:ext cx="19934" cy="15921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4926318" y="2069305"/>
              <a:ext cx="19934" cy="9223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4948468" y="1823029"/>
              <a:ext cx="19934" cy="11685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4970618" y="1471188"/>
              <a:ext cx="19934" cy="15204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4992768" y="2986759"/>
              <a:ext cx="19934" cy="48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5014917" y="1401470"/>
              <a:ext cx="19934" cy="15901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5037067" y="1444821"/>
              <a:ext cx="19934" cy="15467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5059217" y="1606174"/>
              <a:ext cx="19934" cy="13854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5081367" y="2422470"/>
              <a:ext cx="19934" cy="5691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5103517" y="1425440"/>
              <a:ext cx="19934" cy="15661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5125666" y="1399126"/>
              <a:ext cx="19934" cy="15924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5147816" y="2115363"/>
              <a:ext cx="19934" cy="8762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5169966" y="1555853"/>
              <a:ext cx="19934" cy="14357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5192116" y="2411723"/>
              <a:ext cx="19934" cy="5798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5214266" y="1435452"/>
              <a:ext cx="19934" cy="15561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5236416" y="2506819"/>
              <a:ext cx="19934" cy="4847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5258565" y="1397998"/>
              <a:ext cx="19934" cy="15936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5280715" y="1397407"/>
              <a:ext cx="19934" cy="15942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5302865" y="2140007"/>
              <a:ext cx="19934" cy="8516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5325015" y="1945010"/>
              <a:ext cx="19934" cy="10466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5347165" y="2990553"/>
              <a:ext cx="19934" cy="10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5369314" y="2985198"/>
              <a:ext cx="19934" cy="64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5391464" y="2023011"/>
              <a:ext cx="19934" cy="9686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5413614" y="2987737"/>
              <a:ext cx="19934" cy="38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5435764" y="1728196"/>
              <a:ext cx="19934" cy="12634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5457914" y="2326190"/>
              <a:ext cx="19934" cy="6654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5480064" y="1679780"/>
              <a:ext cx="19934" cy="13118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5502213" y="1405586"/>
              <a:ext cx="19934" cy="15860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5524363" y="1396896"/>
              <a:ext cx="19934" cy="159471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5546513" y="2978491"/>
              <a:ext cx="19934" cy="131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5568663" y="2990155"/>
              <a:ext cx="19934" cy="14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5590813" y="2827879"/>
              <a:ext cx="19934" cy="1637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5612962" y="1557223"/>
              <a:ext cx="19934" cy="14343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5635112" y="2975275"/>
              <a:ext cx="19934" cy="163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5657262" y="1402204"/>
              <a:ext cx="19934" cy="15894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5679412" y="1721654"/>
              <a:ext cx="19934" cy="12699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5701562" y="1421460"/>
              <a:ext cx="19934" cy="15701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5723712" y="2945137"/>
              <a:ext cx="19934" cy="464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5745861" y="1398046"/>
              <a:ext cx="19934" cy="15935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5819729" y="1392105"/>
              <a:ext cx="1577066" cy="1599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5819729" y="2991613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  <a:lnTo>
                    <a:pt x="15770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5819729" y="2591776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  <a:lnTo>
                    <a:pt x="15770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5819729" y="2191939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  <a:lnTo>
                    <a:pt x="15770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5819729" y="1792102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  <a:lnTo>
                    <a:pt x="15770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5819729" y="1392265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  <a:lnTo>
                    <a:pt x="157706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583301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585516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58773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589946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59216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594376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59659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59880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601021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60323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605451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60766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609881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61209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614311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61652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618741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62095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62317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62538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62760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62981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63203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63424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63646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63867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64089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64310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64532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64753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64975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65196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65418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65639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65861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66082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66304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66525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66747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66968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67190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67411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67633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67854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68076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68297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68519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68740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68962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69183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69405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69626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69848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70069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70291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70512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70734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70955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71177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71398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71620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71841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72063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72284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72506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72727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72949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73170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733920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736135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738350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5823051" y="1392265"/>
              <a:ext cx="19934" cy="2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5845201" y="1392265"/>
              <a:ext cx="19934" cy="39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5867351" y="1392265"/>
              <a:ext cx="19934" cy="7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5889501" y="1392265"/>
              <a:ext cx="19934" cy="117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5911651" y="1392265"/>
              <a:ext cx="19934" cy="6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5933800" y="1392265"/>
              <a:ext cx="19934" cy="2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5955950" y="1392265"/>
              <a:ext cx="19934" cy="7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5978100" y="1392265"/>
              <a:ext cx="19934" cy="2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6000250" y="1392265"/>
              <a:ext cx="19934" cy="28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6022400" y="1392265"/>
              <a:ext cx="19934" cy="123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6044550" y="1392265"/>
              <a:ext cx="19934" cy="33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6066699" y="1392265"/>
              <a:ext cx="19934" cy="36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6088849" y="1392265"/>
              <a:ext cx="19934" cy="33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6110999" y="1392265"/>
              <a:ext cx="19934" cy="2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6133149" y="1392265"/>
              <a:ext cx="19934" cy="1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6155299" y="1392265"/>
              <a:ext cx="19934" cy="3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6177448" y="1392265"/>
              <a:ext cx="19934" cy="26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6199598" y="1392265"/>
              <a:ext cx="19934" cy="7046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6221748" y="1392265"/>
              <a:ext cx="19934" cy="236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6243898" y="1392265"/>
              <a:ext cx="19934" cy="412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6266048" y="1392265"/>
              <a:ext cx="19934" cy="19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6288198" y="1392265"/>
              <a:ext cx="19934" cy="1423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6310347" y="1392265"/>
              <a:ext cx="19934" cy="149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6332497" y="1392265"/>
              <a:ext cx="19934" cy="7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6354647" y="1392265"/>
              <a:ext cx="19934" cy="11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6376797" y="1392265"/>
              <a:ext cx="19934" cy="13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6398947" y="1392265"/>
              <a:ext cx="19934" cy="1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6421096" y="1392265"/>
              <a:ext cx="19934" cy="3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6443246" y="1392265"/>
              <a:ext cx="19934" cy="73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6465396" y="1392265"/>
              <a:ext cx="19934" cy="18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6487546" y="1392265"/>
              <a:ext cx="19934" cy="30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6509696" y="1392265"/>
              <a:ext cx="19934" cy="3226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6531845" y="1392265"/>
              <a:ext cx="19934" cy="211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6553995" y="1392265"/>
              <a:ext cx="19934" cy="9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6576145" y="1392265"/>
              <a:ext cx="19934" cy="1160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6598295" y="1392265"/>
              <a:ext cx="19934" cy="10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6620445" y="1392265"/>
              <a:ext cx="19934" cy="26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6642595" y="1392265"/>
              <a:ext cx="19934" cy="54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6664744" y="1392265"/>
              <a:ext cx="19934" cy="10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6686894" y="1392265"/>
              <a:ext cx="19934" cy="799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6709044" y="1392265"/>
              <a:ext cx="19934" cy="42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6731194" y="1392265"/>
              <a:ext cx="19934" cy="35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6753344" y="1392265"/>
              <a:ext cx="19934" cy="70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6775493" y="1392265"/>
              <a:ext cx="19934" cy="63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6797643" y="1392265"/>
              <a:ext cx="19934" cy="82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6819793" y="1392265"/>
              <a:ext cx="19934" cy="46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6841943" y="1392265"/>
              <a:ext cx="19934" cy="968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6864093" y="1392265"/>
              <a:ext cx="19934" cy="721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6886243" y="1392265"/>
              <a:ext cx="19934" cy="72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6908392" y="1392265"/>
              <a:ext cx="19934" cy="40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6930542" y="1392265"/>
              <a:ext cx="19934" cy="132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6952692" y="1392265"/>
              <a:ext cx="19934" cy="52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6974842" y="1392265"/>
              <a:ext cx="19934" cy="50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6996992" y="1392265"/>
              <a:ext cx="19934" cy="87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7019141" y="1392265"/>
              <a:ext cx="19934" cy="1721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7041291" y="1392265"/>
              <a:ext cx="19934" cy="45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7063441" y="1392265"/>
              <a:ext cx="19934" cy="88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7085591" y="1392265"/>
              <a:ext cx="19934" cy="13918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7107741" y="1392265"/>
              <a:ext cx="19934" cy="1110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7129891" y="1392265"/>
              <a:ext cx="19934" cy="81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7152040" y="1392265"/>
              <a:ext cx="19934" cy="82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7174190" y="1392265"/>
              <a:ext cx="19934" cy="513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7196340" y="1392265"/>
              <a:ext cx="19934" cy="1762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7218490" y="1392265"/>
              <a:ext cx="19934" cy="37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7240640" y="1392265"/>
              <a:ext cx="19934" cy="6374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7262789" y="1392265"/>
              <a:ext cx="19934" cy="75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7284939" y="1392265"/>
              <a:ext cx="19934" cy="64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7307089" y="1392265"/>
              <a:ext cx="19934" cy="67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7329239" y="1392265"/>
              <a:ext cx="19934" cy="142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7351389" y="1392265"/>
              <a:ext cx="19934" cy="64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7373539" y="1392265"/>
              <a:ext cx="19934" cy="47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5823051" y="139247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5845201" y="139620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5867351" y="139302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5889501" y="140396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5911651" y="1392944"/>
              <a:ext cx="19934" cy="7006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5933800" y="139253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5955950" y="1393013"/>
              <a:ext cx="19934" cy="2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5978100" y="139256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6000250" y="139254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6022400" y="1404607"/>
              <a:ext cx="19934" cy="6436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6044550" y="1395638"/>
              <a:ext cx="19934" cy="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6066699" y="139595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6088849" y="1395595"/>
              <a:ext cx="19934" cy="180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6110999" y="1392465"/>
              <a:ext cx="19934" cy="144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6133149" y="139238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6155299" y="1392651"/>
              <a:ext cx="19934" cy="9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6177448" y="1394944"/>
              <a:ext cx="19934" cy="38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6199598" y="209691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6221748" y="141590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6243898" y="1396391"/>
              <a:ext cx="19934" cy="31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6266048" y="1394195"/>
              <a:ext cx="19934" cy="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6288198" y="153460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1" name="rc1371"/>
            <p:cNvSpPr/>
            <p:nvPr/>
          </p:nvSpPr>
          <p:spPr>
            <a:xfrm>
              <a:off x="6310347" y="139376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2" name="rc1372"/>
            <p:cNvSpPr/>
            <p:nvPr/>
          </p:nvSpPr>
          <p:spPr>
            <a:xfrm>
              <a:off x="6332497" y="139300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3" name="rc1373"/>
            <p:cNvSpPr/>
            <p:nvPr/>
          </p:nvSpPr>
          <p:spPr>
            <a:xfrm>
              <a:off x="6354647" y="139338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4" name="rc1374"/>
            <p:cNvSpPr/>
            <p:nvPr/>
          </p:nvSpPr>
          <p:spPr>
            <a:xfrm>
              <a:off x="6376797" y="139361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5" name="rc1375"/>
            <p:cNvSpPr/>
            <p:nvPr/>
          </p:nvSpPr>
          <p:spPr>
            <a:xfrm>
              <a:off x="6398947" y="1392394"/>
              <a:ext cx="19934" cy="6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6" name="rc1376"/>
            <p:cNvSpPr/>
            <p:nvPr/>
          </p:nvSpPr>
          <p:spPr>
            <a:xfrm>
              <a:off x="6421096" y="1392624"/>
              <a:ext cx="19934" cy="18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7" name="rc1377"/>
            <p:cNvSpPr/>
            <p:nvPr/>
          </p:nvSpPr>
          <p:spPr>
            <a:xfrm>
              <a:off x="6443246" y="139966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8" name="rc1378"/>
            <p:cNvSpPr/>
            <p:nvPr/>
          </p:nvSpPr>
          <p:spPr>
            <a:xfrm>
              <a:off x="6465396" y="139412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9" name="rc1379"/>
            <p:cNvSpPr/>
            <p:nvPr/>
          </p:nvSpPr>
          <p:spPr>
            <a:xfrm>
              <a:off x="6487546" y="139530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0" name="rc1380"/>
            <p:cNvSpPr/>
            <p:nvPr/>
          </p:nvSpPr>
          <p:spPr>
            <a:xfrm>
              <a:off x="6509696" y="171489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1" name="rc1381"/>
            <p:cNvSpPr/>
            <p:nvPr/>
          </p:nvSpPr>
          <p:spPr>
            <a:xfrm>
              <a:off x="6531845" y="1413437"/>
              <a:ext cx="19934" cy="186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2" name="rc1382"/>
            <p:cNvSpPr/>
            <p:nvPr/>
          </p:nvSpPr>
          <p:spPr>
            <a:xfrm>
              <a:off x="6553995" y="1393264"/>
              <a:ext cx="19934" cy="877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3" name="rc1383"/>
            <p:cNvSpPr/>
            <p:nvPr/>
          </p:nvSpPr>
          <p:spPr>
            <a:xfrm>
              <a:off x="6576145" y="1508314"/>
              <a:ext cx="19934" cy="14265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4" name="rc1384"/>
            <p:cNvSpPr/>
            <p:nvPr/>
          </p:nvSpPr>
          <p:spPr>
            <a:xfrm>
              <a:off x="6598295" y="1393311"/>
              <a:ext cx="19934" cy="18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5" name="rc1385"/>
            <p:cNvSpPr/>
            <p:nvPr/>
          </p:nvSpPr>
          <p:spPr>
            <a:xfrm>
              <a:off x="6620445" y="139487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6642595" y="139770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7" name="rc1387"/>
            <p:cNvSpPr/>
            <p:nvPr/>
          </p:nvSpPr>
          <p:spPr>
            <a:xfrm>
              <a:off x="6664744" y="139236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8" name="rc1388"/>
            <p:cNvSpPr/>
            <p:nvPr/>
          </p:nvSpPr>
          <p:spPr>
            <a:xfrm>
              <a:off x="6686894" y="147222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9" name="rc1389"/>
            <p:cNvSpPr/>
            <p:nvPr/>
          </p:nvSpPr>
          <p:spPr>
            <a:xfrm>
              <a:off x="6709044" y="1396552"/>
              <a:ext cx="19934" cy="6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0" name="rc1390"/>
            <p:cNvSpPr/>
            <p:nvPr/>
          </p:nvSpPr>
          <p:spPr>
            <a:xfrm>
              <a:off x="6731194" y="1395831"/>
              <a:ext cx="19934" cy="10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1" name="rc1391"/>
            <p:cNvSpPr/>
            <p:nvPr/>
          </p:nvSpPr>
          <p:spPr>
            <a:xfrm>
              <a:off x="6753344" y="1399287"/>
              <a:ext cx="19934" cy="5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2" name="rc1392"/>
            <p:cNvSpPr/>
            <p:nvPr/>
          </p:nvSpPr>
          <p:spPr>
            <a:xfrm>
              <a:off x="6775493" y="1398571"/>
              <a:ext cx="19934" cy="11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3" name="rc1393"/>
            <p:cNvSpPr/>
            <p:nvPr/>
          </p:nvSpPr>
          <p:spPr>
            <a:xfrm>
              <a:off x="6797643" y="1400473"/>
              <a:ext cx="19934" cy="3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4" name="rc1394"/>
            <p:cNvSpPr/>
            <p:nvPr/>
          </p:nvSpPr>
          <p:spPr>
            <a:xfrm>
              <a:off x="6819793" y="139694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5" name="rc1395"/>
            <p:cNvSpPr/>
            <p:nvPr/>
          </p:nvSpPr>
          <p:spPr>
            <a:xfrm>
              <a:off x="6841943" y="1489114"/>
              <a:ext cx="19934" cy="123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6" name="rc1396"/>
            <p:cNvSpPr/>
            <p:nvPr/>
          </p:nvSpPr>
          <p:spPr>
            <a:xfrm>
              <a:off x="6864093" y="1464444"/>
              <a:ext cx="19934" cy="1292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7" name="rc1397"/>
            <p:cNvSpPr/>
            <p:nvPr/>
          </p:nvSpPr>
          <p:spPr>
            <a:xfrm>
              <a:off x="6886243" y="1399499"/>
              <a:ext cx="19934" cy="3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8" name="rc1398"/>
            <p:cNvSpPr/>
            <p:nvPr/>
          </p:nvSpPr>
          <p:spPr>
            <a:xfrm>
              <a:off x="6908392" y="1396268"/>
              <a:ext cx="19934" cy="1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9" name="rc1399"/>
            <p:cNvSpPr/>
            <p:nvPr/>
          </p:nvSpPr>
          <p:spPr>
            <a:xfrm>
              <a:off x="6930542" y="1405532"/>
              <a:ext cx="19934" cy="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0" name="rc1400"/>
            <p:cNvSpPr/>
            <p:nvPr/>
          </p:nvSpPr>
          <p:spPr>
            <a:xfrm>
              <a:off x="6952692" y="1397492"/>
              <a:ext cx="19934" cy="4167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1" name="rc1401"/>
            <p:cNvSpPr/>
            <p:nvPr/>
          </p:nvSpPr>
          <p:spPr>
            <a:xfrm>
              <a:off x="6974842" y="1397277"/>
              <a:ext cx="19934" cy="70178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2" name="rc1402"/>
            <p:cNvSpPr/>
            <p:nvPr/>
          </p:nvSpPr>
          <p:spPr>
            <a:xfrm>
              <a:off x="6996992" y="140104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3" name="rc1403"/>
            <p:cNvSpPr/>
            <p:nvPr/>
          </p:nvSpPr>
          <p:spPr>
            <a:xfrm>
              <a:off x="7019141" y="1564371"/>
              <a:ext cx="19934" cy="1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4" name="rc1404"/>
            <p:cNvSpPr/>
            <p:nvPr/>
          </p:nvSpPr>
          <p:spPr>
            <a:xfrm>
              <a:off x="7041291" y="1396767"/>
              <a:ext cx="19934" cy="3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5" name="rc1405"/>
            <p:cNvSpPr/>
            <p:nvPr/>
          </p:nvSpPr>
          <p:spPr>
            <a:xfrm>
              <a:off x="7063441" y="1401065"/>
              <a:ext cx="19934" cy="46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6" name="rc1406"/>
            <p:cNvSpPr/>
            <p:nvPr/>
          </p:nvSpPr>
          <p:spPr>
            <a:xfrm>
              <a:off x="7085591" y="278407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7" name="rc1407"/>
            <p:cNvSpPr/>
            <p:nvPr/>
          </p:nvSpPr>
          <p:spPr>
            <a:xfrm>
              <a:off x="7107741" y="1503293"/>
              <a:ext cx="19934" cy="154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8" name="rc1408"/>
            <p:cNvSpPr/>
            <p:nvPr/>
          </p:nvSpPr>
          <p:spPr>
            <a:xfrm>
              <a:off x="7129891" y="1400433"/>
              <a:ext cx="19934" cy="152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9" name="rc1409"/>
            <p:cNvSpPr/>
            <p:nvPr/>
          </p:nvSpPr>
          <p:spPr>
            <a:xfrm>
              <a:off x="7152040" y="140050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0" name="rc1410"/>
            <p:cNvSpPr/>
            <p:nvPr/>
          </p:nvSpPr>
          <p:spPr>
            <a:xfrm>
              <a:off x="7174190" y="1397395"/>
              <a:ext cx="19934" cy="15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1" name="rc1411"/>
            <p:cNvSpPr/>
            <p:nvPr/>
          </p:nvSpPr>
          <p:spPr>
            <a:xfrm>
              <a:off x="7196340" y="156853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2" name="rc1412"/>
            <p:cNvSpPr/>
            <p:nvPr/>
          </p:nvSpPr>
          <p:spPr>
            <a:xfrm>
              <a:off x="7218490" y="1395999"/>
              <a:ext cx="19934" cy="2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3" name="rc1413"/>
            <p:cNvSpPr/>
            <p:nvPr/>
          </p:nvSpPr>
          <p:spPr>
            <a:xfrm>
              <a:off x="7240640" y="2029756"/>
              <a:ext cx="19934" cy="55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4" name="rc1414"/>
            <p:cNvSpPr/>
            <p:nvPr/>
          </p:nvSpPr>
          <p:spPr>
            <a:xfrm>
              <a:off x="7262789" y="139977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5" name="rc1415"/>
            <p:cNvSpPr/>
            <p:nvPr/>
          </p:nvSpPr>
          <p:spPr>
            <a:xfrm>
              <a:off x="7284939" y="1398726"/>
              <a:ext cx="19934" cy="1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6" name="rc1416"/>
            <p:cNvSpPr/>
            <p:nvPr/>
          </p:nvSpPr>
          <p:spPr>
            <a:xfrm>
              <a:off x="7307089" y="1399005"/>
              <a:ext cx="19934" cy="1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7" name="rc1417"/>
            <p:cNvSpPr/>
            <p:nvPr/>
          </p:nvSpPr>
          <p:spPr>
            <a:xfrm>
              <a:off x="7329239" y="1406501"/>
              <a:ext cx="19934" cy="1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8" name="rc1418"/>
            <p:cNvSpPr/>
            <p:nvPr/>
          </p:nvSpPr>
          <p:spPr>
            <a:xfrm>
              <a:off x="7351389" y="1398759"/>
              <a:ext cx="19934" cy="4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9" name="rc1419"/>
            <p:cNvSpPr/>
            <p:nvPr/>
          </p:nvSpPr>
          <p:spPr>
            <a:xfrm>
              <a:off x="7373539" y="1396996"/>
              <a:ext cx="19934" cy="11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0" name="rc1420"/>
            <p:cNvSpPr/>
            <p:nvPr/>
          </p:nvSpPr>
          <p:spPr>
            <a:xfrm>
              <a:off x="5823051" y="139247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1" name="rc1421"/>
            <p:cNvSpPr/>
            <p:nvPr/>
          </p:nvSpPr>
          <p:spPr>
            <a:xfrm>
              <a:off x="5845201" y="139620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2" name="rc1422"/>
            <p:cNvSpPr/>
            <p:nvPr/>
          </p:nvSpPr>
          <p:spPr>
            <a:xfrm>
              <a:off x="5867351" y="1393026"/>
              <a:ext cx="19934" cy="8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3" name="rc1423"/>
            <p:cNvSpPr/>
            <p:nvPr/>
          </p:nvSpPr>
          <p:spPr>
            <a:xfrm>
              <a:off x="5889501" y="1403966"/>
              <a:ext cx="19934" cy="4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4" name="rc1424"/>
            <p:cNvSpPr/>
            <p:nvPr/>
          </p:nvSpPr>
          <p:spPr>
            <a:xfrm>
              <a:off x="5911651" y="146301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5" name="rc1425"/>
            <p:cNvSpPr/>
            <p:nvPr/>
          </p:nvSpPr>
          <p:spPr>
            <a:xfrm>
              <a:off x="5933800" y="1392531"/>
              <a:ext cx="19934" cy="16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6" name="rc1426"/>
            <p:cNvSpPr/>
            <p:nvPr/>
          </p:nvSpPr>
          <p:spPr>
            <a:xfrm>
              <a:off x="5955950" y="139330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7" name="rc1427"/>
            <p:cNvSpPr/>
            <p:nvPr/>
          </p:nvSpPr>
          <p:spPr>
            <a:xfrm>
              <a:off x="5978100" y="1392564"/>
              <a:ext cx="19934" cy="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8" name="rc1428"/>
            <p:cNvSpPr/>
            <p:nvPr/>
          </p:nvSpPr>
          <p:spPr>
            <a:xfrm>
              <a:off x="6000250" y="139254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9" name="rc1429"/>
            <p:cNvSpPr/>
            <p:nvPr/>
          </p:nvSpPr>
          <p:spPr>
            <a:xfrm>
              <a:off x="6022400" y="1468970"/>
              <a:ext cx="19934" cy="4916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0" name="rc1430"/>
            <p:cNvSpPr/>
            <p:nvPr/>
          </p:nvSpPr>
          <p:spPr>
            <a:xfrm>
              <a:off x="6044550" y="1395733"/>
              <a:ext cx="19934" cy="20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1" name="rc1431"/>
            <p:cNvSpPr/>
            <p:nvPr/>
          </p:nvSpPr>
          <p:spPr>
            <a:xfrm>
              <a:off x="6066699" y="1395954"/>
              <a:ext cx="19934" cy="18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2" name="rc1432"/>
            <p:cNvSpPr/>
            <p:nvPr/>
          </p:nvSpPr>
          <p:spPr>
            <a:xfrm>
              <a:off x="6088849" y="141365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3" name="rc1433"/>
            <p:cNvSpPr/>
            <p:nvPr/>
          </p:nvSpPr>
          <p:spPr>
            <a:xfrm>
              <a:off x="6110999" y="140688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4" name="rc1434"/>
            <p:cNvSpPr/>
            <p:nvPr/>
          </p:nvSpPr>
          <p:spPr>
            <a:xfrm>
              <a:off x="6133149" y="1392387"/>
              <a:ext cx="19934" cy="17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5" name="rc1435"/>
            <p:cNvSpPr/>
            <p:nvPr/>
          </p:nvSpPr>
          <p:spPr>
            <a:xfrm>
              <a:off x="6155299" y="1392747"/>
              <a:ext cx="19934" cy="502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6" name="rc1436"/>
            <p:cNvSpPr/>
            <p:nvPr/>
          </p:nvSpPr>
          <p:spPr>
            <a:xfrm>
              <a:off x="6177448" y="139532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7" name="rc1437"/>
            <p:cNvSpPr/>
            <p:nvPr/>
          </p:nvSpPr>
          <p:spPr>
            <a:xfrm>
              <a:off x="6199598" y="209691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8" name="rc1438"/>
            <p:cNvSpPr/>
            <p:nvPr/>
          </p:nvSpPr>
          <p:spPr>
            <a:xfrm>
              <a:off x="6221748" y="141590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9" name="rc1439"/>
            <p:cNvSpPr/>
            <p:nvPr/>
          </p:nvSpPr>
          <p:spPr>
            <a:xfrm>
              <a:off x="6243898" y="139670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0" name="rc1440"/>
            <p:cNvSpPr/>
            <p:nvPr/>
          </p:nvSpPr>
          <p:spPr>
            <a:xfrm>
              <a:off x="6266048" y="1394287"/>
              <a:ext cx="19934" cy="94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1" name="rc1441"/>
            <p:cNvSpPr/>
            <p:nvPr/>
          </p:nvSpPr>
          <p:spPr>
            <a:xfrm>
              <a:off x="6288198" y="153460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2" name="rc1442"/>
            <p:cNvSpPr/>
            <p:nvPr/>
          </p:nvSpPr>
          <p:spPr>
            <a:xfrm>
              <a:off x="6310347" y="1393760"/>
              <a:ext cx="19934" cy="8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3" name="rc1443"/>
            <p:cNvSpPr/>
            <p:nvPr/>
          </p:nvSpPr>
          <p:spPr>
            <a:xfrm>
              <a:off x="6332497" y="1393000"/>
              <a:ext cx="19934" cy="1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4" name="rc1444"/>
            <p:cNvSpPr/>
            <p:nvPr/>
          </p:nvSpPr>
          <p:spPr>
            <a:xfrm>
              <a:off x="6354647" y="1393383"/>
              <a:ext cx="19934" cy="13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5" name="rc1445"/>
            <p:cNvSpPr/>
            <p:nvPr/>
          </p:nvSpPr>
          <p:spPr>
            <a:xfrm>
              <a:off x="6376797" y="1393618"/>
              <a:ext cx="19934" cy="7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6" name="rc1446"/>
            <p:cNvSpPr/>
            <p:nvPr/>
          </p:nvSpPr>
          <p:spPr>
            <a:xfrm>
              <a:off x="6398947" y="139245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7" name="rc1447"/>
            <p:cNvSpPr/>
            <p:nvPr/>
          </p:nvSpPr>
          <p:spPr>
            <a:xfrm>
              <a:off x="6421096" y="1394455"/>
              <a:ext cx="19934" cy="28048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8" name="rc1448"/>
            <p:cNvSpPr/>
            <p:nvPr/>
          </p:nvSpPr>
          <p:spPr>
            <a:xfrm>
              <a:off x="6443246" y="1399662"/>
              <a:ext cx="19934" cy="2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9" name="rc1449"/>
            <p:cNvSpPr/>
            <p:nvPr/>
          </p:nvSpPr>
          <p:spPr>
            <a:xfrm>
              <a:off x="6465396" y="139412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0" name="rc1450"/>
            <p:cNvSpPr/>
            <p:nvPr/>
          </p:nvSpPr>
          <p:spPr>
            <a:xfrm>
              <a:off x="6487546" y="139530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1" name="rc1451"/>
            <p:cNvSpPr/>
            <p:nvPr/>
          </p:nvSpPr>
          <p:spPr>
            <a:xfrm>
              <a:off x="6509696" y="171489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2" name="rc1452"/>
            <p:cNvSpPr/>
            <p:nvPr/>
          </p:nvSpPr>
          <p:spPr>
            <a:xfrm>
              <a:off x="6531845" y="143213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3" name="rc1453"/>
            <p:cNvSpPr/>
            <p:nvPr/>
          </p:nvSpPr>
          <p:spPr>
            <a:xfrm>
              <a:off x="6553995" y="1481014"/>
              <a:ext cx="19934" cy="23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4" name="rc1454"/>
            <p:cNvSpPr/>
            <p:nvPr/>
          </p:nvSpPr>
          <p:spPr>
            <a:xfrm>
              <a:off x="6576145" y="165096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5" name="rc1455"/>
            <p:cNvSpPr/>
            <p:nvPr/>
          </p:nvSpPr>
          <p:spPr>
            <a:xfrm>
              <a:off x="6598295" y="139349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6" name="rc1456"/>
            <p:cNvSpPr/>
            <p:nvPr/>
          </p:nvSpPr>
          <p:spPr>
            <a:xfrm>
              <a:off x="6620445" y="139487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7" name="rc1457"/>
            <p:cNvSpPr/>
            <p:nvPr/>
          </p:nvSpPr>
          <p:spPr>
            <a:xfrm>
              <a:off x="6642595" y="1397703"/>
              <a:ext cx="19934" cy="1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8" name="rc1458"/>
            <p:cNvSpPr/>
            <p:nvPr/>
          </p:nvSpPr>
          <p:spPr>
            <a:xfrm>
              <a:off x="6664744" y="139236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9" name="rc1459"/>
            <p:cNvSpPr/>
            <p:nvPr/>
          </p:nvSpPr>
          <p:spPr>
            <a:xfrm>
              <a:off x="6686894" y="147222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0" name="rc1460"/>
            <p:cNvSpPr/>
            <p:nvPr/>
          </p:nvSpPr>
          <p:spPr>
            <a:xfrm>
              <a:off x="6709044" y="139661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6731194" y="1395935"/>
              <a:ext cx="19934" cy="14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6753344" y="1399852"/>
              <a:ext cx="19934" cy="67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6775493" y="1398683"/>
              <a:ext cx="19934" cy="14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6797643" y="1400814"/>
              <a:ext cx="19934" cy="23935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6819793" y="1396943"/>
              <a:ext cx="19934" cy="10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6841943" y="150147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6864093" y="1593693"/>
              <a:ext cx="19934" cy="43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6886243" y="1399877"/>
              <a:ext cx="19934" cy="1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6908392" y="1396378"/>
              <a:ext cx="19934" cy="7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6930542" y="1405583"/>
              <a:ext cx="19934" cy="41022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6952692" y="1439163"/>
              <a:ext cx="19934" cy="19290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6974842" y="209905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6996992" y="14010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7019141" y="1564523"/>
              <a:ext cx="19934" cy="10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7041291" y="139710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7063441" y="140152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7085591" y="2784077"/>
              <a:ext cx="19934" cy="1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8" name="rc1478"/>
            <p:cNvSpPr/>
            <p:nvPr/>
          </p:nvSpPr>
          <p:spPr>
            <a:xfrm>
              <a:off x="7107741" y="1504842"/>
              <a:ext cx="19934" cy="6029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9" name="rc1479"/>
            <p:cNvSpPr/>
            <p:nvPr/>
          </p:nvSpPr>
          <p:spPr>
            <a:xfrm>
              <a:off x="7129891" y="140195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0" name="rc1480"/>
            <p:cNvSpPr/>
            <p:nvPr/>
          </p:nvSpPr>
          <p:spPr>
            <a:xfrm>
              <a:off x="7152040" y="140050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7174190" y="1398926"/>
              <a:ext cx="19934" cy="1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2" name="rc1482"/>
            <p:cNvSpPr/>
            <p:nvPr/>
          </p:nvSpPr>
          <p:spPr>
            <a:xfrm>
              <a:off x="7196340" y="1568535"/>
              <a:ext cx="19934" cy="24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3" name="rc1483"/>
            <p:cNvSpPr/>
            <p:nvPr/>
          </p:nvSpPr>
          <p:spPr>
            <a:xfrm>
              <a:off x="7218490" y="139628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4" name="rc1484"/>
            <p:cNvSpPr/>
            <p:nvPr/>
          </p:nvSpPr>
          <p:spPr>
            <a:xfrm>
              <a:off x="7240640" y="2030310"/>
              <a:ext cx="19934" cy="2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7262789" y="139977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7284939" y="1398892"/>
              <a:ext cx="19934" cy="9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7307089" y="1399114"/>
              <a:ext cx="19934" cy="10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7329239" y="140662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7351389" y="139925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7373539" y="1398170"/>
              <a:ext cx="19934" cy="19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5823051" y="1392470"/>
              <a:ext cx="19934" cy="1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5845201" y="139620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5867351" y="13931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5889501" y="1404011"/>
              <a:ext cx="19934" cy="225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5911651" y="1463014"/>
              <a:ext cx="19934" cy="4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5933800" y="1392695"/>
              <a:ext cx="19934" cy="14375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5955950" y="139330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5978100" y="1392663"/>
              <a:ext cx="19934" cy="19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6000250" y="1392549"/>
              <a:ext cx="19934" cy="8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6022400" y="151814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6044550" y="1395943"/>
              <a:ext cx="19934" cy="9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6066699" y="139614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6088849" y="1413651"/>
              <a:ext cx="19934" cy="578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6110999" y="1406880"/>
              <a:ext cx="19934" cy="2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6133149" y="139256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6155299" y="144304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6177448" y="1395329"/>
              <a:ext cx="19934" cy="333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6199598" y="2096914"/>
              <a:ext cx="19934" cy="2733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6221748" y="141590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6243898" y="139670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6266048" y="1395237"/>
              <a:ext cx="19934" cy="18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6288198" y="153460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6310347" y="139384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6332497" y="139317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6354647" y="139352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6376797" y="1393688"/>
              <a:ext cx="19934" cy="10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6398947" y="139245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6421096" y="1674941"/>
              <a:ext cx="19934" cy="1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6443246" y="1399897"/>
              <a:ext cx="19934" cy="44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6465396" y="1394127"/>
              <a:ext cx="19934" cy="1288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6487546" y="1395307"/>
              <a:ext cx="19934" cy="2247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6509696" y="1714890"/>
              <a:ext cx="19934" cy="337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6531845" y="1432131"/>
              <a:ext cx="19934" cy="160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6553995" y="1481252"/>
              <a:ext cx="19934" cy="28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6576145" y="1650967"/>
              <a:ext cx="19934" cy="1274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6598295" y="1393493"/>
              <a:ext cx="19934" cy="716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6620445" y="1394874"/>
              <a:ext cx="19934" cy="55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6642595" y="1397888"/>
              <a:ext cx="19934" cy="1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6664744" y="139236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6686894" y="1472227"/>
              <a:ext cx="19934" cy="26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6709044" y="1396619"/>
              <a:ext cx="19934" cy="1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6731194" y="139608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6753344" y="1400525"/>
              <a:ext cx="19934" cy="2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6775493" y="1398827"/>
              <a:ext cx="19934" cy="4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6797643" y="1640164"/>
              <a:ext cx="19934" cy="1098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6819793" y="1397044"/>
              <a:ext cx="19934" cy="1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6841943" y="1501478"/>
              <a:ext cx="19934" cy="473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6864093" y="1594126"/>
              <a:ext cx="19934" cy="83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6886243" y="140005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6908392" y="1396456"/>
              <a:ext cx="19934" cy="36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6930542" y="1815804"/>
              <a:ext cx="19934" cy="79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6952692" y="1632068"/>
              <a:ext cx="19934" cy="452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6974842" y="209905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6996992" y="140104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7019141" y="1564628"/>
              <a:ext cx="19934" cy="963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7041291" y="13971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7063441" y="1401529"/>
              <a:ext cx="19934" cy="1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7085591" y="2784187"/>
              <a:ext cx="19934" cy="1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7107741" y="1565137"/>
              <a:ext cx="19934" cy="31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7129891" y="140195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7152040" y="1400505"/>
              <a:ext cx="19934" cy="23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7174190" y="1399077"/>
              <a:ext cx="19934" cy="4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7196340" y="156877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7218490" y="1396289"/>
              <a:ext cx="19934" cy="30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7240640" y="2030545"/>
              <a:ext cx="19934" cy="10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7262789" y="1399775"/>
              <a:ext cx="19934" cy="4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7284939" y="1398988"/>
              <a:ext cx="19934" cy="1089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7307089" y="1399224"/>
              <a:ext cx="19934" cy="3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7329239" y="1406621"/>
              <a:ext cx="19934" cy="10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7351389" y="139925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7373539" y="1398366"/>
              <a:ext cx="19934" cy="86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5823051" y="139265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5845201" y="1396209"/>
              <a:ext cx="19934" cy="2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5867351" y="1393106"/>
              <a:ext cx="19934" cy="1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5889501" y="142654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5911651" y="1463508"/>
              <a:ext cx="19934" cy="6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5933800" y="1536451"/>
              <a:ext cx="19934" cy="1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5955950" y="1393300"/>
              <a:ext cx="19934" cy="10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5978100" y="1392863"/>
              <a:ext cx="19934" cy="2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6000250" y="139336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6022400" y="1518140"/>
              <a:ext cx="19934" cy="3600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6044550" y="1396857"/>
              <a:ext cx="19934" cy="1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6066699" y="1396142"/>
              <a:ext cx="19934" cy="6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6088849" y="1471540"/>
              <a:ext cx="19934" cy="2460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6110999" y="1407120"/>
              <a:ext cx="19934" cy="24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6133149" y="139256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6155299" y="1443045"/>
              <a:ext cx="19934" cy="1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6177448" y="1428675"/>
              <a:ext cx="19934" cy="9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6199598" y="2370294"/>
              <a:ext cx="19934" cy="102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6221748" y="1415907"/>
              <a:ext cx="19934" cy="12146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6243898" y="1396708"/>
              <a:ext cx="19934" cy="15209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6266048" y="1395421"/>
              <a:ext cx="19934" cy="150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rc1583"/>
            <p:cNvSpPr/>
            <p:nvPr/>
          </p:nvSpPr>
          <p:spPr>
            <a:xfrm>
              <a:off x="6288198" y="1534602"/>
              <a:ext cx="19934" cy="4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4" name="rc1584"/>
            <p:cNvSpPr/>
            <p:nvPr/>
          </p:nvSpPr>
          <p:spPr>
            <a:xfrm>
              <a:off x="6310347" y="1393847"/>
              <a:ext cx="19934" cy="7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5" name="rc1585"/>
            <p:cNvSpPr/>
            <p:nvPr/>
          </p:nvSpPr>
          <p:spPr>
            <a:xfrm>
              <a:off x="6332497" y="139317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6" name="rc1586"/>
            <p:cNvSpPr/>
            <p:nvPr/>
          </p:nvSpPr>
          <p:spPr>
            <a:xfrm>
              <a:off x="6354647" y="139352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7" name="rc1587"/>
            <p:cNvSpPr/>
            <p:nvPr/>
          </p:nvSpPr>
          <p:spPr>
            <a:xfrm>
              <a:off x="6376797" y="139473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8" name="rc1588"/>
            <p:cNvSpPr/>
            <p:nvPr/>
          </p:nvSpPr>
          <p:spPr>
            <a:xfrm>
              <a:off x="6398947" y="139245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9" name="rc1589"/>
            <p:cNvSpPr/>
            <p:nvPr/>
          </p:nvSpPr>
          <p:spPr>
            <a:xfrm>
              <a:off x="6421096" y="167510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0" name="rc1590"/>
            <p:cNvSpPr/>
            <p:nvPr/>
          </p:nvSpPr>
          <p:spPr>
            <a:xfrm>
              <a:off x="6443246" y="1404359"/>
              <a:ext cx="19934" cy="3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1" name="rc1591"/>
            <p:cNvSpPr/>
            <p:nvPr/>
          </p:nvSpPr>
          <p:spPr>
            <a:xfrm>
              <a:off x="6465396" y="140701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2" name="rc1592"/>
            <p:cNvSpPr/>
            <p:nvPr/>
          </p:nvSpPr>
          <p:spPr>
            <a:xfrm>
              <a:off x="6487546" y="1620030"/>
              <a:ext cx="19934" cy="54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3" name="rc1593"/>
            <p:cNvSpPr/>
            <p:nvPr/>
          </p:nvSpPr>
          <p:spPr>
            <a:xfrm>
              <a:off x="6509696" y="1748670"/>
              <a:ext cx="19934" cy="1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4" name="rc1594"/>
            <p:cNvSpPr/>
            <p:nvPr/>
          </p:nvSpPr>
          <p:spPr>
            <a:xfrm>
              <a:off x="6531845" y="1448212"/>
              <a:ext cx="19934" cy="1058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5" name="rc1595"/>
            <p:cNvSpPr/>
            <p:nvPr/>
          </p:nvSpPr>
          <p:spPr>
            <a:xfrm>
              <a:off x="6553995" y="1481538"/>
              <a:ext cx="19934" cy="1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6" name="rc1596"/>
            <p:cNvSpPr/>
            <p:nvPr/>
          </p:nvSpPr>
          <p:spPr>
            <a:xfrm>
              <a:off x="6576145" y="1663714"/>
              <a:ext cx="19934" cy="4201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7" name="rc1597"/>
            <p:cNvSpPr/>
            <p:nvPr/>
          </p:nvSpPr>
          <p:spPr>
            <a:xfrm>
              <a:off x="6598295" y="1465157"/>
              <a:ext cx="19934" cy="15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8" name="rc1598"/>
            <p:cNvSpPr/>
            <p:nvPr/>
          </p:nvSpPr>
          <p:spPr>
            <a:xfrm>
              <a:off x="6620445" y="1400399"/>
              <a:ext cx="19934" cy="4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9" name="rc1599"/>
            <p:cNvSpPr/>
            <p:nvPr/>
          </p:nvSpPr>
          <p:spPr>
            <a:xfrm>
              <a:off x="6642595" y="139804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0" name="rc1600"/>
            <p:cNvSpPr/>
            <p:nvPr/>
          </p:nvSpPr>
          <p:spPr>
            <a:xfrm>
              <a:off x="6664744" y="139236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1" name="rc1601"/>
            <p:cNvSpPr/>
            <p:nvPr/>
          </p:nvSpPr>
          <p:spPr>
            <a:xfrm>
              <a:off x="6686894" y="1474878"/>
              <a:ext cx="19934" cy="1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2" name="rc1602"/>
            <p:cNvSpPr/>
            <p:nvPr/>
          </p:nvSpPr>
          <p:spPr>
            <a:xfrm>
              <a:off x="6709044" y="1396738"/>
              <a:ext cx="19934" cy="1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3" name="rc1603"/>
            <p:cNvSpPr/>
            <p:nvPr/>
          </p:nvSpPr>
          <p:spPr>
            <a:xfrm>
              <a:off x="6731194" y="139608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4" name="rc1604"/>
            <p:cNvSpPr/>
            <p:nvPr/>
          </p:nvSpPr>
          <p:spPr>
            <a:xfrm>
              <a:off x="6753344" y="140082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5" name="rc1605"/>
            <p:cNvSpPr/>
            <p:nvPr/>
          </p:nvSpPr>
          <p:spPr>
            <a:xfrm>
              <a:off x="6775493" y="139932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6" name="rc1606"/>
            <p:cNvSpPr/>
            <p:nvPr/>
          </p:nvSpPr>
          <p:spPr>
            <a:xfrm>
              <a:off x="6797643" y="175000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7" name="rc1607"/>
            <p:cNvSpPr/>
            <p:nvPr/>
          </p:nvSpPr>
          <p:spPr>
            <a:xfrm>
              <a:off x="6819793" y="1397233"/>
              <a:ext cx="19934" cy="1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8" name="rc1608"/>
            <p:cNvSpPr/>
            <p:nvPr/>
          </p:nvSpPr>
          <p:spPr>
            <a:xfrm>
              <a:off x="6841943" y="1548873"/>
              <a:ext cx="19934" cy="85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9" name="rc1609"/>
            <p:cNvSpPr/>
            <p:nvPr/>
          </p:nvSpPr>
          <p:spPr>
            <a:xfrm>
              <a:off x="6864093" y="1594962"/>
              <a:ext cx="19934" cy="5223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0" name="rc1610"/>
            <p:cNvSpPr/>
            <p:nvPr/>
          </p:nvSpPr>
          <p:spPr>
            <a:xfrm>
              <a:off x="6886243" y="1400054"/>
              <a:ext cx="19934" cy="2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1" name="rc1611"/>
            <p:cNvSpPr/>
            <p:nvPr/>
          </p:nvSpPr>
          <p:spPr>
            <a:xfrm>
              <a:off x="6908392" y="1396818"/>
              <a:ext cx="19934" cy="3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2" name="rc1612"/>
            <p:cNvSpPr/>
            <p:nvPr/>
          </p:nvSpPr>
          <p:spPr>
            <a:xfrm>
              <a:off x="6930542" y="1823718"/>
              <a:ext cx="19934" cy="21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3" name="rc1613"/>
            <p:cNvSpPr/>
            <p:nvPr/>
          </p:nvSpPr>
          <p:spPr>
            <a:xfrm>
              <a:off x="6952692" y="1677348"/>
              <a:ext cx="19934" cy="91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4" name="rc1614"/>
            <p:cNvSpPr/>
            <p:nvPr/>
          </p:nvSpPr>
          <p:spPr>
            <a:xfrm>
              <a:off x="6974842" y="2099059"/>
              <a:ext cx="19934" cy="3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5" name="rc1615"/>
            <p:cNvSpPr/>
            <p:nvPr/>
          </p:nvSpPr>
          <p:spPr>
            <a:xfrm>
              <a:off x="6996992" y="1401041"/>
              <a:ext cx="19934" cy="74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6" name="rc1616"/>
            <p:cNvSpPr/>
            <p:nvPr/>
          </p:nvSpPr>
          <p:spPr>
            <a:xfrm>
              <a:off x="7019141" y="1574261"/>
              <a:ext cx="19934" cy="80559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7" name="rc1617"/>
            <p:cNvSpPr/>
            <p:nvPr/>
          </p:nvSpPr>
          <p:spPr>
            <a:xfrm>
              <a:off x="7041291" y="1397106"/>
              <a:ext cx="19934" cy="55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8" name="rc1618"/>
            <p:cNvSpPr/>
            <p:nvPr/>
          </p:nvSpPr>
          <p:spPr>
            <a:xfrm>
              <a:off x="7063441" y="1401711"/>
              <a:ext cx="19934" cy="3100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9" name="rc1619"/>
            <p:cNvSpPr/>
            <p:nvPr/>
          </p:nvSpPr>
          <p:spPr>
            <a:xfrm>
              <a:off x="7085591" y="2784297"/>
              <a:ext cx="19934" cy="4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0" name="rc1620"/>
            <p:cNvSpPr/>
            <p:nvPr/>
          </p:nvSpPr>
          <p:spPr>
            <a:xfrm>
              <a:off x="7107741" y="1568255"/>
              <a:ext cx="19934" cy="1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1" name="rc1621"/>
            <p:cNvSpPr/>
            <p:nvPr/>
          </p:nvSpPr>
          <p:spPr>
            <a:xfrm>
              <a:off x="7129891" y="1401956"/>
              <a:ext cx="19934" cy="45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2" name="rc1622"/>
            <p:cNvSpPr/>
            <p:nvPr/>
          </p:nvSpPr>
          <p:spPr>
            <a:xfrm>
              <a:off x="7152040" y="1402885"/>
              <a:ext cx="19934" cy="3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3" name="rc1623"/>
            <p:cNvSpPr/>
            <p:nvPr/>
          </p:nvSpPr>
          <p:spPr>
            <a:xfrm>
              <a:off x="7174190" y="1399481"/>
              <a:ext cx="19934" cy="3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4" name="rc1624"/>
            <p:cNvSpPr/>
            <p:nvPr/>
          </p:nvSpPr>
          <p:spPr>
            <a:xfrm>
              <a:off x="7196340" y="1568779"/>
              <a:ext cx="19934" cy="5295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5" name="rc1625"/>
            <p:cNvSpPr/>
            <p:nvPr/>
          </p:nvSpPr>
          <p:spPr>
            <a:xfrm>
              <a:off x="7218490" y="1396596"/>
              <a:ext cx="19934" cy="40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6" name="rc1626"/>
            <p:cNvSpPr/>
            <p:nvPr/>
          </p:nvSpPr>
          <p:spPr>
            <a:xfrm>
              <a:off x="7240640" y="2031590"/>
              <a:ext cx="19934" cy="5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7" name="rc1627"/>
            <p:cNvSpPr/>
            <p:nvPr/>
          </p:nvSpPr>
          <p:spPr>
            <a:xfrm>
              <a:off x="7262789" y="140023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8" name="rc1628"/>
            <p:cNvSpPr/>
            <p:nvPr/>
          </p:nvSpPr>
          <p:spPr>
            <a:xfrm>
              <a:off x="7284939" y="1507888"/>
              <a:ext cx="19934" cy="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9" name="rc1629"/>
            <p:cNvSpPr/>
            <p:nvPr/>
          </p:nvSpPr>
          <p:spPr>
            <a:xfrm>
              <a:off x="7307089" y="1399552"/>
              <a:ext cx="19934" cy="18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0" name="rc1630"/>
            <p:cNvSpPr/>
            <p:nvPr/>
          </p:nvSpPr>
          <p:spPr>
            <a:xfrm>
              <a:off x="7329239" y="1406726"/>
              <a:ext cx="19934" cy="1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1" name="rc1631"/>
            <p:cNvSpPr/>
            <p:nvPr/>
          </p:nvSpPr>
          <p:spPr>
            <a:xfrm>
              <a:off x="7351389" y="1399251"/>
              <a:ext cx="19934" cy="2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2" name="rc1632"/>
            <p:cNvSpPr/>
            <p:nvPr/>
          </p:nvSpPr>
          <p:spPr>
            <a:xfrm>
              <a:off x="7373539" y="1399229"/>
              <a:ext cx="19934" cy="12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3" name="rc1633"/>
            <p:cNvSpPr/>
            <p:nvPr/>
          </p:nvSpPr>
          <p:spPr>
            <a:xfrm>
              <a:off x="5823051" y="1392650"/>
              <a:ext cx="19934" cy="4269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4" name="rc1634"/>
            <p:cNvSpPr/>
            <p:nvPr/>
          </p:nvSpPr>
          <p:spPr>
            <a:xfrm>
              <a:off x="5845201" y="1396427"/>
              <a:ext cx="19934" cy="4372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5" name="rc1635"/>
            <p:cNvSpPr/>
            <p:nvPr/>
          </p:nvSpPr>
          <p:spPr>
            <a:xfrm>
              <a:off x="5867351" y="1393206"/>
              <a:ext cx="19934" cy="13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6" name="rc1636"/>
            <p:cNvSpPr/>
            <p:nvPr/>
          </p:nvSpPr>
          <p:spPr>
            <a:xfrm>
              <a:off x="5889501" y="1426544"/>
              <a:ext cx="19934" cy="2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5911651" y="1463570"/>
              <a:ext cx="19934" cy="4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8" name="rc1638"/>
            <p:cNvSpPr/>
            <p:nvPr/>
          </p:nvSpPr>
          <p:spPr>
            <a:xfrm>
              <a:off x="5933800" y="1536553"/>
              <a:ext cx="19934" cy="5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5955950" y="1394355"/>
              <a:ext cx="19934" cy="18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0" name="rc1640"/>
            <p:cNvSpPr/>
            <p:nvPr/>
          </p:nvSpPr>
          <p:spPr>
            <a:xfrm>
              <a:off x="5978100" y="1393122"/>
              <a:ext cx="19934" cy="8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1" name="rc1641"/>
            <p:cNvSpPr/>
            <p:nvPr/>
          </p:nvSpPr>
          <p:spPr>
            <a:xfrm>
              <a:off x="6000250" y="1393365"/>
              <a:ext cx="19934" cy="8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6022400" y="1878178"/>
              <a:ext cx="19934" cy="698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3" name="rc1643"/>
            <p:cNvSpPr/>
            <p:nvPr/>
          </p:nvSpPr>
          <p:spPr>
            <a:xfrm>
              <a:off x="6044550" y="1396991"/>
              <a:ext cx="19934" cy="10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4" name="rc1644"/>
            <p:cNvSpPr/>
            <p:nvPr/>
          </p:nvSpPr>
          <p:spPr>
            <a:xfrm>
              <a:off x="6066699" y="1396820"/>
              <a:ext cx="19934" cy="48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6088849" y="1717561"/>
              <a:ext cx="19934" cy="7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6" name="rc1646"/>
            <p:cNvSpPr/>
            <p:nvPr/>
          </p:nvSpPr>
          <p:spPr>
            <a:xfrm>
              <a:off x="6110999" y="1407361"/>
              <a:ext cx="19934" cy="730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7" name="rc1647"/>
            <p:cNvSpPr/>
            <p:nvPr/>
          </p:nvSpPr>
          <p:spPr>
            <a:xfrm>
              <a:off x="6133149" y="1392562"/>
              <a:ext cx="19934" cy="2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6155299" y="1443199"/>
              <a:ext cx="19934" cy="13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9" name="rc1649"/>
            <p:cNvSpPr/>
            <p:nvPr/>
          </p:nvSpPr>
          <p:spPr>
            <a:xfrm>
              <a:off x="6177448" y="1429588"/>
              <a:ext cx="19934" cy="8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0" name="rc1650"/>
            <p:cNvSpPr/>
            <p:nvPr/>
          </p:nvSpPr>
          <p:spPr>
            <a:xfrm>
              <a:off x="6199598" y="2380527"/>
              <a:ext cx="19934" cy="102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1" name="rc1651"/>
            <p:cNvSpPr/>
            <p:nvPr/>
          </p:nvSpPr>
          <p:spPr>
            <a:xfrm>
              <a:off x="6221748" y="2630580"/>
              <a:ext cx="19934" cy="26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2" name="rc1652"/>
            <p:cNvSpPr/>
            <p:nvPr/>
          </p:nvSpPr>
          <p:spPr>
            <a:xfrm>
              <a:off x="6243898" y="2917660"/>
              <a:ext cx="19934" cy="60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6266048" y="1410496"/>
              <a:ext cx="19934" cy="5538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4" name="rc1654"/>
            <p:cNvSpPr/>
            <p:nvPr/>
          </p:nvSpPr>
          <p:spPr>
            <a:xfrm>
              <a:off x="6288198" y="1535044"/>
              <a:ext cx="19934" cy="61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5" name="rc1655"/>
            <p:cNvSpPr/>
            <p:nvPr/>
          </p:nvSpPr>
          <p:spPr>
            <a:xfrm>
              <a:off x="6310347" y="1394562"/>
              <a:ext cx="19934" cy="4451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6" name="rc1656"/>
            <p:cNvSpPr/>
            <p:nvPr/>
          </p:nvSpPr>
          <p:spPr>
            <a:xfrm>
              <a:off x="6332497" y="1393173"/>
              <a:ext cx="19934" cy="23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7" name="rc1657"/>
            <p:cNvSpPr/>
            <p:nvPr/>
          </p:nvSpPr>
          <p:spPr>
            <a:xfrm>
              <a:off x="6354647" y="1393523"/>
              <a:ext cx="19934" cy="16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6376797" y="1394739"/>
              <a:ext cx="19934" cy="8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9" name="rc1659"/>
            <p:cNvSpPr/>
            <p:nvPr/>
          </p:nvSpPr>
          <p:spPr>
            <a:xfrm>
              <a:off x="6398947" y="1392459"/>
              <a:ext cx="19934" cy="10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0" name="rc1660"/>
            <p:cNvSpPr/>
            <p:nvPr/>
          </p:nvSpPr>
          <p:spPr>
            <a:xfrm>
              <a:off x="6421096" y="1675102"/>
              <a:ext cx="19934" cy="13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1" name="rc1661"/>
            <p:cNvSpPr/>
            <p:nvPr/>
          </p:nvSpPr>
          <p:spPr>
            <a:xfrm>
              <a:off x="6443246" y="1404672"/>
              <a:ext cx="19934" cy="4314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2" name="rc1662"/>
            <p:cNvSpPr/>
            <p:nvPr/>
          </p:nvSpPr>
          <p:spPr>
            <a:xfrm>
              <a:off x="6465396" y="1407016"/>
              <a:ext cx="19934" cy="15703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3" name="rc1663"/>
            <p:cNvSpPr/>
            <p:nvPr/>
          </p:nvSpPr>
          <p:spPr>
            <a:xfrm>
              <a:off x="6487546" y="1620576"/>
              <a:ext cx="19934" cy="8478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4" name="rc1664"/>
            <p:cNvSpPr/>
            <p:nvPr/>
          </p:nvSpPr>
          <p:spPr>
            <a:xfrm>
              <a:off x="6509696" y="1748849"/>
              <a:ext cx="19934" cy="1834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5" name="rc1665"/>
            <p:cNvSpPr/>
            <p:nvPr/>
          </p:nvSpPr>
          <p:spPr>
            <a:xfrm>
              <a:off x="6531845" y="1554075"/>
              <a:ext cx="19934" cy="6035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6" name="rc1666"/>
            <p:cNvSpPr/>
            <p:nvPr/>
          </p:nvSpPr>
          <p:spPr>
            <a:xfrm>
              <a:off x="6553995" y="1481680"/>
              <a:ext cx="19934" cy="10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7" name="rc1667"/>
            <p:cNvSpPr/>
            <p:nvPr/>
          </p:nvSpPr>
          <p:spPr>
            <a:xfrm>
              <a:off x="6576145" y="1705732"/>
              <a:ext cx="19934" cy="748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8" name="rc1668"/>
            <p:cNvSpPr/>
            <p:nvPr/>
          </p:nvSpPr>
          <p:spPr>
            <a:xfrm>
              <a:off x="6598295" y="1466749"/>
              <a:ext cx="19934" cy="2339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9" name="rc1669"/>
            <p:cNvSpPr/>
            <p:nvPr/>
          </p:nvSpPr>
          <p:spPr>
            <a:xfrm>
              <a:off x="6620445" y="1400859"/>
              <a:ext cx="19934" cy="2315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0" name="rc1670"/>
            <p:cNvSpPr/>
            <p:nvPr/>
          </p:nvSpPr>
          <p:spPr>
            <a:xfrm>
              <a:off x="6642595" y="1398046"/>
              <a:ext cx="19934" cy="2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1" name="rc1671"/>
            <p:cNvSpPr/>
            <p:nvPr/>
          </p:nvSpPr>
          <p:spPr>
            <a:xfrm>
              <a:off x="6664744" y="1392369"/>
              <a:ext cx="19934" cy="6834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2" name="rc1672"/>
            <p:cNvSpPr/>
            <p:nvPr/>
          </p:nvSpPr>
          <p:spPr>
            <a:xfrm>
              <a:off x="6686894" y="1475008"/>
              <a:ext cx="19934" cy="6731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3" name="rc1673"/>
            <p:cNvSpPr/>
            <p:nvPr/>
          </p:nvSpPr>
          <p:spPr>
            <a:xfrm>
              <a:off x="6709044" y="1396873"/>
              <a:ext cx="19934" cy="4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4" name="rc1674"/>
            <p:cNvSpPr/>
            <p:nvPr/>
          </p:nvSpPr>
          <p:spPr>
            <a:xfrm>
              <a:off x="6731194" y="1396083"/>
              <a:ext cx="19934" cy="2574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5" name="rc1675"/>
            <p:cNvSpPr/>
            <p:nvPr/>
          </p:nvSpPr>
          <p:spPr>
            <a:xfrm>
              <a:off x="6753344" y="1400821"/>
              <a:ext cx="19934" cy="3174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6" name="rc1676"/>
            <p:cNvSpPr/>
            <p:nvPr/>
          </p:nvSpPr>
          <p:spPr>
            <a:xfrm>
              <a:off x="6775493" y="1399322"/>
              <a:ext cx="19934" cy="13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7" name="rc1677"/>
            <p:cNvSpPr/>
            <p:nvPr/>
          </p:nvSpPr>
          <p:spPr>
            <a:xfrm>
              <a:off x="6797643" y="1750006"/>
              <a:ext cx="19934" cy="663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8" name="rc1678"/>
            <p:cNvSpPr/>
            <p:nvPr/>
          </p:nvSpPr>
          <p:spPr>
            <a:xfrm>
              <a:off x="6819793" y="1397334"/>
              <a:ext cx="19934" cy="12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9" name="rc1679"/>
            <p:cNvSpPr/>
            <p:nvPr/>
          </p:nvSpPr>
          <p:spPr>
            <a:xfrm>
              <a:off x="6841943" y="1557410"/>
              <a:ext cx="19934" cy="1206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0" name="rc1680"/>
            <p:cNvSpPr/>
            <p:nvPr/>
          </p:nvSpPr>
          <p:spPr>
            <a:xfrm>
              <a:off x="6864093" y="2117282"/>
              <a:ext cx="19934" cy="13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1" name="rc1681"/>
            <p:cNvSpPr/>
            <p:nvPr/>
          </p:nvSpPr>
          <p:spPr>
            <a:xfrm>
              <a:off x="6886243" y="1400331"/>
              <a:ext cx="19934" cy="3010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2" name="rc1682"/>
            <p:cNvSpPr/>
            <p:nvPr/>
          </p:nvSpPr>
          <p:spPr>
            <a:xfrm>
              <a:off x="6908392" y="1397163"/>
              <a:ext cx="19934" cy="114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3" name="rc1683"/>
            <p:cNvSpPr/>
            <p:nvPr/>
          </p:nvSpPr>
          <p:spPr>
            <a:xfrm>
              <a:off x="6930542" y="1823937"/>
              <a:ext cx="19934" cy="79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4" name="rc1684"/>
            <p:cNvSpPr/>
            <p:nvPr/>
          </p:nvSpPr>
          <p:spPr>
            <a:xfrm>
              <a:off x="6952692" y="1678258"/>
              <a:ext cx="19934" cy="2173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5" name="rc1685"/>
            <p:cNvSpPr/>
            <p:nvPr/>
          </p:nvSpPr>
          <p:spPr>
            <a:xfrm>
              <a:off x="6974842" y="2099372"/>
              <a:ext cx="19934" cy="6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6" name="rc1686"/>
            <p:cNvSpPr/>
            <p:nvPr/>
          </p:nvSpPr>
          <p:spPr>
            <a:xfrm>
              <a:off x="6996992" y="1401782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7" name="rc1687"/>
            <p:cNvSpPr/>
            <p:nvPr/>
          </p:nvSpPr>
          <p:spPr>
            <a:xfrm>
              <a:off x="7019141" y="2379856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8" name="rc1688"/>
            <p:cNvSpPr/>
            <p:nvPr/>
          </p:nvSpPr>
          <p:spPr>
            <a:xfrm>
              <a:off x="7041291" y="1397659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9" name="rc1689"/>
            <p:cNvSpPr/>
            <p:nvPr/>
          </p:nvSpPr>
          <p:spPr>
            <a:xfrm>
              <a:off x="7063441" y="1711759"/>
              <a:ext cx="19934" cy="54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0" name="rc1690"/>
            <p:cNvSpPr/>
            <p:nvPr/>
          </p:nvSpPr>
          <p:spPr>
            <a:xfrm>
              <a:off x="7085591" y="2784720"/>
              <a:ext cx="19934" cy="6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1" name="rc1691"/>
            <p:cNvSpPr/>
            <p:nvPr/>
          </p:nvSpPr>
          <p:spPr>
            <a:xfrm>
              <a:off x="7107741" y="1568357"/>
              <a:ext cx="19934" cy="42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2" name="rc1692"/>
            <p:cNvSpPr/>
            <p:nvPr/>
          </p:nvSpPr>
          <p:spPr>
            <a:xfrm>
              <a:off x="7129891" y="1406503"/>
              <a:ext cx="19934" cy="5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3" name="rc1693"/>
            <p:cNvSpPr/>
            <p:nvPr/>
          </p:nvSpPr>
          <p:spPr>
            <a:xfrm>
              <a:off x="7152040" y="1403194"/>
              <a:ext cx="19934" cy="7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4" name="rc1694"/>
            <p:cNvSpPr/>
            <p:nvPr/>
          </p:nvSpPr>
          <p:spPr>
            <a:xfrm>
              <a:off x="7174190" y="1399784"/>
              <a:ext cx="19934" cy="8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5" name="rc1695"/>
            <p:cNvSpPr/>
            <p:nvPr/>
          </p:nvSpPr>
          <p:spPr>
            <a:xfrm>
              <a:off x="7196340" y="2098323"/>
              <a:ext cx="19934" cy="4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6" name="rc1696"/>
            <p:cNvSpPr/>
            <p:nvPr/>
          </p:nvSpPr>
          <p:spPr>
            <a:xfrm>
              <a:off x="7218490" y="1397005"/>
              <a:ext cx="19934" cy="3269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7" name="rc1697"/>
            <p:cNvSpPr/>
            <p:nvPr/>
          </p:nvSpPr>
          <p:spPr>
            <a:xfrm>
              <a:off x="7240640" y="2032145"/>
              <a:ext cx="19934" cy="2467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8" name="rc1698"/>
            <p:cNvSpPr/>
            <p:nvPr/>
          </p:nvSpPr>
          <p:spPr>
            <a:xfrm>
              <a:off x="7262789" y="1400237"/>
              <a:ext cx="19934" cy="110077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9" name="rc1699"/>
            <p:cNvSpPr/>
            <p:nvPr/>
          </p:nvSpPr>
          <p:spPr>
            <a:xfrm>
              <a:off x="7284939" y="1507944"/>
              <a:ext cx="19934" cy="13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0" name="rc1700"/>
            <p:cNvSpPr/>
            <p:nvPr/>
          </p:nvSpPr>
          <p:spPr>
            <a:xfrm>
              <a:off x="7307089" y="1399740"/>
              <a:ext cx="19934" cy="21627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1" name="rc1701"/>
            <p:cNvSpPr/>
            <p:nvPr/>
          </p:nvSpPr>
          <p:spPr>
            <a:xfrm>
              <a:off x="7329239" y="1406876"/>
              <a:ext cx="19934" cy="70478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2" name="rc1702"/>
            <p:cNvSpPr/>
            <p:nvPr/>
          </p:nvSpPr>
          <p:spPr>
            <a:xfrm>
              <a:off x="7351389" y="1399473"/>
              <a:ext cx="19934" cy="3018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3" name="rc1703"/>
            <p:cNvSpPr/>
            <p:nvPr/>
          </p:nvSpPr>
          <p:spPr>
            <a:xfrm>
              <a:off x="7373539" y="1399356"/>
              <a:ext cx="19934" cy="14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4" name="rc1704"/>
            <p:cNvSpPr/>
            <p:nvPr/>
          </p:nvSpPr>
          <p:spPr>
            <a:xfrm>
              <a:off x="5823051" y="1819620"/>
              <a:ext cx="19934" cy="11719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5" name="rc1705"/>
            <p:cNvSpPr/>
            <p:nvPr/>
          </p:nvSpPr>
          <p:spPr>
            <a:xfrm>
              <a:off x="5845201" y="1833662"/>
              <a:ext cx="19934" cy="115795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6" name="rc1706"/>
            <p:cNvSpPr/>
            <p:nvPr/>
          </p:nvSpPr>
          <p:spPr>
            <a:xfrm>
              <a:off x="5867351" y="1394528"/>
              <a:ext cx="19934" cy="15970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7" name="rc1707"/>
            <p:cNvSpPr/>
            <p:nvPr/>
          </p:nvSpPr>
          <p:spPr>
            <a:xfrm>
              <a:off x="5889501" y="1426789"/>
              <a:ext cx="19934" cy="15648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8" name="rc1708"/>
            <p:cNvSpPr/>
            <p:nvPr/>
          </p:nvSpPr>
          <p:spPr>
            <a:xfrm>
              <a:off x="5911651" y="1464023"/>
              <a:ext cx="19934" cy="15275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9" name="rc1709"/>
            <p:cNvSpPr/>
            <p:nvPr/>
          </p:nvSpPr>
          <p:spPr>
            <a:xfrm>
              <a:off x="5933800" y="1537148"/>
              <a:ext cx="19934" cy="14544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0" name="rc1710"/>
            <p:cNvSpPr/>
            <p:nvPr/>
          </p:nvSpPr>
          <p:spPr>
            <a:xfrm>
              <a:off x="5955950" y="1396197"/>
              <a:ext cx="19934" cy="15954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1" name="rc1711"/>
            <p:cNvSpPr/>
            <p:nvPr/>
          </p:nvSpPr>
          <p:spPr>
            <a:xfrm>
              <a:off x="5978100" y="1394000"/>
              <a:ext cx="19934" cy="159761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2" name="rc1712"/>
            <p:cNvSpPr/>
            <p:nvPr/>
          </p:nvSpPr>
          <p:spPr>
            <a:xfrm>
              <a:off x="6000250" y="1394220"/>
              <a:ext cx="19934" cy="15973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3" name="rc1713"/>
            <p:cNvSpPr/>
            <p:nvPr/>
          </p:nvSpPr>
          <p:spPr>
            <a:xfrm>
              <a:off x="6022400" y="1948013"/>
              <a:ext cx="19934" cy="104359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4" name="rc1714"/>
            <p:cNvSpPr/>
            <p:nvPr/>
          </p:nvSpPr>
          <p:spPr>
            <a:xfrm>
              <a:off x="6044550" y="1398077"/>
              <a:ext cx="19934" cy="15935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5" name="rc1715"/>
            <p:cNvSpPr/>
            <p:nvPr/>
          </p:nvSpPr>
          <p:spPr>
            <a:xfrm>
              <a:off x="6066699" y="1401658"/>
              <a:ext cx="19934" cy="15899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6" name="rc1716"/>
            <p:cNvSpPr/>
            <p:nvPr/>
          </p:nvSpPr>
          <p:spPr>
            <a:xfrm>
              <a:off x="6088849" y="1718290"/>
              <a:ext cx="19934" cy="12733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7" name="rc1717"/>
            <p:cNvSpPr/>
            <p:nvPr/>
          </p:nvSpPr>
          <p:spPr>
            <a:xfrm>
              <a:off x="6110999" y="1480399"/>
              <a:ext cx="19934" cy="15112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8" name="rc1718"/>
            <p:cNvSpPr/>
            <p:nvPr/>
          </p:nvSpPr>
          <p:spPr>
            <a:xfrm>
              <a:off x="6133149" y="1392824"/>
              <a:ext cx="19934" cy="15987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9" name="rc1719"/>
            <p:cNvSpPr/>
            <p:nvPr/>
          </p:nvSpPr>
          <p:spPr>
            <a:xfrm>
              <a:off x="6155299" y="1444532"/>
              <a:ext cx="19934" cy="15470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0" name="rc1720"/>
            <p:cNvSpPr/>
            <p:nvPr/>
          </p:nvSpPr>
          <p:spPr>
            <a:xfrm>
              <a:off x="6177448" y="1430420"/>
              <a:ext cx="19934" cy="15611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1" name="rc1721"/>
            <p:cNvSpPr/>
            <p:nvPr/>
          </p:nvSpPr>
          <p:spPr>
            <a:xfrm>
              <a:off x="6199598" y="2390761"/>
              <a:ext cx="19934" cy="6008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2" name="rc1722"/>
            <p:cNvSpPr/>
            <p:nvPr/>
          </p:nvSpPr>
          <p:spPr>
            <a:xfrm>
              <a:off x="6221748" y="2633207"/>
              <a:ext cx="19934" cy="3584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3" name="rc1723"/>
            <p:cNvSpPr/>
            <p:nvPr/>
          </p:nvSpPr>
          <p:spPr>
            <a:xfrm>
              <a:off x="6243898" y="2923691"/>
              <a:ext cx="19934" cy="6792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4" name="rc1724"/>
            <p:cNvSpPr/>
            <p:nvPr/>
          </p:nvSpPr>
          <p:spPr>
            <a:xfrm>
              <a:off x="6266048" y="1964336"/>
              <a:ext cx="19934" cy="10272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5" name="rc1725"/>
            <p:cNvSpPr/>
            <p:nvPr/>
          </p:nvSpPr>
          <p:spPr>
            <a:xfrm>
              <a:off x="6288198" y="1541164"/>
              <a:ext cx="19934" cy="14504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6" name="rc1726"/>
            <p:cNvSpPr/>
            <p:nvPr/>
          </p:nvSpPr>
          <p:spPr>
            <a:xfrm>
              <a:off x="6310347" y="1839707"/>
              <a:ext cx="19934" cy="11519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7" name="rc1727"/>
            <p:cNvSpPr/>
            <p:nvPr/>
          </p:nvSpPr>
          <p:spPr>
            <a:xfrm>
              <a:off x="6332497" y="1395486"/>
              <a:ext cx="19934" cy="15961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8" name="rc1728"/>
            <p:cNvSpPr/>
            <p:nvPr/>
          </p:nvSpPr>
          <p:spPr>
            <a:xfrm>
              <a:off x="6354647" y="1395131"/>
              <a:ext cx="19934" cy="15964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9" name="rc1729"/>
            <p:cNvSpPr/>
            <p:nvPr/>
          </p:nvSpPr>
          <p:spPr>
            <a:xfrm>
              <a:off x="6376797" y="1395602"/>
              <a:ext cx="19934" cy="159601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0" name="rc1730"/>
            <p:cNvSpPr/>
            <p:nvPr/>
          </p:nvSpPr>
          <p:spPr>
            <a:xfrm>
              <a:off x="6398947" y="1393466"/>
              <a:ext cx="19934" cy="15981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1" name="rc1731"/>
            <p:cNvSpPr/>
            <p:nvPr/>
          </p:nvSpPr>
          <p:spPr>
            <a:xfrm>
              <a:off x="6421096" y="1676467"/>
              <a:ext cx="19934" cy="13151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2" name="rc1732"/>
            <p:cNvSpPr/>
            <p:nvPr/>
          </p:nvSpPr>
          <p:spPr>
            <a:xfrm>
              <a:off x="6443246" y="1836149"/>
              <a:ext cx="19934" cy="11554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3" name="rc1733"/>
            <p:cNvSpPr/>
            <p:nvPr/>
          </p:nvSpPr>
          <p:spPr>
            <a:xfrm>
              <a:off x="6465396" y="2977321"/>
              <a:ext cx="19934" cy="142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4" name="rc1734"/>
            <p:cNvSpPr/>
            <p:nvPr/>
          </p:nvSpPr>
          <p:spPr>
            <a:xfrm>
              <a:off x="6487546" y="1705364"/>
              <a:ext cx="19934" cy="12862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5" name="rc1735"/>
            <p:cNvSpPr/>
            <p:nvPr/>
          </p:nvSpPr>
          <p:spPr>
            <a:xfrm>
              <a:off x="6509696" y="1932330"/>
              <a:ext cx="19934" cy="10592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6" name="rc1736"/>
            <p:cNvSpPr/>
            <p:nvPr/>
          </p:nvSpPr>
          <p:spPr>
            <a:xfrm>
              <a:off x="6531845" y="2157634"/>
              <a:ext cx="19934" cy="8339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7" name="rc1737"/>
            <p:cNvSpPr/>
            <p:nvPr/>
          </p:nvSpPr>
          <p:spPr>
            <a:xfrm>
              <a:off x="6553995" y="1482703"/>
              <a:ext cx="19934" cy="15089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8" name="rc1738"/>
            <p:cNvSpPr/>
            <p:nvPr/>
          </p:nvSpPr>
          <p:spPr>
            <a:xfrm>
              <a:off x="6576145" y="1780578"/>
              <a:ext cx="19934" cy="12110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9" name="rc1739"/>
            <p:cNvSpPr/>
            <p:nvPr/>
          </p:nvSpPr>
          <p:spPr>
            <a:xfrm>
              <a:off x="6598295" y="1700668"/>
              <a:ext cx="19934" cy="12909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0" name="rc1740"/>
            <p:cNvSpPr/>
            <p:nvPr/>
          </p:nvSpPr>
          <p:spPr>
            <a:xfrm>
              <a:off x="6620445" y="1632386"/>
              <a:ext cx="19934" cy="13592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1" name="rc1741"/>
            <p:cNvSpPr/>
            <p:nvPr/>
          </p:nvSpPr>
          <p:spPr>
            <a:xfrm>
              <a:off x="6642595" y="1398337"/>
              <a:ext cx="19934" cy="15932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2" name="rc1742"/>
            <p:cNvSpPr/>
            <p:nvPr/>
          </p:nvSpPr>
          <p:spPr>
            <a:xfrm>
              <a:off x="6664744" y="2075799"/>
              <a:ext cx="19934" cy="9158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3" name="rc1743"/>
            <p:cNvSpPr/>
            <p:nvPr/>
          </p:nvSpPr>
          <p:spPr>
            <a:xfrm>
              <a:off x="6686894" y="2148120"/>
              <a:ext cx="19934" cy="8434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4" name="rc1744"/>
            <p:cNvSpPr/>
            <p:nvPr/>
          </p:nvSpPr>
          <p:spPr>
            <a:xfrm>
              <a:off x="6709044" y="1397297"/>
              <a:ext cx="19934" cy="15943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5" name="rc1745"/>
            <p:cNvSpPr/>
            <p:nvPr/>
          </p:nvSpPr>
          <p:spPr>
            <a:xfrm>
              <a:off x="6731194" y="1653555"/>
              <a:ext cx="19934" cy="13380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6" name="rc1746"/>
            <p:cNvSpPr/>
            <p:nvPr/>
          </p:nvSpPr>
          <p:spPr>
            <a:xfrm>
              <a:off x="6753344" y="1718301"/>
              <a:ext cx="19934" cy="12733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7" name="rc1747"/>
            <p:cNvSpPr/>
            <p:nvPr/>
          </p:nvSpPr>
          <p:spPr>
            <a:xfrm>
              <a:off x="6775493" y="1400631"/>
              <a:ext cx="19934" cy="15909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8" name="rc1748"/>
            <p:cNvSpPr/>
            <p:nvPr/>
          </p:nvSpPr>
          <p:spPr>
            <a:xfrm>
              <a:off x="6797643" y="1816400"/>
              <a:ext cx="19934" cy="11752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9" name="rc1749"/>
            <p:cNvSpPr/>
            <p:nvPr/>
          </p:nvSpPr>
          <p:spPr>
            <a:xfrm>
              <a:off x="6819793" y="1398608"/>
              <a:ext cx="19934" cy="15930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0" name="rc1750"/>
            <p:cNvSpPr/>
            <p:nvPr/>
          </p:nvSpPr>
          <p:spPr>
            <a:xfrm>
              <a:off x="6841943" y="1678104"/>
              <a:ext cx="19934" cy="13135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1" name="rc1751"/>
            <p:cNvSpPr/>
            <p:nvPr/>
          </p:nvSpPr>
          <p:spPr>
            <a:xfrm>
              <a:off x="6864093" y="2118582"/>
              <a:ext cx="19934" cy="8730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2" name="rc1752"/>
            <p:cNvSpPr/>
            <p:nvPr/>
          </p:nvSpPr>
          <p:spPr>
            <a:xfrm>
              <a:off x="6886243" y="1701421"/>
              <a:ext cx="19934" cy="12901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3" name="rc1753"/>
            <p:cNvSpPr/>
            <p:nvPr/>
          </p:nvSpPr>
          <p:spPr>
            <a:xfrm>
              <a:off x="6908392" y="1398309"/>
              <a:ext cx="19934" cy="15933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4" name="rc1754"/>
            <p:cNvSpPr/>
            <p:nvPr/>
          </p:nvSpPr>
          <p:spPr>
            <a:xfrm>
              <a:off x="6930542" y="1831884"/>
              <a:ext cx="19934" cy="115972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5" name="rc1755"/>
            <p:cNvSpPr/>
            <p:nvPr/>
          </p:nvSpPr>
          <p:spPr>
            <a:xfrm>
              <a:off x="6952692" y="1895565"/>
              <a:ext cx="19934" cy="10960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6" name="rc1756"/>
            <p:cNvSpPr/>
            <p:nvPr/>
          </p:nvSpPr>
          <p:spPr>
            <a:xfrm>
              <a:off x="6974842" y="2100014"/>
              <a:ext cx="19934" cy="8915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7" name="rc1757"/>
            <p:cNvSpPr/>
            <p:nvPr/>
          </p:nvSpPr>
          <p:spPr>
            <a:xfrm>
              <a:off x="6996992" y="1401782"/>
              <a:ext cx="19934" cy="15898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8" name="rc1758"/>
            <p:cNvSpPr/>
            <p:nvPr/>
          </p:nvSpPr>
          <p:spPr>
            <a:xfrm>
              <a:off x="7019141" y="2379856"/>
              <a:ext cx="19934" cy="6117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9" name="rc1759"/>
            <p:cNvSpPr/>
            <p:nvPr/>
          </p:nvSpPr>
          <p:spPr>
            <a:xfrm>
              <a:off x="7041291" y="1397659"/>
              <a:ext cx="19934" cy="15939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0" name="rc1760"/>
            <p:cNvSpPr/>
            <p:nvPr/>
          </p:nvSpPr>
          <p:spPr>
            <a:xfrm>
              <a:off x="7063441" y="1712304"/>
              <a:ext cx="19934" cy="12793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1" name="rc1761"/>
            <p:cNvSpPr/>
            <p:nvPr/>
          </p:nvSpPr>
          <p:spPr>
            <a:xfrm>
              <a:off x="7085591" y="2785344"/>
              <a:ext cx="19934" cy="2062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2" name="rc1762"/>
            <p:cNvSpPr/>
            <p:nvPr/>
          </p:nvSpPr>
          <p:spPr>
            <a:xfrm>
              <a:off x="7107741" y="1568785"/>
              <a:ext cx="19934" cy="14228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3" name="rc1763"/>
            <p:cNvSpPr/>
            <p:nvPr/>
          </p:nvSpPr>
          <p:spPr>
            <a:xfrm>
              <a:off x="7129891" y="1407077"/>
              <a:ext cx="19934" cy="15845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4" name="rc1764"/>
            <p:cNvSpPr/>
            <p:nvPr/>
          </p:nvSpPr>
          <p:spPr>
            <a:xfrm>
              <a:off x="7152040" y="1403928"/>
              <a:ext cx="19934" cy="15876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5" name="rc1765"/>
            <p:cNvSpPr/>
            <p:nvPr/>
          </p:nvSpPr>
          <p:spPr>
            <a:xfrm>
              <a:off x="7174190" y="1400658"/>
              <a:ext cx="19934" cy="15909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6" name="rc1766"/>
            <p:cNvSpPr/>
            <p:nvPr/>
          </p:nvSpPr>
          <p:spPr>
            <a:xfrm>
              <a:off x="7196340" y="2098741"/>
              <a:ext cx="19934" cy="8928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7" name="rc1767"/>
            <p:cNvSpPr/>
            <p:nvPr/>
          </p:nvSpPr>
          <p:spPr>
            <a:xfrm>
              <a:off x="7218490" y="1723928"/>
              <a:ext cx="19934" cy="12676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8" name="rc1768"/>
            <p:cNvSpPr/>
            <p:nvPr/>
          </p:nvSpPr>
          <p:spPr>
            <a:xfrm>
              <a:off x="7240640" y="2278938"/>
              <a:ext cx="19934" cy="7126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9" name="rc1769"/>
            <p:cNvSpPr/>
            <p:nvPr/>
          </p:nvSpPr>
          <p:spPr>
            <a:xfrm>
              <a:off x="7262789" y="2501009"/>
              <a:ext cx="19934" cy="4906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0" name="rc1770"/>
            <p:cNvSpPr/>
            <p:nvPr/>
          </p:nvSpPr>
          <p:spPr>
            <a:xfrm>
              <a:off x="7284939" y="1509280"/>
              <a:ext cx="19934" cy="14823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1" name="rc1771"/>
            <p:cNvSpPr/>
            <p:nvPr/>
          </p:nvSpPr>
          <p:spPr>
            <a:xfrm>
              <a:off x="7307089" y="1616016"/>
              <a:ext cx="19934" cy="13755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2" name="rc1772"/>
            <p:cNvSpPr/>
            <p:nvPr/>
          </p:nvSpPr>
          <p:spPr>
            <a:xfrm>
              <a:off x="7329239" y="2111664"/>
              <a:ext cx="19934" cy="8799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3" name="rc1773"/>
            <p:cNvSpPr/>
            <p:nvPr/>
          </p:nvSpPr>
          <p:spPr>
            <a:xfrm>
              <a:off x="7351389" y="1701337"/>
              <a:ext cx="19934" cy="12902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4" name="rc1774"/>
            <p:cNvSpPr/>
            <p:nvPr/>
          </p:nvSpPr>
          <p:spPr>
            <a:xfrm>
              <a:off x="7373539" y="1400840"/>
              <a:ext cx="19934" cy="15907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5" name="rc1775"/>
            <p:cNvSpPr/>
            <p:nvPr/>
          </p:nvSpPr>
          <p:spPr>
            <a:xfrm>
              <a:off x="7447406" y="1392105"/>
              <a:ext cx="1466317" cy="1599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7447406" y="2991613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  <a:lnTo>
                    <a:pt x="146631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7447406" y="2591776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  <a:lnTo>
                    <a:pt x="146631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7447406" y="2191939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  <a:lnTo>
                    <a:pt x="146631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7447406" y="1792102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  <a:lnTo>
                    <a:pt x="146631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7447406" y="1392265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  <a:lnTo>
                    <a:pt x="146631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746069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748284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750499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752714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75492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757144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75935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761574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763789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76600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768219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77043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772649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774864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777079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779294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781509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783724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785939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78815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79036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79258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79479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797014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799229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801444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803659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805874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808089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810304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81251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81473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81694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81916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821379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823594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825808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828023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830238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832453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834668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83688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83909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84131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84352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845743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847958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850173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852388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854603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856818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859033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86124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86346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86567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86789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870108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872323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874538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876753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878968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881183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883398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885613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887828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890043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rc1847"/>
            <p:cNvSpPr/>
            <p:nvPr/>
          </p:nvSpPr>
          <p:spPr>
            <a:xfrm>
              <a:off x="7450729" y="1392265"/>
              <a:ext cx="19934" cy="47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8" name="rc1848"/>
            <p:cNvSpPr/>
            <p:nvPr/>
          </p:nvSpPr>
          <p:spPr>
            <a:xfrm>
              <a:off x="7472878" y="1392265"/>
              <a:ext cx="19934" cy="2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9" name="rc1849"/>
            <p:cNvSpPr/>
            <p:nvPr/>
          </p:nvSpPr>
          <p:spPr>
            <a:xfrm>
              <a:off x="7495028" y="1392265"/>
              <a:ext cx="19934" cy="10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0" name="rc1850"/>
            <p:cNvSpPr/>
            <p:nvPr/>
          </p:nvSpPr>
          <p:spPr>
            <a:xfrm>
              <a:off x="7517178" y="1392265"/>
              <a:ext cx="19934" cy="419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1" name="rc1851"/>
            <p:cNvSpPr/>
            <p:nvPr/>
          </p:nvSpPr>
          <p:spPr>
            <a:xfrm>
              <a:off x="7539328" y="1392265"/>
              <a:ext cx="19934" cy="18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2" name="rc1852"/>
            <p:cNvSpPr/>
            <p:nvPr/>
          </p:nvSpPr>
          <p:spPr>
            <a:xfrm>
              <a:off x="7561478" y="1392265"/>
              <a:ext cx="19934" cy="36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3" name="rc1853"/>
            <p:cNvSpPr/>
            <p:nvPr/>
          </p:nvSpPr>
          <p:spPr>
            <a:xfrm>
              <a:off x="7583627" y="1392265"/>
              <a:ext cx="19934" cy="1049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4" name="rc1854"/>
            <p:cNvSpPr/>
            <p:nvPr/>
          </p:nvSpPr>
          <p:spPr>
            <a:xfrm>
              <a:off x="7605777" y="1392265"/>
              <a:ext cx="19934" cy="2897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5" name="rc1855"/>
            <p:cNvSpPr/>
            <p:nvPr/>
          </p:nvSpPr>
          <p:spPr>
            <a:xfrm>
              <a:off x="7627927" y="1392265"/>
              <a:ext cx="19934" cy="16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6" name="rc1856"/>
            <p:cNvSpPr/>
            <p:nvPr/>
          </p:nvSpPr>
          <p:spPr>
            <a:xfrm>
              <a:off x="7650077" y="1392265"/>
              <a:ext cx="19934" cy="43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7" name="rc1857"/>
            <p:cNvSpPr/>
            <p:nvPr/>
          </p:nvSpPr>
          <p:spPr>
            <a:xfrm>
              <a:off x="7672227" y="1392265"/>
              <a:ext cx="19934" cy="9494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8" name="rc1858"/>
            <p:cNvSpPr/>
            <p:nvPr/>
          </p:nvSpPr>
          <p:spPr>
            <a:xfrm>
              <a:off x="7694377" y="1392265"/>
              <a:ext cx="19934" cy="10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9" name="rc1859"/>
            <p:cNvSpPr/>
            <p:nvPr/>
          </p:nvSpPr>
          <p:spPr>
            <a:xfrm>
              <a:off x="7716526" y="1392265"/>
              <a:ext cx="19934" cy="4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0" name="rc1860"/>
            <p:cNvSpPr/>
            <p:nvPr/>
          </p:nvSpPr>
          <p:spPr>
            <a:xfrm>
              <a:off x="7738676" y="1392265"/>
              <a:ext cx="19934" cy="3072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1" name="rc1861"/>
            <p:cNvSpPr/>
            <p:nvPr/>
          </p:nvSpPr>
          <p:spPr>
            <a:xfrm>
              <a:off x="7760826" y="1392265"/>
              <a:ext cx="19934" cy="3074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2" name="rc1862"/>
            <p:cNvSpPr/>
            <p:nvPr/>
          </p:nvSpPr>
          <p:spPr>
            <a:xfrm>
              <a:off x="7782976" y="1392265"/>
              <a:ext cx="19934" cy="36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3" name="rc1863"/>
            <p:cNvSpPr/>
            <p:nvPr/>
          </p:nvSpPr>
          <p:spPr>
            <a:xfrm>
              <a:off x="7805126" y="1392265"/>
              <a:ext cx="19934" cy="5422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4" name="rc1864"/>
            <p:cNvSpPr/>
            <p:nvPr/>
          </p:nvSpPr>
          <p:spPr>
            <a:xfrm>
              <a:off x="7827275" y="1392265"/>
              <a:ext cx="19934" cy="2363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5" name="rc1865"/>
            <p:cNvSpPr/>
            <p:nvPr/>
          </p:nvSpPr>
          <p:spPr>
            <a:xfrm>
              <a:off x="7849425" y="1392265"/>
              <a:ext cx="19934" cy="8618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6" name="rc1866"/>
            <p:cNvSpPr/>
            <p:nvPr/>
          </p:nvSpPr>
          <p:spPr>
            <a:xfrm>
              <a:off x="7871575" y="1392265"/>
              <a:ext cx="19934" cy="7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7" name="rc1867"/>
            <p:cNvSpPr/>
            <p:nvPr/>
          </p:nvSpPr>
          <p:spPr>
            <a:xfrm>
              <a:off x="7893725" y="1392265"/>
              <a:ext cx="19934" cy="44970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8" name="rc1868"/>
            <p:cNvSpPr/>
            <p:nvPr/>
          </p:nvSpPr>
          <p:spPr>
            <a:xfrm>
              <a:off x="7915875" y="1392265"/>
              <a:ext cx="19934" cy="3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9" name="rc1869"/>
            <p:cNvSpPr/>
            <p:nvPr/>
          </p:nvSpPr>
          <p:spPr>
            <a:xfrm>
              <a:off x="7938025" y="1392265"/>
              <a:ext cx="19934" cy="14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0" name="rc1870"/>
            <p:cNvSpPr/>
            <p:nvPr/>
          </p:nvSpPr>
          <p:spPr>
            <a:xfrm>
              <a:off x="7960174" y="1392265"/>
              <a:ext cx="19934" cy="7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1" name="rc1871"/>
            <p:cNvSpPr/>
            <p:nvPr/>
          </p:nvSpPr>
          <p:spPr>
            <a:xfrm>
              <a:off x="7982324" y="1392265"/>
              <a:ext cx="19934" cy="15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2" name="rc1872"/>
            <p:cNvSpPr/>
            <p:nvPr/>
          </p:nvSpPr>
          <p:spPr>
            <a:xfrm>
              <a:off x="8004474" y="1392265"/>
              <a:ext cx="19934" cy="9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3" name="rc1873"/>
            <p:cNvSpPr/>
            <p:nvPr/>
          </p:nvSpPr>
          <p:spPr>
            <a:xfrm>
              <a:off x="8026624" y="1392265"/>
              <a:ext cx="19934" cy="748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4" name="rc1874"/>
            <p:cNvSpPr/>
            <p:nvPr/>
          </p:nvSpPr>
          <p:spPr>
            <a:xfrm>
              <a:off x="8048774" y="1392265"/>
              <a:ext cx="19934" cy="236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5" name="rc1875"/>
            <p:cNvSpPr/>
            <p:nvPr/>
          </p:nvSpPr>
          <p:spPr>
            <a:xfrm>
              <a:off x="8070923" y="1392265"/>
              <a:ext cx="19934" cy="68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6" name="rc1876"/>
            <p:cNvSpPr/>
            <p:nvPr/>
          </p:nvSpPr>
          <p:spPr>
            <a:xfrm>
              <a:off x="8093073" y="1392265"/>
              <a:ext cx="19934" cy="5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7" name="rc1877"/>
            <p:cNvSpPr/>
            <p:nvPr/>
          </p:nvSpPr>
          <p:spPr>
            <a:xfrm>
              <a:off x="8115223" y="1392265"/>
              <a:ext cx="19934" cy="25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8" name="rc1878"/>
            <p:cNvSpPr/>
            <p:nvPr/>
          </p:nvSpPr>
          <p:spPr>
            <a:xfrm>
              <a:off x="8137373" y="1392265"/>
              <a:ext cx="19934" cy="3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9" name="rc1879"/>
            <p:cNvSpPr/>
            <p:nvPr/>
          </p:nvSpPr>
          <p:spPr>
            <a:xfrm>
              <a:off x="8159523" y="1392265"/>
              <a:ext cx="19934" cy="2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0" name="rc1880"/>
            <p:cNvSpPr/>
            <p:nvPr/>
          </p:nvSpPr>
          <p:spPr>
            <a:xfrm>
              <a:off x="8181673" y="1392265"/>
              <a:ext cx="19934" cy="863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1" name="rc1881"/>
            <p:cNvSpPr/>
            <p:nvPr/>
          </p:nvSpPr>
          <p:spPr>
            <a:xfrm>
              <a:off x="8203822" y="1392265"/>
              <a:ext cx="19934" cy="482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2" name="rc1882"/>
            <p:cNvSpPr/>
            <p:nvPr/>
          </p:nvSpPr>
          <p:spPr>
            <a:xfrm>
              <a:off x="8225972" y="1392265"/>
              <a:ext cx="19934" cy="197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3" name="rc1883"/>
            <p:cNvSpPr/>
            <p:nvPr/>
          </p:nvSpPr>
          <p:spPr>
            <a:xfrm>
              <a:off x="8248122" y="1392265"/>
              <a:ext cx="19934" cy="44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4" name="rc1884"/>
            <p:cNvSpPr/>
            <p:nvPr/>
          </p:nvSpPr>
          <p:spPr>
            <a:xfrm>
              <a:off x="8270272" y="1392265"/>
              <a:ext cx="19934" cy="5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5" name="rc1885"/>
            <p:cNvSpPr/>
            <p:nvPr/>
          </p:nvSpPr>
          <p:spPr>
            <a:xfrm>
              <a:off x="8292422" y="1392265"/>
              <a:ext cx="19934" cy="4014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6" name="rc1886"/>
            <p:cNvSpPr/>
            <p:nvPr/>
          </p:nvSpPr>
          <p:spPr>
            <a:xfrm>
              <a:off x="8314571" y="1392265"/>
              <a:ext cx="19934" cy="149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7" name="rc1887"/>
            <p:cNvSpPr/>
            <p:nvPr/>
          </p:nvSpPr>
          <p:spPr>
            <a:xfrm>
              <a:off x="8336721" y="1392265"/>
              <a:ext cx="19934" cy="17907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8" name="rc1888"/>
            <p:cNvSpPr/>
            <p:nvPr/>
          </p:nvSpPr>
          <p:spPr>
            <a:xfrm>
              <a:off x="8358871" y="1392265"/>
              <a:ext cx="19934" cy="76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9" name="rc1889"/>
            <p:cNvSpPr/>
            <p:nvPr/>
          </p:nvSpPr>
          <p:spPr>
            <a:xfrm>
              <a:off x="8381021" y="1392265"/>
              <a:ext cx="19934" cy="764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0" name="rc1890"/>
            <p:cNvSpPr/>
            <p:nvPr/>
          </p:nvSpPr>
          <p:spPr>
            <a:xfrm>
              <a:off x="8403171" y="1392265"/>
              <a:ext cx="19934" cy="50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1" name="rc1891"/>
            <p:cNvSpPr/>
            <p:nvPr/>
          </p:nvSpPr>
          <p:spPr>
            <a:xfrm>
              <a:off x="8425321" y="1392265"/>
              <a:ext cx="19934" cy="1158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2" name="rc1892"/>
            <p:cNvSpPr/>
            <p:nvPr/>
          </p:nvSpPr>
          <p:spPr>
            <a:xfrm>
              <a:off x="8447470" y="1392265"/>
              <a:ext cx="19934" cy="272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3" name="rc1893"/>
            <p:cNvSpPr/>
            <p:nvPr/>
          </p:nvSpPr>
          <p:spPr>
            <a:xfrm>
              <a:off x="8469620" y="1392265"/>
              <a:ext cx="19934" cy="45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4" name="rc1894"/>
            <p:cNvSpPr/>
            <p:nvPr/>
          </p:nvSpPr>
          <p:spPr>
            <a:xfrm>
              <a:off x="8491770" y="1392265"/>
              <a:ext cx="19934" cy="55893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5" name="rc1895"/>
            <p:cNvSpPr/>
            <p:nvPr/>
          </p:nvSpPr>
          <p:spPr>
            <a:xfrm>
              <a:off x="8513920" y="1392265"/>
              <a:ext cx="19934" cy="78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6" name="rc1896"/>
            <p:cNvSpPr/>
            <p:nvPr/>
          </p:nvSpPr>
          <p:spPr>
            <a:xfrm>
              <a:off x="8536070" y="1392265"/>
              <a:ext cx="19934" cy="914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7" name="rc1897"/>
            <p:cNvSpPr/>
            <p:nvPr/>
          </p:nvSpPr>
          <p:spPr>
            <a:xfrm>
              <a:off x="8558219" y="1392265"/>
              <a:ext cx="19934" cy="1860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8" name="rc1898"/>
            <p:cNvSpPr/>
            <p:nvPr/>
          </p:nvSpPr>
          <p:spPr>
            <a:xfrm>
              <a:off x="8580369" y="1392265"/>
              <a:ext cx="19934" cy="60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9" name="rc1899"/>
            <p:cNvSpPr/>
            <p:nvPr/>
          </p:nvSpPr>
          <p:spPr>
            <a:xfrm>
              <a:off x="8602519" y="1392265"/>
              <a:ext cx="19934" cy="79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0" name="rc1900"/>
            <p:cNvSpPr/>
            <p:nvPr/>
          </p:nvSpPr>
          <p:spPr>
            <a:xfrm>
              <a:off x="8624669" y="1392265"/>
              <a:ext cx="19934" cy="482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1" name="rc1901"/>
            <p:cNvSpPr/>
            <p:nvPr/>
          </p:nvSpPr>
          <p:spPr>
            <a:xfrm>
              <a:off x="8646819" y="1392265"/>
              <a:ext cx="19934" cy="1243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2" name="rc1902"/>
            <p:cNvSpPr/>
            <p:nvPr/>
          </p:nvSpPr>
          <p:spPr>
            <a:xfrm>
              <a:off x="8668969" y="1392265"/>
              <a:ext cx="19934" cy="812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3" name="rc1903"/>
            <p:cNvSpPr/>
            <p:nvPr/>
          </p:nvSpPr>
          <p:spPr>
            <a:xfrm>
              <a:off x="8691118" y="1392265"/>
              <a:ext cx="19934" cy="28253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4" name="rc1904"/>
            <p:cNvSpPr/>
            <p:nvPr/>
          </p:nvSpPr>
          <p:spPr>
            <a:xfrm>
              <a:off x="8713268" y="1392265"/>
              <a:ext cx="19934" cy="897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5" name="rc1905"/>
            <p:cNvSpPr/>
            <p:nvPr/>
          </p:nvSpPr>
          <p:spPr>
            <a:xfrm>
              <a:off x="8735418" y="1392265"/>
              <a:ext cx="19934" cy="71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6" name="rc1906"/>
            <p:cNvSpPr/>
            <p:nvPr/>
          </p:nvSpPr>
          <p:spPr>
            <a:xfrm>
              <a:off x="8757568" y="1392265"/>
              <a:ext cx="19934" cy="65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7" name="rc1907"/>
            <p:cNvSpPr/>
            <p:nvPr/>
          </p:nvSpPr>
          <p:spPr>
            <a:xfrm>
              <a:off x="8779718" y="1392265"/>
              <a:ext cx="19934" cy="60189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8" name="rc1908"/>
            <p:cNvSpPr/>
            <p:nvPr/>
          </p:nvSpPr>
          <p:spPr>
            <a:xfrm>
              <a:off x="8801867" y="1392265"/>
              <a:ext cx="19934" cy="213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9" name="rc1909"/>
            <p:cNvSpPr/>
            <p:nvPr/>
          </p:nvSpPr>
          <p:spPr>
            <a:xfrm>
              <a:off x="8824017" y="1392265"/>
              <a:ext cx="19934" cy="61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0" name="rc1910"/>
            <p:cNvSpPr/>
            <p:nvPr/>
          </p:nvSpPr>
          <p:spPr>
            <a:xfrm>
              <a:off x="8846167" y="1392265"/>
              <a:ext cx="19934" cy="53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1" name="rc1911"/>
            <p:cNvSpPr/>
            <p:nvPr/>
          </p:nvSpPr>
          <p:spPr>
            <a:xfrm>
              <a:off x="8868317" y="1392265"/>
              <a:ext cx="19934" cy="51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2" name="rc1912"/>
            <p:cNvSpPr/>
            <p:nvPr/>
          </p:nvSpPr>
          <p:spPr>
            <a:xfrm>
              <a:off x="8890467" y="1392265"/>
              <a:ext cx="19934" cy="7406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3" name="rc1913"/>
            <p:cNvSpPr/>
            <p:nvPr/>
          </p:nvSpPr>
          <p:spPr>
            <a:xfrm>
              <a:off x="7450729" y="139696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4" name="rc1914"/>
            <p:cNvSpPr/>
            <p:nvPr/>
          </p:nvSpPr>
          <p:spPr>
            <a:xfrm>
              <a:off x="7472878" y="139250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5" name="rc1915"/>
            <p:cNvSpPr/>
            <p:nvPr/>
          </p:nvSpPr>
          <p:spPr>
            <a:xfrm>
              <a:off x="7495028" y="1393358"/>
              <a:ext cx="19934" cy="24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6" name="rc1916"/>
            <p:cNvSpPr/>
            <p:nvPr/>
          </p:nvSpPr>
          <p:spPr>
            <a:xfrm>
              <a:off x="7517178" y="1434247"/>
              <a:ext cx="19934" cy="6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7" name="rc1917"/>
            <p:cNvSpPr/>
            <p:nvPr/>
          </p:nvSpPr>
          <p:spPr>
            <a:xfrm>
              <a:off x="7539328" y="1394141"/>
              <a:ext cx="19934" cy="53061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8" name="rc1918"/>
            <p:cNvSpPr/>
            <p:nvPr/>
          </p:nvSpPr>
          <p:spPr>
            <a:xfrm>
              <a:off x="7561478" y="1395935"/>
              <a:ext cx="19934" cy="4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9" name="rc1919"/>
            <p:cNvSpPr/>
            <p:nvPr/>
          </p:nvSpPr>
          <p:spPr>
            <a:xfrm>
              <a:off x="7583627" y="149720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0" name="rc1920"/>
            <p:cNvSpPr/>
            <p:nvPr/>
          </p:nvSpPr>
          <p:spPr>
            <a:xfrm>
              <a:off x="7605777" y="1682028"/>
              <a:ext cx="19934" cy="111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1" name="rc1921"/>
            <p:cNvSpPr/>
            <p:nvPr/>
          </p:nvSpPr>
          <p:spPr>
            <a:xfrm>
              <a:off x="7627927" y="139394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2" name="rc1922"/>
            <p:cNvSpPr/>
            <p:nvPr/>
          </p:nvSpPr>
          <p:spPr>
            <a:xfrm>
              <a:off x="7650077" y="1396663"/>
              <a:ext cx="19934" cy="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3" name="rc1923"/>
            <p:cNvSpPr/>
            <p:nvPr/>
          </p:nvSpPr>
          <p:spPr>
            <a:xfrm>
              <a:off x="7672227" y="2341715"/>
              <a:ext cx="19934" cy="3824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4" name="rc1924"/>
            <p:cNvSpPr/>
            <p:nvPr/>
          </p:nvSpPr>
          <p:spPr>
            <a:xfrm>
              <a:off x="7694377" y="139333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5" name="rc1925"/>
            <p:cNvSpPr/>
            <p:nvPr/>
          </p:nvSpPr>
          <p:spPr>
            <a:xfrm>
              <a:off x="7716526" y="1392688"/>
              <a:ext cx="19934" cy="5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6" name="rc1926"/>
            <p:cNvSpPr/>
            <p:nvPr/>
          </p:nvSpPr>
          <p:spPr>
            <a:xfrm>
              <a:off x="7738676" y="169949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7" name="rc1927"/>
            <p:cNvSpPr/>
            <p:nvPr/>
          </p:nvSpPr>
          <p:spPr>
            <a:xfrm>
              <a:off x="7760826" y="169970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8" name="rc1928"/>
            <p:cNvSpPr/>
            <p:nvPr/>
          </p:nvSpPr>
          <p:spPr>
            <a:xfrm>
              <a:off x="7782976" y="139586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9" name="rc1929"/>
            <p:cNvSpPr/>
            <p:nvPr/>
          </p:nvSpPr>
          <p:spPr>
            <a:xfrm>
              <a:off x="7805126" y="1934518"/>
              <a:ext cx="19934" cy="94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0" name="rc1930"/>
            <p:cNvSpPr/>
            <p:nvPr/>
          </p:nvSpPr>
          <p:spPr>
            <a:xfrm>
              <a:off x="7827275" y="1628619"/>
              <a:ext cx="19934" cy="156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1" name="rc1931"/>
            <p:cNvSpPr/>
            <p:nvPr/>
          </p:nvSpPr>
          <p:spPr>
            <a:xfrm>
              <a:off x="7849425" y="1478453"/>
              <a:ext cx="19934" cy="29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2" name="rc1932"/>
            <p:cNvSpPr/>
            <p:nvPr/>
          </p:nvSpPr>
          <p:spPr>
            <a:xfrm>
              <a:off x="7871575" y="1392970"/>
              <a:ext cx="19934" cy="20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3" name="rc1933"/>
            <p:cNvSpPr/>
            <p:nvPr/>
          </p:nvSpPr>
          <p:spPr>
            <a:xfrm>
              <a:off x="7893725" y="184196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4" name="rc1934"/>
            <p:cNvSpPr/>
            <p:nvPr/>
          </p:nvSpPr>
          <p:spPr>
            <a:xfrm>
              <a:off x="7915875" y="139262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5" name="rc1935"/>
            <p:cNvSpPr/>
            <p:nvPr/>
          </p:nvSpPr>
          <p:spPr>
            <a:xfrm>
              <a:off x="7938025" y="139370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6" name="rc1936"/>
            <p:cNvSpPr/>
            <p:nvPr/>
          </p:nvSpPr>
          <p:spPr>
            <a:xfrm>
              <a:off x="7960174" y="139304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7" name="rc1937"/>
            <p:cNvSpPr/>
            <p:nvPr/>
          </p:nvSpPr>
          <p:spPr>
            <a:xfrm>
              <a:off x="7982324" y="1393805"/>
              <a:ext cx="19934" cy="7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8" name="rc1938"/>
            <p:cNvSpPr/>
            <p:nvPr/>
          </p:nvSpPr>
          <p:spPr>
            <a:xfrm>
              <a:off x="8004474" y="1393198"/>
              <a:ext cx="19934" cy="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9" name="rc1939"/>
            <p:cNvSpPr/>
            <p:nvPr/>
          </p:nvSpPr>
          <p:spPr>
            <a:xfrm>
              <a:off x="8026624" y="139975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0" name="rc1940"/>
            <p:cNvSpPr/>
            <p:nvPr/>
          </p:nvSpPr>
          <p:spPr>
            <a:xfrm>
              <a:off x="8048774" y="141594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1" name="rc1941"/>
            <p:cNvSpPr/>
            <p:nvPr/>
          </p:nvSpPr>
          <p:spPr>
            <a:xfrm>
              <a:off x="8070923" y="139911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2" name="rc1942"/>
            <p:cNvSpPr/>
            <p:nvPr/>
          </p:nvSpPr>
          <p:spPr>
            <a:xfrm>
              <a:off x="8093073" y="139281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3" name="rc1943"/>
            <p:cNvSpPr/>
            <p:nvPr/>
          </p:nvSpPr>
          <p:spPr>
            <a:xfrm>
              <a:off x="8115223" y="139477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4" name="rc1944"/>
            <p:cNvSpPr/>
            <p:nvPr/>
          </p:nvSpPr>
          <p:spPr>
            <a:xfrm>
              <a:off x="8137373" y="139262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5" name="rc1945"/>
            <p:cNvSpPr/>
            <p:nvPr/>
          </p:nvSpPr>
          <p:spPr>
            <a:xfrm>
              <a:off x="8159523" y="139255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6" name="rc1946"/>
            <p:cNvSpPr/>
            <p:nvPr/>
          </p:nvSpPr>
          <p:spPr>
            <a:xfrm>
              <a:off x="8181673" y="1478598"/>
              <a:ext cx="19934" cy="83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7" name="rc1947"/>
            <p:cNvSpPr/>
            <p:nvPr/>
          </p:nvSpPr>
          <p:spPr>
            <a:xfrm>
              <a:off x="8203822" y="144047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8" name="rc1948"/>
            <p:cNvSpPr/>
            <p:nvPr/>
          </p:nvSpPr>
          <p:spPr>
            <a:xfrm>
              <a:off x="8225972" y="1412013"/>
              <a:ext cx="19934" cy="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9" name="rc1949"/>
            <p:cNvSpPr/>
            <p:nvPr/>
          </p:nvSpPr>
          <p:spPr>
            <a:xfrm>
              <a:off x="8248122" y="139672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0" name="rc1950"/>
            <p:cNvSpPr/>
            <p:nvPr/>
          </p:nvSpPr>
          <p:spPr>
            <a:xfrm>
              <a:off x="8270272" y="139281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1" name="rc1951"/>
            <p:cNvSpPr/>
            <p:nvPr/>
          </p:nvSpPr>
          <p:spPr>
            <a:xfrm>
              <a:off x="8292422" y="143240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2" name="rc1952"/>
            <p:cNvSpPr/>
            <p:nvPr/>
          </p:nvSpPr>
          <p:spPr>
            <a:xfrm>
              <a:off x="8314571" y="1407219"/>
              <a:ext cx="19934" cy="22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3" name="rc1953"/>
            <p:cNvSpPr/>
            <p:nvPr/>
          </p:nvSpPr>
          <p:spPr>
            <a:xfrm>
              <a:off x="8336721" y="1571342"/>
              <a:ext cx="19934" cy="234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4" name="rc1954"/>
            <p:cNvSpPr/>
            <p:nvPr/>
          </p:nvSpPr>
          <p:spPr>
            <a:xfrm>
              <a:off x="8358871" y="1399931"/>
              <a:ext cx="19934" cy="12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5" name="rc1955"/>
            <p:cNvSpPr/>
            <p:nvPr/>
          </p:nvSpPr>
          <p:spPr>
            <a:xfrm>
              <a:off x="8381021" y="1399914"/>
              <a:ext cx="19934" cy="67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6" name="rc1956"/>
            <p:cNvSpPr/>
            <p:nvPr/>
          </p:nvSpPr>
          <p:spPr>
            <a:xfrm>
              <a:off x="8403171" y="1397273"/>
              <a:ext cx="19934" cy="1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7" name="rc1957"/>
            <p:cNvSpPr/>
            <p:nvPr/>
          </p:nvSpPr>
          <p:spPr>
            <a:xfrm>
              <a:off x="8425321" y="1403846"/>
              <a:ext cx="19934" cy="2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8" name="rc1958"/>
            <p:cNvSpPr/>
            <p:nvPr/>
          </p:nvSpPr>
          <p:spPr>
            <a:xfrm>
              <a:off x="8447470" y="1419487"/>
              <a:ext cx="19934" cy="2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9" name="rc1959"/>
            <p:cNvSpPr/>
            <p:nvPr/>
          </p:nvSpPr>
          <p:spPr>
            <a:xfrm>
              <a:off x="8469620" y="1396861"/>
              <a:ext cx="19934" cy="23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0" name="rc1960"/>
            <p:cNvSpPr/>
            <p:nvPr/>
          </p:nvSpPr>
          <p:spPr>
            <a:xfrm>
              <a:off x="8491770" y="1951205"/>
              <a:ext cx="19934" cy="297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1" name="rc1961"/>
            <p:cNvSpPr/>
            <p:nvPr/>
          </p:nvSpPr>
          <p:spPr>
            <a:xfrm>
              <a:off x="8513920" y="1400154"/>
              <a:ext cx="19934" cy="104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2" name="rc1962"/>
            <p:cNvSpPr/>
            <p:nvPr/>
          </p:nvSpPr>
          <p:spPr>
            <a:xfrm>
              <a:off x="8536070" y="1483733"/>
              <a:ext cx="19934" cy="88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3" name="rc1963"/>
            <p:cNvSpPr/>
            <p:nvPr/>
          </p:nvSpPr>
          <p:spPr>
            <a:xfrm>
              <a:off x="8558219" y="141086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4" name="rc1964"/>
            <p:cNvSpPr/>
            <p:nvPr/>
          </p:nvSpPr>
          <p:spPr>
            <a:xfrm>
              <a:off x="8580369" y="1398313"/>
              <a:ext cx="19934" cy="2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5" name="rc1965"/>
            <p:cNvSpPr/>
            <p:nvPr/>
          </p:nvSpPr>
          <p:spPr>
            <a:xfrm>
              <a:off x="8602519" y="140023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6" name="rc1966"/>
            <p:cNvSpPr/>
            <p:nvPr/>
          </p:nvSpPr>
          <p:spPr>
            <a:xfrm>
              <a:off x="8624669" y="1397090"/>
              <a:ext cx="19934" cy="11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7" name="rc1967"/>
            <p:cNvSpPr/>
            <p:nvPr/>
          </p:nvSpPr>
          <p:spPr>
            <a:xfrm>
              <a:off x="8646819" y="1516620"/>
              <a:ext cx="19934" cy="18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8" name="rc1968"/>
            <p:cNvSpPr/>
            <p:nvPr/>
          </p:nvSpPr>
          <p:spPr>
            <a:xfrm>
              <a:off x="8668969" y="1400393"/>
              <a:ext cx="19934" cy="16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9" name="rc1969"/>
            <p:cNvSpPr/>
            <p:nvPr/>
          </p:nvSpPr>
          <p:spPr>
            <a:xfrm>
              <a:off x="8691118" y="1674801"/>
              <a:ext cx="19934" cy="1804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0" name="rc1970"/>
            <p:cNvSpPr/>
            <p:nvPr/>
          </p:nvSpPr>
          <p:spPr>
            <a:xfrm>
              <a:off x="8713268" y="1482003"/>
              <a:ext cx="19934" cy="22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1" name="rc1971"/>
            <p:cNvSpPr/>
            <p:nvPr/>
          </p:nvSpPr>
          <p:spPr>
            <a:xfrm>
              <a:off x="8735418" y="1399462"/>
              <a:ext cx="19934" cy="19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2" name="rc1972"/>
            <p:cNvSpPr/>
            <p:nvPr/>
          </p:nvSpPr>
          <p:spPr>
            <a:xfrm>
              <a:off x="8757568" y="139879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3" name="rc1973"/>
            <p:cNvSpPr/>
            <p:nvPr/>
          </p:nvSpPr>
          <p:spPr>
            <a:xfrm>
              <a:off x="8779718" y="1994155"/>
              <a:ext cx="19934" cy="12237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4" name="rc1974"/>
            <p:cNvSpPr/>
            <p:nvPr/>
          </p:nvSpPr>
          <p:spPr>
            <a:xfrm>
              <a:off x="8801867" y="1413574"/>
              <a:ext cx="19934" cy="7242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5" name="rc1975"/>
            <p:cNvSpPr/>
            <p:nvPr/>
          </p:nvSpPr>
          <p:spPr>
            <a:xfrm>
              <a:off x="8824017" y="1398367"/>
              <a:ext cx="19934" cy="50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6" name="rc1976"/>
            <p:cNvSpPr/>
            <p:nvPr/>
          </p:nvSpPr>
          <p:spPr>
            <a:xfrm>
              <a:off x="8846167" y="1397611"/>
              <a:ext cx="19934" cy="6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7" name="rc1977"/>
            <p:cNvSpPr/>
            <p:nvPr/>
          </p:nvSpPr>
          <p:spPr>
            <a:xfrm>
              <a:off x="8868317" y="1397375"/>
              <a:ext cx="19934" cy="4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8" name="rc1978"/>
            <p:cNvSpPr/>
            <p:nvPr/>
          </p:nvSpPr>
          <p:spPr>
            <a:xfrm>
              <a:off x="8890467" y="146632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9" name="rc1979"/>
            <p:cNvSpPr/>
            <p:nvPr/>
          </p:nvSpPr>
          <p:spPr>
            <a:xfrm>
              <a:off x="7450729" y="1396968"/>
              <a:ext cx="19934" cy="339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0" name="rc1980"/>
            <p:cNvSpPr/>
            <p:nvPr/>
          </p:nvSpPr>
          <p:spPr>
            <a:xfrm>
              <a:off x="7472878" y="139250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1" name="rc1981"/>
            <p:cNvSpPr/>
            <p:nvPr/>
          </p:nvSpPr>
          <p:spPr>
            <a:xfrm>
              <a:off x="7495028" y="139360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2" name="rc1982"/>
            <p:cNvSpPr/>
            <p:nvPr/>
          </p:nvSpPr>
          <p:spPr>
            <a:xfrm>
              <a:off x="7517178" y="143431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3" name="rc1983"/>
            <p:cNvSpPr/>
            <p:nvPr/>
          </p:nvSpPr>
          <p:spPr>
            <a:xfrm>
              <a:off x="7539328" y="192475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4" name="rc1984"/>
            <p:cNvSpPr/>
            <p:nvPr/>
          </p:nvSpPr>
          <p:spPr>
            <a:xfrm>
              <a:off x="7561478" y="139598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7583627" y="149720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6" name="rc1986"/>
            <p:cNvSpPr/>
            <p:nvPr/>
          </p:nvSpPr>
          <p:spPr>
            <a:xfrm>
              <a:off x="7605777" y="1693215"/>
              <a:ext cx="19934" cy="676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7627927" y="1393941"/>
              <a:ext cx="19934" cy="1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8" name="rc1988"/>
            <p:cNvSpPr/>
            <p:nvPr/>
          </p:nvSpPr>
          <p:spPr>
            <a:xfrm>
              <a:off x="7650077" y="1396760"/>
              <a:ext cx="19934" cy="36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7672227" y="2379955"/>
              <a:ext cx="19934" cy="618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0" name="rc1990"/>
            <p:cNvSpPr/>
            <p:nvPr/>
          </p:nvSpPr>
          <p:spPr>
            <a:xfrm>
              <a:off x="7694377" y="139333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1" name="rc1991"/>
            <p:cNvSpPr/>
            <p:nvPr/>
          </p:nvSpPr>
          <p:spPr>
            <a:xfrm>
              <a:off x="7716526" y="13927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2" name="rc1992"/>
            <p:cNvSpPr/>
            <p:nvPr/>
          </p:nvSpPr>
          <p:spPr>
            <a:xfrm>
              <a:off x="7738676" y="1699493"/>
              <a:ext cx="19934" cy="25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3" name="rc1993"/>
            <p:cNvSpPr/>
            <p:nvPr/>
          </p:nvSpPr>
          <p:spPr>
            <a:xfrm>
              <a:off x="7760826" y="169970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4" name="rc1994"/>
            <p:cNvSpPr/>
            <p:nvPr/>
          </p:nvSpPr>
          <p:spPr>
            <a:xfrm>
              <a:off x="7782976" y="1395868"/>
              <a:ext cx="19934" cy="10784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5" name="rc1995"/>
            <p:cNvSpPr/>
            <p:nvPr/>
          </p:nvSpPr>
          <p:spPr>
            <a:xfrm>
              <a:off x="7805126" y="194398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6" name="rc1996"/>
            <p:cNvSpPr/>
            <p:nvPr/>
          </p:nvSpPr>
          <p:spPr>
            <a:xfrm>
              <a:off x="7827275" y="1630180"/>
              <a:ext cx="19934" cy="77695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7" name="rc1997"/>
            <p:cNvSpPr/>
            <p:nvPr/>
          </p:nvSpPr>
          <p:spPr>
            <a:xfrm>
              <a:off x="7849425" y="147874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8" name="rc1998"/>
            <p:cNvSpPr/>
            <p:nvPr/>
          </p:nvSpPr>
          <p:spPr>
            <a:xfrm>
              <a:off x="7871575" y="1393172"/>
              <a:ext cx="19934" cy="13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9" name="rc1999"/>
            <p:cNvSpPr/>
            <p:nvPr/>
          </p:nvSpPr>
          <p:spPr>
            <a:xfrm>
              <a:off x="7893725" y="184196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0" name="rc2000"/>
            <p:cNvSpPr/>
            <p:nvPr/>
          </p:nvSpPr>
          <p:spPr>
            <a:xfrm>
              <a:off x="7915875" y="1392620"/>
              <a:ext cx="19934" cy="3714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1" name="rc2001"/>
            <p:cNvSpPr/>
            <p:nvPr/>
          </p:nvSpPr>
          <p:spPr>
            <a:xfrm>
              <a:off x="7938025" y="139370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2" name="rc2002"/>
            <p:cNvSpPr/>
            <p:nvPr/>
          </p:nvSpPr>
          <p:spPr>
            <a:xfrm>
              <a:off x="7960174" y="139304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3" name="rc2003"/>
            <p:cNvSpPr/>
            <p:nvPr/>
          </p:nvSpPr>
          <p:spPr>
            <a:xfrm>
              <a:off x="7982324" y="1393884"/>
              <a:ext cx="19934" cy="1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4" name="rc2004"/>
            <p:cNvSpPr/>
            <p:nvPr/>
          </p:nvSpPr>
          <p:spPr>
            <a:xfrm>
              <a:off x="8004474" y="139328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5" name="rc2005"/>
            <p:cNvSpPr/>
            <p:nvPr/>
          </p:nvSpPr>
          <p:spPr>
            <a:xfrm>
              <a:off x="8026624" y="1399750"/>
              <a:ext cx="19934" cy="10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" name="rc2006"/>
            <p:cNvSpPr/>
            <p:nvPr/>
          </p:nvSpPr>
          <p:spPr>
            <a:xfrm>
              <a:off x="8048774" y="141594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7" name="rc2007"/>
            <p:cNvSpPr/>
            <p:nvPr/>
          </p:nvSpPr>
          <p:spPr>
            <a:xfrm>
              <a:off x="8070923" y="139911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8" name="rc2008"/>
            <p:cNvSpPr/>
            <p:nvPr/>
          </p:nvSpPr>
          <p:spPr>
            <a:xfrm>
              <a:off x="8093073" y="139281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9" name="rc2009"/>
            <p:cNvSpPr/>
            <p:nvPr/>
          </p:nvSpPr>
          <p:spPr>
            <a:xfrm>
              <a:off x="8115223" y="1394773"/>
              <a:ext cx="19934" cy="14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0" name="rc2010"/>
            <p:cNvSpPr/>
            <p:nvPr/>
          </p:nvSpPr>
          <p:spPr>
            <a:xfrm>
              <a:off x="8137373" y="139262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rc2011"/>
            <p:cNvSpPr/>
            <p:nvPr/>
          </p:nvSpPr>
          <p:spPr>
            <a:xfrm>
              <a:off x="8159523" y="139255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2" name="rc2012"/>
            <p:cNvSpPr/>
            <p:nvPr/>
          </p:nvSpPr>
          <p:spPr>
            <a:xfrm>
              <a:off x="8181673" y="147943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3" name="rc2013"/>
            <p:cNvSpPr/>
            <p:nvPr/>
          </p:nvSpPr>
          <p:spPr>
            <a:xfrm>
              <a:off x="8203822" y="144047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4" name="rc2014"/>
            <p:cNvSpPr/>
            <p:nvPr/>
          </p:nvSpPr>
          <p:spPr>
            <a:xfrm>
              <a:off x="8225972" y="141210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5" name="rc2015"/>
            <p:cNvSpPr/>
            <p:nvPr/>
          </p:nvSpPr>
          <p:spPr>
            <a:xfrm>
              <a:off x="8248122" y="139672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6" name="rc2016"/>
            <p:cNvSpPr/>
            <p:nvPr/>
          </p:nvSpPr>
          <p:spPr>
            <a:xfrm>
              <a:off x="8270272" y="139281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7" name="rc2017"/>
            <p:cNvSpPr/>
            <p:nvPr/>
          </p:nvSpPr>
          <p:spPr>
            <a:xfrm>
              <a:off x="8292422" y="143240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8" name="rc2018"/>
            <p:cNvSpPr/>
            <p:nvPr/>
          </p:nvSpPr>
          <p:spPr>
            <a:xfrm>
              <a:off x="8314571" y="1407446"/>
              <a:ext cx="19934" cy="22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9" name="rc2019"/>
            <p:cNvSpPr/>
            <p:nvPr/>
          </p:nvSpPr>
          <p:spPr>
            <a:xfrm>
              <a:off x="8336721" y="1573684"/>
              <a:ext cx="19934" cy="191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0" name="rc2020"/>
            <p:cNvSpPr/>
            <p:nvPr/>
          </p:nvSpPr>
          <p:spPr>
            <a:xfrm>
              <a:off x="8358871" y="14011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1" name="rc2021"/>
            <p:cNvSpPr/>
            <p:nvPr/>
          </p:nvSpPr>
          <p:spPr>
            <a:xfrm>
              <a:off x="8381021" y="140058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2" name="rc2022"/>
            <p:cNvSpPr/>
            <p:nvPr/>
          </p:nvSpPr>
          <p:spPr>
            <a:xfrm>
              <a:off x="8403171" y="139743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3" name="rc2023"/>
            <p:cNvSpPr/>
            <p:nvPr/>
          </p:nvSpPr>
          <p:spPr>
            <a:xfrm>
              <a:off x="8425321" y="1404103"/>
              <a:ext cx="19934" cy="324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4" name="rc2024"/>
            <p:cNvSpPr/>
            <p:nvPr/>
          </p:nvSpPr>
          <p:spPr>
            <a:xfrm>
              <a:off x="8447470" y="1419718"/>
              <a:ext cx="19934" cy="1888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5" name="rc2025"/>
            <p:cNvSpPr/>
            <p:nvPr/>
          </p:nvSpPr>
          <p:spPr>
            <a:xfrm>
              <a:off x="8469620" y="139709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6" name="rc2026"/>
            <p:cNvSpPr/>
            <p:nvPr/>
          </p:nvSpPr>
          <p:spPr>
            <a:xfrm>
              <a:off x="8491770" y="195417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7" name="rc2027"/>
            <p:cNvSpPr/>
            <p:nvPr/>
          </p:nvSpPr>
          <p:spPr>
            <a:xfrm>
              <a:off x="8513920" y="140120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8" name="rc2028"/>
            <p:cNvSpPr/>
            <p:nvPr/>
          </p:nvSpPr>
          <p:spPr>
            <a:xfrm>
              <a:off x="8536070" y="148462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9" name="rc2029"/>
            <p:cNvSpPr/>
            <p:nvPr/>
          </p:nvSpPr>
          <p:spPr>
            <a:xfrm>
              <a:off x="8558219" y="1410866"/>
              <a:ext cx="19934" cy="5932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0" name="rc2030"/>
            <p:cNvSpPr/>
            <p:nvPr/>
          </p:nvSpPr>
          <p:spPr>
            <a:xfrm>
              <a:off x="8580369" y="1398522"/>
              <a:ext cx="19934" cy="17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1" name="rc2031"/>
            <p:cNvSpPr/>
            <p:nvPr/>
          </p:nvSpPr>
          <p:spPr>
            <a:xfrm>
              <a:off x="8602519" y="1400232"/>
              <a:ext cx="19934" cy="2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2" name="rc2032"/>
            <p:cNvSpPr/>
            <p:nvPr/>
          </p:nvSpPr>
          <p:spPr>
            <a:xfrm>
              <a:off x="8624669" y="139720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3" name="rc2033"/>
            <p:cNvSpPr/>
            <p:nvPr/>
          </p:nvSpPr>
          <p:spPr>
            <a:xfrm>
              <a:off x="8646819" y="1518468"/>
              <a:ext cx="19934" cy="22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4" name="rc2034"/>
            <p:cNvSpPr/>
            <p:nvPr/>
          </p:nvSpPr>
          <p:spPr>
            <a:xfrm>
              <a:off x="8668969" y="140055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5" name="rc2035"/>
            <p:cNvSpPr/>
            <p:nvPr/>
          </p:nvSpPr>
          <p:spPr>
            <a:xfrm>
              <a:off x="8691118" y="169284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6" name="rc2036"/>
            <p:cNvSpPr/>
            <p:nvPr/>
          </p:nvSpPr>
          <p:spPr>
            <a:xfrm>
              <a:off x="8713268" y="148222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7" name="rc2037"/>
            <p:cNvSpPr/>
            <p:nvPr/>
          </p:nvSpPr>
          <p:spPr>
            <a:xfrm>
              <a:off x="8735418" y="139966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8" name="rc2038"/>
            <p:cNvSpPr/>
            <p:nvPr/>
          </p:nvSpPr>
          <p:spPr>
            <a:xfrm>
              <a:off x="8757568" y="139879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9" name="rc2039"/>
            <p:cNvSpPr/>
            <p:nvPr/>
          </p:nvSpPr>
          <p:spPr>
            <a:xfrm>
              <a:off x="8779718" y="2116525"/>
              <a:ext cx="19934" cy="1422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0" name="rc2040"/>
            <p:cNvSpPr/>
            <p:nvPr/>
          </p:nvSpPr>
          <p:spPr>
            <a:xfrm>
              <a:off x="8801867" y="2137858"/>
              <a:ext cx="19934" cy="32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1" name="rc2041"/>
            <p:cNvSpPr/>
            <p:nvPr/>
          </p:nvSpPr>
          <p:spPr>
            <a:xfrm>
              <a:off x="8824017" y="1398872"/>
              <a:ext cx="19934" cy="24335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2" name="rc2042"/>
            <p:cNvSpPr/>
            <p:nvPr/>
          </p:nvSpPr>
          <p:spPr>
            <a:xfrm>
              <a:off x="8846167" y="1398240"/>
              <a:ext cx="19934" cy="2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3" name="rc2043"/>
            <p:cNvSpPr/>
            <p:nvPr/>
          </p:nvSpPr>
          <p:spPr>
            <a:xfrm>
              <a:off x="8868317" y="1397804"/>
              <a:ext cx="19934" cy="24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4" name="rc2044"/>
            <p:cNvSpPr/>
            <p:nvPr/>
          </p:nvSpPr>
          <p:spPr>
            <a:xfrm>
              <a:off x="8890467" y="1466327"/>
              <a:ext cx="19934" cy="32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5" name="rc2045"/>
            <p:cNvSpPr/>
            <p:nvPr/>
          </p:nvSpPr>
          <p:spPr>
            <a:xfrm>
              <a:off x="7450729" y="1430962"/>
              <a:ext cx="19934" cy="42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6" name="rc2046"/>
            <p:cNvSpPr/>
            <p:nvPr/>
          </p:nvSpPr>
          <p:spPr>
            <a:xfrm>
              <a:off x="7472878" y="1392503"/>
              <a:ext cx="19934" cy="32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7" name="rc2047"/>
            <p:cNvSpPr/>
            <p:nvPr/>
          </p:nvSpPr>
          <p:spPr>
            <a:xfrm>
              <a:off x="7495028" y="1393603"/>
              <a:ext cx="19934" cy="2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8" name="rc2048"/>
            <p:cNvSpPr/>
            <p:nvPr/>
          </p:nvSpPr>
          <p:spPr>
            <a:xfrm>
              <a:off x="7517178" y="143431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9" name="rc2049"/>
            <p:cNvSpPr/>
            <p:nvPr/>
          </p:nvSpPr>
          <p:spPr>
            <a:xfrm>
              <a:off x="7539328" y="192475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0" name="rc2050"/>
            <p:cNvSpPr/>
            <p:nvPr/>
          </p:nvSpPr>
          <p:spPr>
            <a:xfrm>
              <a:off x="7561478" y="139598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1" name="rc2051"/>
            <p:cNvSpPr/>
            <p:nvPr/>
          </p:nvSpPr>
          <p:spPr>
            <a:xfrm>
              <a:off x="7583627" y="1497208"/>
              <a:ext cx="19934" cy="29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2" name="rc2052"/>
            <p:cNvSpPr/>
            <p:nvPr/>
          </p:nvSpPr>
          <p:spPr>
            <a:xfrm>
              <a:off x="7605777" y="1699977"/>
              <a:ext cx="19934" cy="24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3" name="rc2053"/>
            <p:cNvSpPr/>
            <p:nvPr/>
          </p:nvSpPr>
          <p:spPr>
            <a:xfrm>
              <a:off x="7627927" y="139407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4" name="rc2054"/>
            <p:cNvSpPr/>
            <p:nvPr/>
          </p:nvSpPr>
          <p:spPr>
            <a:xfrm>
              <a:off x="7650077" y="1397124"/>
              <a:ext cx="19934" cy="2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5" name="rc2055"/>
            <p:cNvSpPr/>
            <p:nvPr/>
          </p:nvSpPr>
          <p:spPr>
            <a:xfrm>
              <a:off x="7672227" y="2386136"/>
              <a:ext cx="19934" cy="463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6" name="rc2056"/>
            <p:cNvSpPr/>
            <p:nvPr/>
          </p:nvSpPr>
          <p:spPr>
            <a:xfrm>
              <a:off x="7694377" y="139333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7" name="rc2057"/>
            <p:cNvSpPr/>
            <p:nvPr/>
          </p:nvSpPr>
          <p:spPr>
            <a:xfrm>
              <a:off x="7716526" y="1392741"/>
              <a:ext cx="19934" cy="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8" name="rc2058"/>
            <p:cNvSpPr/>
            <p:nvPr/>
          </p:nvSpPr>
          <p:spPr>
            <a:xfrm>
              <a:off x="7738676" y="169974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9" name="rc2059"/>
            <p:cNvSpPr/>
            <p:nvPr/>
          </p:nvSpPr>
          <p:spPr>
            <a:xfrm>
              <a:off x="7760826" y="169970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0" name="rc2060"/>
            <p:cNvSpPr/>
            <p:nvPr/>
          </p:nvSpPr>
          <p:spPr>
            <a:xfrm>
              <a:off x="7782976" y="150371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1" name="rc2061"/>
            <p:cNvSpPr/>
            <p:nvPr/>
          </p:nvSpPr>
          <p:spPr>
            <a:xfrm>
              <a:off x="7805126" y="194398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2" name="rc2062"/>
            <p:cNvSpPr/>
            <p:nvPr/>
          </p:nvSpPr>
          <p:spPr>
            <a:xfrm>
              <a:off x="7827275" y="2407138"/>
              <a:ext cx="19934" cy="21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3" name="rc2063"/>
            <p:cNvSpPr/>
            <p:nvPr/>
          </p:nvSpPr>
          <p:spPr>
            <a:xfrm>
              <a:off x="7849425" y="1478748"/>
              <a:ext cx="19934" cy="3938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4" name="rc2064"/>
            <p:cNvSpPr/>
            <p:nvPr/>
          </p:nvSpPr>
          <p:spPr>
            <a:xfrm>
              <a:off x="7871575" y="1393306"/>
              <a:ext cx="19934" cy="1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5" name="rc2065"/>
            <p:cNvSpPr/>
            <p:nvPr/>
          </p:nvSpPr>
          <p:spPr>
            <a:xfrm>
              <a:off x="7893725" y="1841968"/>
              <a:ext cx="19934" cy="152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6" name="rc2066"/>
            <p:cNvSpPr/>
            <p:nvPr/>
          </p:nvSpPr>
          <p:spPr>
            <a:xfrm>
              <a:off x="7915875" y="1429762"/>
              <a:ext cx="19934" cy="8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7938025" y="139370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8" name="rc2068"/>
            <p:cNvSpPr/>
            <p:nvPr/>
          </p:nvSpPr>
          <p:spPr>
            <a:xfrm>
              <a:off x="7960174" y="1393046"/>
              <a:ext cx="19934" cy="62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9" name="rc2069"/>
            <p:cNvSpPr/>
            <p:nvPr/>
          </p:nvSpPr>
          <p:spPr>
            <a:xfrm>
              <a:off x="7982324" y="1393994"/>
              <a:ext cx="19934" cy="150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0" name="rc2070"/>
            <p:cNvSpPr/>
            <p:nvPr/>
          </p:nvSpPr>
          <p:spPr>
            <a:xfrm>
              <a:off x="8004474" y="1393282"/>
              <a:ext cx="19934" cy="15305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1" name="rc2071"/>
            <p:cNvSpPr/>
            <p:nvPr/>
          </p:nvSpPr>
          <p:spPr>
            <a:xfrm>
              <a:off x="8026624" y="1399851"/>
              <a:ext cx="19934" cy="2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2" name="rc2072"/>
            <p:cNvSpPr/>
            <p:nvPr/>
          </p:nvSpPr>
          <p:spPr>
            <a:xfrm>
              <a:off x="8048774" y="1415948"/>
              <a:ext cx="19934" cy="6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3" name="rc2073"/>
            <p:cNvSpPr/>
            <p:nvPr/>
          </p:nvSpPr>
          <p:spPr>
            <a:xfrm>
              <a:off x="8070923" y="1399111"/>
              <a:ext cx="19934" cy="156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4" name="rc2074"/>
            <p:cNvSpPr/>
            <p:nvPr/>
          </p:nvSpPr>
          <p:spPr>
            <a:xfrm>
              <a:off x="8093073" y="139281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5" name="rc2075"/>
            <p:cNvSpPr/>
            <p:nvPr/>
          </p:nvSpPr>
          <p:spPr>
            <a:xfrm>
              <a:off x="8115223" y="1394914"/>
              <a:ext cx="19934" cy="134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6" name="rc2076"/>
            <p:cNvSpPr/>
            <p:nvPr/>
          </p:nvSpPr>
          <p:spPr>
            <a:xfrm>
              <a:off x="8137373" y="1392624"/>
              <a:ext cx="19934" cy="2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7" name="rc2077"/>
            <p:cNvSpPr/>
            <p:nvPr/>
          </p:nvSpPr>
          <p:spPr>
            <a:xfrm>
              <a:off x="8159523" y="1392558"/>
              <a:ext cx="19934" cy="109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8" name="rc2078"/>
            <p:cNvSpPr/>
            <p:nvPr/>
          </p:nvSpPr>
          <p:spPr>
            <a:xfrm>
              <a:off x="8181673" y="1479431"/>
              <a:ext cx="19934" cy="1875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9" name="rc2079"/>
            <p:cNvSpPr/>
            <p:nvPr/>
          </p:nvSpPr>
          <p:spPr>
            <a:xfrm>
              <a:off x="8203822" y="1440471"/>
              <a:ext cx="19934" cy="7477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0" name="rc2080"/>
            <p:cNvSpPr/>
            <p:nvPr/>
          </p:nvSpPr>
          <p:spPr>
            <a:xfrm>
              <a:off x="8225972" y="1412105"/>
              <a:ext cx="19934" cy="2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1" name="rc2081"/>
            <p:cNvSpPr/>
            <p:nvPr/>
          </p:nvSpPr>
          <p:spPr>
            <a:xfrm>
              <a:off x="8248122" y="1396725"/>
              <a:ext cx="19934" cy="150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2" name="rc2082"/>
            <p:cNvSpPr/>
            <p:nvPr/>
          </p:nvSpPr>
          <p:spPr>
            <a:xfrm>
              <a:off x="8270272" y="1392819"/>
              <a:ext cx="19934" cy="3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3" name="rc2083"/>
            <p:cNvSpPr/>
            <p:nvPr/>
          </p:nvSpPr>
          <p:spPr>
            <a:xfrm>
              <a:off x="8292422" y="143240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4" name="rc2084"/>
            <p:cNvSpPr/>
            <p:nvPr/>
          </p:nvSpPr>
          <p:spPr>
            <a:xfrm>
              <a:off x="8314571" y="140767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5" name="rc2085"/>
            <p:cNvSpPr/>
            <p:nvPr/>
          </p:nvSpPr>
          <p:spPr>
            <a:xfrm>
              <a:off x="8336721" y="1575601"/>
              <a:ext cx="19934" cy="783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6" name="rc2086"/>
            <p:cNvSpPr/>
            <p:nvPr/>
          </p:nvSpPr>
          <p:spPr>
            <a:xfrm>
              <a:off x="8358871" y="1401141"/>
              <a:ext cx="19934" cy="4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7" name="rc2087"/>
            <p:cNvSpPr/>
            <p:nvPr/>
          </p:nvSpPr>
          <p:spPr>
            <a:xfrm>
              <a:off x="8381021" y="1400586"/>
              <a:ext cx="19934" cy="2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8" name="rc2088"/>
            <p:cNvSpPr/>
            <p:nvPr/>
          </p:nvSpPr>
          <p:spPr>
            <a:xfrm>
              <a:off x="8403171" y="1397430"/>
              <a:ext cx="19934" cy="5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9" name="rc2089"/>
            <p:cNvSpPr/>
            <p:nvPr/>
          </p:nvSpPr>
          <p:spPr>
            <a:xfrm>
              <a:off x="8425321" y="1407349"/>
              <a:ext cx="19934" cy="10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0" name="rc2090"/>
            <p:cNvSpPr/>
            <p:nvPr/>
          </p:nvSpPr>
          <p:spPr>
            <a:xfrm>
              <a:off x="8447470" y="1438601"/>
              <a:ext cx="19934" cy="1800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1" name="rc2091"/>
            <p:cNvSpPr/>
            <p:nvPr/>
          </p:nvSpPr>
          <p:spPr>
            <a:xfrm>
              <a:off x="8469620" y="1397091"/>
              <a:ext cx="19934" cy="1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2" name="rc2092"/>
            <p:cNvSpPr/>
            <p:nvPr/>
          </p:nvSpPr>
          <p:spPr>
            <a:xfrm>
              <a:off x="8491770" y="1954175"/>
              <a:ext cx="19934" cy="7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3" name="rc2093"/>
            <p:cNvSpPr/>
            <p:nvPr/>
          </p:nvSpPr>
          <p:spPr>
            <a:xfrm>
              <a:off x="8513920" y="1401201"/>
              <a:ext cx="19934" cy="129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4" name="rc2094"/>
            <p:cNvSpPr/>
            <p:nvPr/>
          </p:nvSpPr>
          <p:spPr>
            <a:xfrm>
              <a:off x="8536070" y="1484622"/>
              <a:ext cx="19934" cy="583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5" name="rc2095"/>
            <p:cNvSpPr/>
            <p:nvPr/>
          </p:nvSpPr>
          <p:spPr>
            <a:xfrm>
              <a:off x="8558219" y="147019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6" name="rc2096"/>
            <p:cNvSpPr/>
            <p:nvPr/>
          </p:nvSpPr>
          <p:spPr>
            <a:xfrm>
              <a:off x="8580369" y="139870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7" name="rc2097"/>
            <p:cNvSpPr/>
            <p:nvPr/>
          </p:nvSpPr>
          <p:spPr>
            <a:xfrm>
              <a:off x="8602519" y="140048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8" name="rc2098"/>
            <p:cNvSpPr/>
            <p:nvPr/>
          </p:nvSpPr>
          <p:spPr>
            <a:xfrm>
              <a:off x="8624669" y="1397208"/>
              <a:ext cx="19934" cy="15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9" name="rc2099"/>
            <p:cNvSpPr/>
            <p:nvPr/>
          </p:nvSpPr>
          <p:spPr>
            <a:xfrm>
              <a:off x="8646819" y="152072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0" name="rc2100"/>
            <p:cNvSpPr/>
            <p:nvPr/>
          </p:nvSpPr>
          <p:spPr>
            <a:xfrm>
              <a:off x="8668969" y="1400555"/>
              <a:ext cx="19934" cy="7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1" name="rc2101"/>
            <p:cNvSpPr/>
            <p:nvPr/>
          </p:nvSpPr>
          <p:spPr>
            <a:xfrm>
              <a:off x="8691118" y="169284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2" name="rc2102"/>
            <p:cNvSpPr/>
            <p:nvPr/>
          </p:nvSpPr>
          <p:spPr>
            <a:xfrm>
              <a:off x="8713268" y="1482228"/>
              <a:ext cx="19934" cy="16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3" name="rc2103"/>
            <p:cNvSpPr/>
            <p:nvPr/>
          </p:nvSpPr>
          <p:spPr>
            <a:xfrm>
              <a:off x="8735418" y="139966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4" name="rc2104"/>
            <p:cNvSpPr/>
            <p:nvPr/>
          </p:nvSpPr>
          <p:spPr>
            <a:xfrm>
              <a:off x="8757568" y="139879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5" name="rc2105"/>
            <p:cNvSpPr/>
            <p:nvPr/>
          </p:nvSpPr>
          <p:spPr>
            <a:xfrm>
              <a:off x="8779718" y="2130754"/>
              <a:ext cx="19934" cy="882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6" name="rc2106"/>
            <p:cNvSpPr/>
            <p:nvPr/>
          </p:nvSpPr>
          <p:spPr>
            <a:xfrm>
              <a:off x="8801867" y="2138187"/>
              <a:ext cx="19934" cy="1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7" name="rc2107"/>
            <p:cNvSpPr/>
            <p:nvPr/>
          </p:nvSpPr>
          <p:spPr>
            <a:xfrm>
              <a:off x="8824017" y="164222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8" name="rc2108"/>
            <p:cNvSpPr/>
            <p:nvPr/>
          </p:nvSpPr>
          <p:spPr>
            <a:xfrm>
              <a:off x="8846167" y="139847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9" name="rc2109"/>
            <p:cNvSpPr/>
            <p:nvPr/>
          </p:nvSpPr>
          <p:spPr>
            <a:xfrm>
              <a:off x="8868317" y="1398048"/>
              <a:ext cx="19934" cy="737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0" name="rc2110"/>
            <p:cNvSpPr/>
            <p:nvPr/>
          </p:nvSpPr>
          <p:spPr>
            <a:xfrm>
              <a:off x="8890467" y="1466652"/>
              <a:ext cx="19934" cy="7273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1" name="rc2111"/>
            <p:cNvSpPr/>
            <p:nvPr/>
          </p:nvSpPr>
          <p:spPr>
            <a:xfrm>
              <a:off x="7450729" y="1435213"/>
              <a:ext cx="19934" cy="707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2" name="rc2112"/>
            <p:cNvSpPr/>
            <p:nvPr/>
          </p:nvSpPr>
          <p:spPr>
            <a:xfrm>
              <a:off x="7472878" y="1392827"/>
              <a:ext cx="19934" cy="5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3" name="rc2113"/>
            <p:cNvSpPr/>
            <p:nvPr/>
          </p:nvSpPr>
          <p:spPr>
            <a:xfrm>
              <a:off x="7495028" y="1393894"/>
              <a:ext cx="19934" cy="3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4" name="rc2114"/>
            <p:cNvSpPr/>
            <p:nvPr/>
          </p:nvSpPr>
          <p:spPr>
            <a:xfrm>
              <a:off x="7517178" y="143431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5" name="rc2115"/>
            <p:cNvSpPr/>
            <p:nvPr/>
          </p:nvSpPr>
          <p:spPr>
            <a:xfrm>
              <a:off x="7539328" y="1924755"/>
              <a:ext cx="19934" cy="156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6" name="rc2116"/>
            <p:cNvSpPr/>
            <p:nvPr/>
          </p:nvSpPr>
          <p:spPr>
            <a:xfrm>
              <a:off x="7561478" y="139598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7" name="rc2117"/>
            <p:cNvSpPr/>
            <p:nvPr/>
          </p:nvSpPr>
          <p:spPr>
            <a:xfrm>
              <a:off x="7583627" y="150017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8" name="rc2118"/>
            <p:cNvSpPr/>
            <p:nvPr/>
          </p:nvSpPr>
          <p:spPr>
            <a:xfrm>
              <a:off x="7605777" y="1702387"/>
              <a:ext cx="19934" cy="38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9" name="rc2119"/>
            <p:cNvSpPr/>
            <p:nvPr/>
          </p:nvSpPr>
          <p:spPr>
            <a:xfrm>
              <a:off x="7627927" y="139407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0" name="rc2120"/>
            <p:cNvSpPr/>
            <p:nvPr/>
          </p:nvSpPr>
          <p:spPr>
            <a:xfrm>
              <a:off x="7650077" y="1397343"/>
              <a:ext cx="19934" cy="28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1" name="rc2121"/>
            <p:cNvSpPr/>
            <p:nvPr/>
          </p:nvSpPr>
          <p:spPr>
            <a:xfrm>
              <a:off x="7672227" y="2390771"/>
              <a:ext cx="19934" cy="88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2" name="rc2122"/>
            <p:cNvSpPr/>
            <p:nvPr/>
          </p:nvSpPr>
          <p:spPr>
            <a:xfrm>
              <a:off x="7694377" y="1393337"/>
              <a:ext cx="19934" cy="1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3" name="rc2123"/>
            <p:cNvSpPr/>
            <p:nvPr/>
          </p:nvSpPr>
          <p:spPr>
            <a:xfrm>
              <a:off x="7716526" y="1392830"/>
              <a:ext cx="19934" cy="1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4" name="rc2124"/>
            <p:cNvSpPr/>
            <p:nvPr/>
          </p:nvSpPr>
          <p:spPr>
            <a:xfrm>
              <a:off x="7738676" y="1699746"/>
              <a:ext cx="19934" cy="188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5" name="rc2125"/>
            <p:cNvSpPr/>
            <p:nvPr/>
          </p:nvSpPr>
          <p:spPr>
            <a:xfrm>
              <a:off x="7760826" y="1699700"/>
              <a:ext cx="19934" cy="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6" name="rc2126"/>
            <p:cNvSpPr/>
            <p:nvPr/>
          </p:nvSpPr>
          <p:spPr>
            <a:xfrm>
              <a:off x="7782976" y="1503717"/>
              <a:ext cx="19934" cy="170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7" name="rc2127"/>
            <p:cNvSpPr/>
            <p:nvPr/>
          </p:nvSpPr>
          <p:spPr>
            <a:xfrm>
              <a:off x="7805126" y="1943984"/>
              <a:ext cx="19934" cy="3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8" name="rc2128"/>
            <p:cNvSpPr/>
            <p:nvPr/>
          </p:nvSpPr>
          <p:spPr>
            <a:xfrm>
              <a:off x="7827275" y="2409242"/>
              <a:ext cx="19934" cy="2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9" name="rc2129"/>
            <p:cNvSpPr/>
            <p:nvPr/>
          </p:nvSpPr>
          <p:spPr>
            <a:xfrm>
              <a:off x="7849425" y="151813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0" name="rc2130"/>
            <p:cNvSpPr/>
            <p:nvPr/>
          </p:nvSpPr>
          <p:spPr>
            <a:xfrm>
              <a:off x="7871575" y="1393407"/>
              <a:ext cx="19934" cy="3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1" name="rc2131"/>
            <p:cNvSpPr/>
            <p:nvPr/>
          </p:nvSpPr>
          <p:spPr>
            <a:xfrm>
              <a:off x="7893725" y="1857266"/>
              <a:ext cx="19934" cy="962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2" name="rc2132"/>
            <p:cNvSpPr/>
            <p:nvPr/>
          </p:nvSpPr>
          <p:spPr>
            <a:xfrm>
              <a:off x="7915875" y="1430607"/>
              <a:ext cx="19934" cy="2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3" name="rc2133"/>
            <p:cNvSpPr/>
            <p:nvPr/>
          </p:nvSpPr>
          <p:spPr>
            <a:xfrm>
              <a:off x="7938025" y="139370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4" name="rc2134"/>
            <p:cNvSpPr/>
            <p:nvPr/>
          </p:nvSpPr>
          <p:spPr>
            <a:xfrm>
              <a:off x="7960174" y="1393667"/>
              <a:ext cx="19934" cy="1433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5" name="rc2135"/>
            <p:cNvSpPr/>
            <p:nvPr/>
          </p:nvSpPr>
          <p:spPr>
            <a:xfrm>
              <a:off x="7982324" y="1395503"/>
              <a:ext cx="19934" cy="2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6" name="rc2136"/>
            <p:cNvSpPr/>
            <p:nvPr/>
          </p:nvSpPr>
          <p:spPr>
            <a:xfrm>
              <a:off x="8004474" y="292380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7" name="rc2137"/>
            <p:cNvSpPr/>
            <p:nvPr/>
          </p:nvSpPr>
          <p:spPr>
            <a:xfrm>
              <a:off x="8026624" y="1400054"/>
              <a:ext cx="19934" cy="55684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8" name="rc2138"/>
            <p:cNvSpPr/>
            <p:nvPr/>
          </p:nvSpPr>
          <p:spPr>
            <a:xfrm>
              <a:off x="8048774" y="1416550"/>
              <a:ext cx="19934" cy="7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9" name="rc2139"/>
            <p:cNvSpPr/>
            <p:nvPr/>
          </p:nvSpPr>
          <p:spPr>
            <a:xfrm>
              <a:off x="8070923" y="1414791"/>
              <a:ext cx="19934" cy="2478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0" name="rc2140"/>
            <p:cNvSpPr/>
            <p:nvPr/>
          </p:nvSpPr>
          <p:spPr>
            <a:xfrm>
              <a:off x="8093073" y="1392811"/>
              <a:ext cx="19934" cy="59788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" name="rc2141"/>
            <p:cNvSpPr/>
            <p:nvPr/>
          </p:nvSpPr>
          <p:spPr>
            <a:xfrm>
              <a:off x="8115223" y="1396259"/>
              <a:ext cx="19934" cy="14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2" name="rc2142"/>
            <p:cNvSpPr/>
            <p:nvPr/>
          </p:nvSpPr>
          <p:spPr>
            <a:xfrm>
              <a:off x="8137373" y="1392836"/>
              <a:ext cx="19934" cy="16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3" name="rc2143"/>
            <p:cNvSpPr/>
            <p:nvPr/>
          </p:nvSpPr>
          <p:spPr>
            <a:xfrm>
              <a:off x="8159523" y="1393650"/>
              <a:ext cx="19934" cy="1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4" name="rc2144"/>
            <p:cNvSpPr/>
            <p:nvPr/>
          </p:nvSpPr>
          <p:spPr>
            <a:xfrm>
              <a:off x="8181673" y="1498184"/>
              <a:ext cx="19934" cy="4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5" name="rc2145"/>
            <p:cNvSpPr/>
            <p:nvPr/>
          </p:nvSpPr>
          <p:spPr>
            <a:xfrm>
              <a:off x="8203822" y="1515246"/>
              <a:ext cx="19934" cy="3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6" name="rc2146"/>
            <p:cNvSpPr/>
            <p:nvPr/>
          </p:nvSpPr>
          <p:spPr>
            <a:xfrm>
              <a:off x="8225972" y="1412356"/>
              <a:ext cx="19934" cy="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7" name="rc2147"/>
            <p:cNvSpPr/>
            <p:nvPr/>
          </p:nvSpPr>
          <p:spPr>
            <a:xfrm>
              <a:off x="8248122" y="1398233"/>
              <a:ext cx="19934" cy="223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8" name="rc2148"/>
            <p:cNvSpPr/>
            <p:nvPr/>
          </p:nvSpPr>
          <p:spPr>
            <a:xfrm>
              <a:off x="8270272" y="1393130"/>
              <a:ext cx="19934" cy="1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9" name="rc2149"/>
            <p:cNvSpPr/>
            <p:nvPr/>
          </p:nvSpPr>
          <p:spPr>
            <a:xfrm>
              <a:off x="8292422" y="1432408"/>
              <a:ext cx="19934" cy="6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0" name="rc2150"/>
            <p:cNvSpPr/>
            <p:nvPr/>
          </p:nvSpPr>
          <p:spPr>
            <a:xfrm>
              <a:off x="8314571" y="1407672"/>
              <a:ext cx="19934" cy="5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1" name="rc2151"/>
            <p:cNvSpPr/>
            <p:nvPr/>
          </p:nvSpPr>
          <p:spPr>
            <a:xfrm>
              <a:off x="8336721" y="1653961"/>
              <a:ext cx="19934" cy="4763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2" name="rc2152"/>
            <p:cNvSpPr/>
            <p:nvPr/>
          </p:nvSpPr>
          <p:spPr>
            <a:xfrm>
              <a:off x="8358871" y="1401573"/>
              <a:ext cx="19934" cy="16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3" name="rc2153"/>
            <p:cNvSpPr/>
            <p:nvPr/>
          </p:nvSpPr>
          <p:spPr>
            <a:xfrm>
              <a:off x="8381021" y="1400800"/>
              <a:ext cx="19934" cy="4893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4" name="rc2154"/>
            <p:cNvSpPr/>
            <p:nvPr/>
          </p:nvSpPr>
          <p:spPr>
            <a:xfrm>
              <a:off x="8403171" y="1398013"/>
              <a:ext cx="19934" cy="2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5" name="rc2155"/>
            <p:cNvSpPr/>
            <p:nvPr/>
          </p:nvSpPr>
          <p:spPr>
            <a:xfrm>
              <a:off x="8425321" y="1408446"/>
              <a:ext cx="19934" cy="3649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6" name="rc2156"/>
            <p:cNvSpPr/>
            <p:nvPr/>
          </p:nvSpPr>
          <p:spPr>
            <a:xfrm>
              <a:off x="8447470" y="1456602"/>
              <a:ext cx="19934" cy="3848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7" name="rc2157"/>
            <p:cNvSpPr/>
            <p:nvPr/>
          </p:nvSpPr>
          <p:spPr>
            <a:xfrm>
              <a:off x="8469620" y="1397232"/>
              <a:ext cx="19934" cy="10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8" name="rc2158"/>
            <p:cNvSpPr/>
            <p:nvPr/>
          </p:nvSpPr>
          <p:spPr>
            <a:xfrm>
              <a:off x="8491770" y="1954901"/>
              <a:ext cx="19934" cy="4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9" name="rc2159"/>
            <p:cNvSpPr/>
            <p:nvPr/>
          </p:nvSpPr>
          <p:spPr>
            <a:xfrm>
              <a:off x="8513920" y="140249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0" name="rc2160"/>
            <p:cNvSpPr/>
            <p:nvPr/>
          </p:nvSpPr>
          <p:spPr>
            <a:xfrm>
              <a:off x="8536070" y="1490460"/>
              <a:ext cx="19934" cy="7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1" name="rc2161"/>
            <p:cNvSpPr/>
            <p:nvPr/>
          </p:nvSpPr>
          <p:spPr>
            <a:xfrm>
              <a:off x="8558219" y="1470196"/>
              <a:ext cx="19934" cy="4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2" name="rc2162"/>
            <p:cNvSpPr/>
            <p:nvPr/>
          </p:nvSpPr>
          <p:spPr>
            <a:xfrm>
              <a:off x="8580369" y="139870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3" name="rc2163"/>
            <p:cNvSpPr/>
            <p:nvPr/>
          </p:nvSpPr>
          <p:spPr>
            <a:xfrm>
              <a:off x="8602519" y="1400483"/>
              <a:ext cx="19934" cy="11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4" name="rc2164"/>
            <p:cNvSpPr/>
            <p:nvPr/>
          </p:nvSpPr>
          <p:spPr>
            <a:xfrm>
              <a:off x="8624669" y="1397366"/>
              <a:ext cx="19934" cy="44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5" name="rc2165"/>
            <p:cNvSpPr/>
            <p:nvPr/>
          </p:nvSpPr>
          <p:spPr>
            <a:xfrm>
              <a:off x="8646819" y="1520723"/>
              <a:ext cx="19934" cy="18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6" name="rc2166"/>
            <p:cNvSpPr/>
            <p:nvPr/>
          </p:nvSpPr>
          <p:spPr>
            <a:xfrm>
              <a:off x="8668969" y="140129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7" name="rc2167"/>
            <p:cNvSpPr/>
            <p:nvPr/>
          </p:nvSpPr>
          <p:spPr>
            <a:xfrm>
              <a:off x="8691118" y="169284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8" name="rc2168"/>
            <p:cNvSpPr/>
            <p:nvPr/>
          </p:nvSpPr>
          <p:spPr>
            <a:xfrm>
              <a:off x="8713268" y="148391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9" name="rc2169"/>
            <p:cNvSpPr/>
            <p:nvPr/>
          </p:nvSpPr>
          <p:spPr>
            <a:xfrm>
              <a:off x="8735418" y="139966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0" name="rc2170"/>
            <p:cNvSpPr/>
            <p:nvPr/>
          </p:nvSpPr>
          <p:spPr>
            <a:xfrm>
              <a:off x="8757568" y="1398797"/>
              <a:ext cx="19934" cy="1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1" name="rc2171"/>
            <p:cNvSpPr/>
            <p:nvPr/>
          </p:nvSpPr>
          <p:spPr>
            <a:xfrm>
              <a:off x="8779718" y="2218974"/>
              <a:ext cx="19934" cy="284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2" name="rc2172"/>
            <p:cNvSpPr/>
            <p:nvPr/>
          </p:nvSpPr>
          <p:spPr>
            <a:xfrm>
              <a:off x="8801867" y="2138328"/>
              <a:ext cx="19934" cy="1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3" name="rc2173"/>
            <p:cNvSpPr/>
            <p:nvPr/>
          </p:nvSpPr>
          <p:spPr>
            <a:xfrm>
              <a:off x="8824017" y="1642223"/>
              <a:ext cx="19934" cy="1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4" name="rc2174"/>
            <p:cNvSpPr/>
            <p:nvPr/>
          </p:nvSpPr>
          <p:spPr>
            <a:xfrm>
              <a:off x="8846167" y="1398471"/>
              <a:ext cx="19934" cy="3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5" name="rc2175"/>
            <p:cNvSpPr/>
            <p:nvPr/>
          </p:nvSpPr>
          <p:spPr>
            <a:xfrm>
              <a:off x="8868317" y="1405420"/>
              <a:ext cx="19934" cy="1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6" name="rc2176"/>
            <p:cNvSpPr/>
            <p:nvPr/>
          </p:nvSpPr>
          <p:spPr>
            <a:xfrm>
              <a:off x="8890467" y="1539388"/>
              <a:ext cx="19934" cy="249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7" name="rc2177"/>
            <p:cNvSpPr/>
            <p:nvPr/>
          </p:nvSpPr>
          <p:spPr>
            <a:xfrm>
              <a:off x="7450729" y="1505986"/>
              <a:ext cx="19934" cy="4013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8" name="rc2178"/>
            <p:cNvSpPr/>
            <p:nvPr/>
          </p:nvSpPr>
          <p:spPr>
            <a:xfrm>
              <a:off x="7472878" y="1393406"/>
              <a:ext cx="19934" cy="22154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9" name="rc2179"/>
            <p:cNvSpPr/>
            <p:nvPr/>
          </p:nvSpPr>
          <p:spPr>
            <a:xfrm>
              <a:off x="7495028" y="1394206"/>
              <a:ext cx="19934" cy="2516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0" name="rc2180"/>
            <p:cNvSpPr/>
            <p:nvPr/>
          </p:nvSpPr>
          <p:spPr>
            <a:xfrm>
              <a:off x="7517178" y="1434315"/>
              <a:ext cx="19934" cy="9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1" name="rc2181"/>
            <p:cNvSpPr/>
            <p:nvPr/>
          </p:nvSpPr>
          <p:spPr>
            <a:xfrm>
              <a:off x="7539328" y="1926319"/>
              <a:ext cx="19934" cy="29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2" name="rc2182"/>
            <p:cNvSpPr/>
            <p:nvPr/>
          </p:nvSpPr>
          <p:spPr>
            <a:xfrm>
              <a:off x="7561478" y="1395982"/>
              <a:ext cx="19934" cy="43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3" name="rc2183"/>
            <p:cNvSpPr/>
            <p:nvPr/>
          </p:nvSpPr>
          <p:spPr>
            <a:xfrm>
              <a:off x="7583627" y="1500177"/>
              <a:ext cx="19934" cy="28366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4" name="rc2184"/>
            <p:cNvSpPr/>
            <p:nvPr/>
          </p:nvSpPr>
          <p:spPr>
            <a:xfrm>
              <a:off x="7605777" y="1706271"/>
              <a:ext cx="19934" cy="5684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5" name="rc2185"/>
            <p:cNvSpPr/>
            <p:nvPr/>
          </p:nvSpPr>
          <p:spPr>
            <a:xfrm>
              <a:off x="7627927" y="1394072"/>
              <a:ext cx="19934" cy="139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6" name="rc2186"/>
            <p:cNvSpPr/>
            <p:nvPr/>
          </p:nvSpPr>
          <p:spPr>
            <a:xfrm>
              <a:off x="7650077" y="1400186"/>
              <a:ext cx="19934" cy="349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7" name="rc2187"/>
            <p:cNvSpPr/>
            <p:nvPr/>
          </p:nvSpPr>
          <p:spPr>
            <a:xfrm>
              <a:off x="7672227" y="2399655"/>
              <a:ext cx="19934" cy="604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8" name="rc2188"/>
            <p:cNvSpPr/>
            <p:nvPr/>
          </p:nvSpPr>
          <p:spPr>
            <a:xfrm>
              <a:off x="7694377" y="1393515"/>
              <a:ext cx="19934" cy="11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9" name="rc2189"/>
            <p:cNvSpPr/>
            <p:nvPr/>
          </p:nvSpPr>
          <p:spPr>
            <a:xfrm>
              <a:off x="7716526" y="1392971"/>
              <a:ext cx="19934" cy="12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0" name="rc2190"/>
            <p:cNvSpPr/>
            <p:nvPr/>
          </p:nvSpPr>
          <p:spPr>
            <a:xfrm>
              <a:off x="7738676" y="1718581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1" name="rc2191"/>
            <p:cNvSpPr/>
            <p:nvPr/>
          </p:nvSpPr>
          <p:spPr>
            <a:xfrm>
              <a:off x="7760826" y="1699763"/>
              <a:ext cx="19934" cy="114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2" name="rc2192"/>
            <p:cNvSpPr/>
            <p:nvPr/>
          </p:nvSpPr>
          <p:spPr>
            <a:xfrm>
              <a:off x="7782976" y="1520801"/>
              <a:ext cx="19934" cy="12264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3" name="rc2193"/>
            <p:cNvSpPr/>
            <p:nvPr/>
          </p:nvSpPr>
          <p:spPr>
            <a:xfrm>
              <a:off x="7805126" y="1944296"/>
              <a:ext cx="19934" cy="11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4" name="rc2194"/>
            <p:cNvSpPr/>
            <p:nvPr/>
          </p:nvSpPr>
          <p:spPr>
            <a:xfrm>
              <a:off x="7827275" y="2409480"/>
              <a:ext cx="19934" cy="5033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5" name="rc2195"/>
            <p:cNvSpPr/>
            <p:nvPr/>
          </p:nvSpPr>
          <p:spPr>
            <a:xfrm>
              <a:off x="7849425" y="1518131"/>
              <a:ext cx="19934" cy="1382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6" name="rc2196"/>
            <p:cNvSpPr/>
            <p:nvPr/>
          </p:nvSpPr>
          <p:spPr>
            <a:xfrm>
              <a:off x="7871575" y="1393743"/>
              <a:ext cx="19934" cy="5718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7" name="rc2197"/>
            <p:cNvSpPr/>
            <p:nvPr/>
          </p:nvSpPr>
          <p:spPr>
            <a:xfrm>
              <a:off x="7893725" y="1866893"/>
              <a:ext cx="19934" cy="10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8" name="rc2198"/>
            <p:cNvSpPr/>
            <p:nvPr/>
          </p:nvSpPr>
          <p:spPr>
            <a:xfrm>
              <a:off x="7915875" y="1430807"/>
              <a:ext cx="19934" cy="8114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9" name="rc2199"/>
            <p:cNvSpPr/>
            <p:nvPr/>
          </p:nvSpPr>
          <p:spPr>
            <a:xfrm>
              <a:off x="7938025" y="1393704"/>
              <a:ext cx="19934" cy="10130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0" name="rc2200"/>
            <p:cNvSpPr/>
            <p:nvPr/>
          </p:nvSpPr>
          <p:spPr>
            <a:xfrm>
              <a:off x="7960174" y="1537050"/>
              <a:ext cx="19934" cy="4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1" name="rc2201"/>
            <p:cNvSpPr/>
            <p:nvPr/>
          </p:nvSpPr>
          <p:spPr>
            <a:xfrm>
              <a:off x="7982324" y="1395786"/>
              <a:ext cx="19934" cy="5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2" name="rc2202"/>
            <p:cNvSpPr/>
            <p:nvPr/>
          </p:nvSpPr>
          <p:spPr>
            <a:xfrm>
              <a:off x="8004474" y="2923806"/>
              <a:ext cx="19934" cy="22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3" name="rc2203"/>
            <p:cNvSpPr/>
            <p:nvPr/>
          </p:nvSpPr>
          <p:spPr>
            <a:xfrm>
              <a:off x="8026624" y="1956897"/>
              <a:ext cx="19934" cy="12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4" name="rc2204"/>
            <p:cNvSpPr/>
            <p:nvPr/>
          </p:nvSpPr>
          <p:spPr>
            <a:xfrm>
              <a:off x="8048774" y="1417273"/>
              <a:ext cx="19934" cy="7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5" name="rc2205"/>
            <p:cNvSpPr/>
            <p:nvPr/>
          </p:nvSpPr>
          <p:spPr>
            <a:xfrm>
              <a:off x="8070923" y="1662681"/>
              <a:ext cx="19934" cy="5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6" name="rc2206"/>
            <p:cNvSpPr/>
            <p:nvPr/>
          </p:nvSpPr>
          <p:spPr>
            <a:xfrm>
              <a:off x="8093073" y="1990693"/>
              <a:ext cx="19934" cy="6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7" name="rc2207"/>
            <p:cNvSpPr/>
            <p:nvPr/>
          </p:nvSpPr>
          <p:spPr>
            <a:xfrm>
              <a:off x="8115223" y="1396399"/>
              <a:ext cx="19934" cy="8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8" name="rc2208"/>
            <p:cNvSpPr/>
            <p:nvPr/>
          </p:nvSpPr>
          <p:spPr>
            <a:xfrm>
              <a:off x="8137373" y="1393005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9" name="rc2209"/>
            <p:cNvSpPr/>
            <p:nvPr/>
          </p:nvSpPr>
          <p:spPr>
            <a:xfrm>
              <a:off x="8159523" y="1393838"/>
              <a:ext cx="19934" cy="6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0" name="rc2210"/>
            <p:cNvSpPr/>
            <p:nvPr/>
          </p:nvSpPr>
          <p:spPr>
            <a:xfrm>
              <a:off x="8181673" y="1498670"/>
              <a:ext cx="19934" cy="131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1" name="rc2211"/>
            <p:cNvSpPr/>
            <p:nvPr/>
          </p:nvSpPr>
          <p:spPr>
            <a:xfrm>
              <a:off x="8203822" y="1515565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2" name="rc2212"/>
            <p:cNvSpPr/>
            <p:nvPr/>
          </p:nvSpPr>
          <p:spPr>
            <a:xfrm>
              <a:off x="8225972" y="1412408"/>
              <a:ext cx="19934" cy="8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3" name="rc2213"/>
            <p:cNvSpPr/>
            <p:nvPr/>
          </p:nvSpPr>
          <p:spPr>
            <a:xfrm>
              <a:off x="8248122" y="1420573"/>
              <a:ext cx="19934" cy="4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4" name="rc2214"/>
            <p:cNvSpPr/>
            <p:nvPr/>
          </p:nvSpPr>
          <p:spPr>
            <a:xfrm>
              <a:off x="8270272" y="1393263"/>
              <a:ext cx="19934" cy="2090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5" name="rc2215"/>
            <p:cNvSpPr/>
            <p:nvPr/>
          </p:nvSpPr>
          <p:spPr>
            <a:xfrm>
              <a:off x="8292422" y="1433047"/>
              <a:ext cx="19934" cy="33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6" name="rc2216"/>
            <p:cNvSpPr/>
            <p:nvPr/>
          </p:nvSpPr>
          <p:spPr>
            <a:xfrm>
              <a:off x="8314571" y="1408223"/>
              <a:ext cx="19934" cy="10259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7" name="rc2217"/>
            <p:cNvSpPr/>
            <p:nvPr/>
          </p:nvSpPr>
          <p:spPr>
            <a:xfrm>
              <a:off x="8336721" y="2130294"/>
              <a:ext cx="19934" cy="178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8" name="rc2218"/>
            <p:cNvSpPr/>
            <p:nvPr/>
          </p:nvSpPr>
          <p:spPr>
            <a:xfrm>
              <a:off x="8358871" y="1403192"/>
              <a:ext cx="19934" cy="8670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9" name="rc2219"/>
            <p:cNvSpPr/>
            <p:nvPr/>
          </p:nvSpPr>
          <p:spPr>
            <a:xfrm>
              <a:off x="8381021" y="1449736"/>
              <a:ext cx="19934" cy="424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0" name="rc2220"/>
            <p:cNvSpPr/>
            <p:nvPr/>
          </p:nvSpPr>
          <p:spPr>
            <a:xfrm>
              <a:off x="8403171" y="1398304"/>
              <a:ext cx="19934" cy="61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1" name="rc2221"/>
            <p:cNvSpPr/>
            <p:nvPr/>
          </p:nvSpPr>
          <p:spPr>
            <a:xfrm>
              <a:off x="8425321" y="1444943"/>
              <a:ext cx="19934" cy="7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2" name="rc2222"/>
            <p:cNvSpPr/>
            <p:nvPr/>
          </p:nvSpPr>
          <p:spPr>
            <a:xfrm>
              <a:off x="8447470" y="1841473"/>
              <a:ext cx="19934" cy="9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3" name="rc2223"/>
            <p:cNvSpPr/>
            <p:nvPr/>
          </p:nvSpPr>
          <p:spPr>
            <a:xfrm>
              <a:off x="8469620" y="1398295"/>
              <a:ext cx="19934" cy="76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4" name="rc2224"/>
            <p:cNvSpPr/>
            <p:nvPr/>
          </p:nvSpPr>
          <p:spPr>
            <a:xfrm>
              <a:off x="8491770" y="1955317"/>
              <a:ext cx="19934" cy="13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5" name="rc2225"/>
            <p:cNvSpPr/>
            <p:nvPr/>
          </p:nvSpPr>
          <p:spPr>
            <a:xfrm>
              <a:off x="8513920" y="1402493"/>
              <a:ext cx="19934" cy="40665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6" name="rc2226"/>
            <p:cNvSpPr/>
            <p:nvPr/>
          </p:nvSpPr>
          <p:spPr>
            <a:xfrm>
              <a:off x="8536070" y="1491179"/>
              <a:ext cx="19934" cy="9525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7" name="rc2227"/>
            <p:cNvSpPr/>
            <p:nvPr/>
          </p:nvSpPr>
          <p:spPr>
            <a:xfrm>
              <a:off x="8558219" y="1470680"/>
              <a:ext cx="19934" cy="29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8" name="rc2228"/>
            <p:cNvSpPr/>
            <p:nvPr/>
          </p:nvSpPr>
          <p:spPr>
            <a:xfrm>
              <a:off x="8580369" y="1398702"/>
              <a:ext cx="19934" cy="3475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9" name="rc2229"/>
            <p:cNvSpPr/>
            <p:nvPr/>
          </p:nvSpPr>
          <p:spPr>
            <a:xfrm>
              <a:off x="8602519" y="1401592"/>
              <a:ext cx="19934" cy="5878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0" name="rc2230"/>
            <p:cNvSpPr/>
            <p:nvPr/>
          </p:nvSpPr>
          <p:spPr>
            <a:xfrm>
              <a:off x="8624669" y="1397812"/>
              <a:ext cx="19934" cy="12994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1" name="rc2231"/>
            <p:cNvSpPr/>
            <p:nvPr/>
          </p:nvSpPr>
          <p:spPr>
            <a:xfrm>
              <a:off x="8646819" y="1522571"/>
              <a:ext cx="19934" cy="1133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2" name="rc2232"/>
            <p:cNvSpPr/>
            <p:nvPr/>
          </p:nvSpPr>
          <p:spPr>
            <a:xfrm>
              <a:off x="8668969" y="1401296"/>
              <a:ext cx="19934" cy="141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3" name="rc2233"/>
            <p:cNvSpPr/>
            <p:nvPr/>
          </p:nvSpPr>
          <p:spPr>
            <a:xfrm>
              <a:off x="8691118" y="1692847"/>
              <a:ext cx="19934" cy="1251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4" name="rc2234"/>
            <p:cNvSpPr/>
            <p:nvPr/>
          </p:nvSpPr>
          <p:spPr>
            <a:xfrm>
              <a:off x="8713268" y="1483916"/>
              <a:ext cx="19934" cy="12753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5" name="rc2235"/>
            <p:cNvSpPr/>
            <p:nvPr/>
          </p:nvSpPr>
          <p:spPr>
            <a:xfrm>
              <a:off x="8735418" y="1399661"/>
              <a:ext cx="19934" cy="6308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6" name="rc2236"/>
            <p:cNvSpPr/>
            <p:nvPr/>
          </p:nvSpPr>
          <p:spPr>
            <a:xfrm>
              <a:off x="8757568" y="1398950"/>
              <a:ext cx="19934" cy="91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7" name="rc2237"/>
            <p:cNvSpPr/>
            <p:nvPr/>
          </p:nvSpPr>
          <p:spPr>
            <a:xfrm>
              <a:off x="8779718" y="2247432"/>
              <a:ext cx="19934" cy="8110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8" name="rc2238"/>
            <p:cNvSpPr/>
            <p:nvPr/>
          </p:nvSpPr>
          <p:spPr>
            <a:xfrm>
              <a:off x="8801867" y="2138453"/>
              <a:ext cx="19934" cy="76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9" name="rc2239"/>
            <p:cNvSpPr/>
            <p:nvPr/>
          </p:nvSpPr>
          <p:spPr>
            <a:xfrm>
              <a:off x="8824017" y="1642378"/>
              <a:ext cx="19934" cy="20936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0" name="rc2240"/>
            <p:cNvSpPr/>
            <p:nvPr/>
          </p:nvSpPr>
          <p:spPr>
            <a:xfrm>
              <a:off x="8846167" y="1398806"/>
              <a:ext cx="19934" cy="12755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1" name="rc2241"/>
            <p:cNvSpPr/>
            <p:nvPr/>
          </p:nvSpPr>
          <p:spPr>
            <a:xfrm>
              <a:off x="8868317" y="1405606"/>
              <a:ext cx="19934" cy="6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2" name="rc2242"/>
            <p:cNvSpPr/>
            <p:nvPr/>
          </p:nvSpPr>
          <p:spPr>
            <a:xfrm>
              <a:off x="8890467" y="1541879"/>
              <a:ext cx="19934" cy="70623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3" name="rc2243"/>
            <p:cNvSpPr/>
            <p:nvPr/>
          </p:nvSpPr>
          <p:spPr>
            <a:xfrm>
              <a:off x="7450729" y="1907374"/>
              <a:ext cx="19934" cy="10842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4" name="rc2244"/>
            <p:cNvSpPr/>
            <p:nvPr/>
          </p:nvSpPr>
          <p:spPr>
            <a:xfrm>
              <a:off x="7472878" y="1614955"/>
              <a:ext cx="19934" cy="13766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5" name="rc2245"/>
            <p:cNvSpPr/>
            <p:nvPr/>
          </p:nvSpPr>
          <p:spPr>
            <a:xfrm>
              <a:off x="7495028" y="1645895"/>
              <a:ext cx="19934" cy="13457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6" name="rc2246"/>
            <p:cNvSpPr/>
            <p:nvPr/>
          </p:nvSpPr>
          <p:spPr>
            <a:xfrm>
              <a:off x="7517178" y="1435227"/>
              <a:ext cx="19934" cy="15563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7" name="rc2247"/>
            <p:cNvSpPr/>
            <p:nvPr/>
          </p:nvSpPr>
          <p:spPr>
            <a:xfrm>
              <a:off x="7539328" y="1929289"/>
              <a:ext cx="19934" cy="10623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8" name="rc2248"/>
            <p:cNvSpPr/>
            <p:nvPr/>
          </p:nvSpPr>
          <p:spPr>
            <a:xfrm>
              <a:off x="7561478" y="1400303"/>
              <a:ext cx="19934" cy="15913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9" name="rc2249"/>
            <p:cNvSpPr/>
            <p:nvPr/>
          </p:nvSpPr>
          <p:spPr>
            <a:xfrm>
              <a:off x="7583627" y="1783841"/>
              <a:ext cx="19934" cy="12077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0" name="rc2250"/>
            <p:cNvSpPr/>
            <p:nvPr/>
          </p:nvSpPr>
          <p:spPr>
            <a:xfrm>
              <a:off x="7605777" y="2274757"/>
              <a:ext cx="19934" cy="7168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1" name="rc2251"/>
            <p:cNvSpPr/>
            <p:nvPr/>
          </p:nvSpPr>
          <p:spPr>
            <a:xfrm>
              <a:off x="7627927" y="1408003"/>
              <a:ext cx="19934" cy="15836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2" name="rc2252"/>
            <p:cNvSpPr/>
            <p:nvPr/>
          </p:nvSpPr>
          <p:spPr>
            <a:xfrm>
              <a:off x="7650077" y="1403685"/>
              <a:ext cx="19934" cy="158792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3" name="rc2253"/>
            <p:cNvSpPr/>
            <p:nvPr/>
          </p:nvSpPr>
          <p:spPr>
            <a:xfrm>
              <a:off x="7672227" y="2460106"/>
              <a:ext cx="19934" cy="5315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4" name="rc2254"/>
            <p:cNvSpPr/>
            <p:nvPr/>
          </p:nvSpPr>
          <p:spPr>
            <a:xfrm>
              <a:off x="7694377" y="1394627"/>
              <a:ext cx="19934" cy="15969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5" name="rc2255"/>
            <p:cNvSpPr/>
            <p:nvPr/>
          </p:nvSpPr>
          <p:spPr>
            <a:xfrm>
              <a:off x="7716526" y="1394189"/>
              <a:ext cx="19934" cy="15974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6" name="rc2256"/>
            <p:cNvSpPr/>
            <p:nvPr/>
          </p:nvSpPr>
          <p:spPr>
            <a:xfrm>
              <a:off x="7738676" y="1718581"/>
              <a:ext cx="19934" cy="12730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7" name="rc2257"/>
            <p:cNvSpPr/>
            <p:nvPr/>
          </p:nvSpPr>
          <p:spPr>
            <a:xfrm>
              <a:off x="7760826" y="1700906"/>
              <a:ext cx="19934" cy="129070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8" name="rc2258"/>
            <p:cNvSpPr/>
            <p:nvPr/>
          </p:nvSpPr>
          <p:spPr>
            <a:xfrm>
              <a:off x="7782976" y="2747275"/>
              <a:ext cx="19934" cy="24433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9" name="rc2259"/>
            <p:cNvSpPr/>
            <p:nvPr/>
          </p:nvSpPr>
          <p:spPr>
            <a:xfrm>
              <a:off x="7805126" y="1945449"/>
              <a:ext cx="19934" cy="10461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0" name="rc2260"/>
            <p:cNvSpPr/>
            <p:nvPr/>
          </p:nvSpPr>
          <p:spPr>
            <a:xfrm>
              <a:off x="7827275" y="2912794"/>
              <a:ext cx="19934" cy="788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1" name="rc2261"/>
            <p:cNvSpPr/>
            <p:nvPr/>
          </p:nvSpPr>
          <p:spPr>
            <a:xfrm>
              <a:off x="7849425" y="1656349"/>
              <a:ext cx="19934" cy="13352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2" name="rc2262"/>
            <p:cNvSpPr/>
            <p:nvPr/>
          </p:nvSpPr>
          <p:spPr>
            <a:xfrm>
              <a:off x="7871575" y="1965618"/>
              <a:ext cx="19934" cy="10259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3" name="rc2263"/>
            <p:cNvSpPr/>
            <p:nvPr/>
          </p:nvSpPr>
          <p:spPr>
            <a:xfrm>
              <a:off x="7893725" y="1867948"/>
              <a:ext cx="19934" cy="11236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4" name="rc2264"/>
            <p:cNvSpPr/>
            <p:nvPr/>
          </p:nvSpPr>
          <p:spPr>
            <a:xfrm>
              <a:off x="7915875" y="2242269"/>
              <a:ext cx="19934" cy="7493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5" name="rc2265"/>
            <p:cNvSpPr/>
            <p:nvPr/>
          </p:nvSpPr>
          <p:spPr>
            <a:xfrm>
              <a:off x="7938025" y="2406749"/>
              <a:ext cx="19934" cy="5848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6" name="rc2266"/>
            <p:cNvSpPr/>
            <p:nvPr/>
          </p:nvSpPr>
          <p:spPr>
            <a:xfrm>
              <a:off x="7960174" y="1537529"/>
              <a:ext cx="19934" cy="145408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7" name="rc2267"/>
            <p:cNvSpPr/>
            <p:nvPr/>
          </p:nvSpPr>
          <p:spPr>
            <a:xfrm>
              <a:off x="7982324" y="1396321"/>
              <a:ext cx="19934" cy="15952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8" name="rc2268"/>
            <p:cNvSpPr/>
            <p:nvPr/>
          </p:nvSpPr>
          <p:spPr>
            <a:xfrm>
              <a:off x="8004474" y="2926074"/>
              <a:ext cx="19934" cy="655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9" name="rc2269"/>
            <p:cNvSpPr/>
            <p:nvPr/>
          </p:nvSpPr>
          <p:spPr>
            <a:xfrm>
              <a:off x="8026624" y="1958145"/>
              <a:ext cx="19934" cy="103346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0" name="rc2270"/>
            <p:cNvSpPr/>
            <p:nvPr/>
          </p:nvSpPr>
          <p:spPr>
            <a:xfrm>
              <a:off x="8048774" y="1418035"/>
              <a:ext cx="19934" cy="15735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1" name="rc2271"/>
            <p:cNvSpPr/>
            <p:nvPr/>
          </p:nvSpPr>
          <p:spPr>
            <a:xfrm>
              <a:off x="8070923" y="1663207"/>
              <a:ext cx="19934" cy="13284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2" name="rc2272"/>
            <p:cNvSpPr/>
            <p:nvPr/>
          </p:nvSpPr>
          <p:spPr>
            <a:xfrm>
              <a:off x="8093073" y="1991318"/>
              <a:ext cx="19934" cy="100029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3" name="rc2273"/>
            <p:cNvSpPr/>
            <p:nvPr/>
          </p:nvSpPr>
          <p:spPr>
            <a:xfrm>
              <a:off x="8115223" y="1397222"/>
              <a:ext cx="19934" cy="15943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4" name="rc2274"/>
            <p:cNvSpPr/>
            <p:nvPr/>
          </p:nvSpPr>
          <p:spPr>
            <a:xfrm>
              <a:off x="8137373" y="1393005"/>
              <a:ext cx="19934" cy="15986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5" name="rc2275"/>
            <p:cNvSpPr/>
            <p:nvPr/>
          </p:nvSpPr>
          <p:spPr>
            <a:xfrm>
              <a:off x="8159523" y="1394468"/>
              <a:ext cx="19934" cy="159714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6" name="rc2276"/>
            <p:cNvSpPr/>
            <p:nvPr/>
          </p:nvSpPr>
          <p:spPr>
            <a:xfrm>
              <a:off x="8181673" y="1499990"/>
              <a:ext cx="19934" cy="14916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7" name="rc2277"/>
            <p:cNvSpPr/>
            <p:nvPr/>
          </p:nvSpPr>
          <p:spPr>
            <a:xfrm>
              <a:off x="8203822" y="1515565"/>
              <a:ext cx="19934" cy="14760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8" name="rc2278"/>
            <p:cNvSpPr/>
            <p:nvPr/>
          </p:nvSpPr>
          <p:spPr>
            <a:xfrm>
              <a:off x="8225972" y="1413292"/>
              <a:ext cx="19934" cy="15783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9" name="rc2279"/>
            <p:cNvSpPr/>
            <p:nvPr/>
          </p:nvSpPr>
          <p:spPr>
            <a:xfrm>
              <a:off x="8248122" y="1421063"/>
              <a:ext cx="19934" cy="157055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0" name="rc2280"/>
            <p:cNvSpPr/>
            <p:nvPr/>
          </p:nvSpPr>
          <p:spPr>
            <a:xfrm>
              <a:off x="8270272" y="1602271"/>
              <a:ext cx="19934" cy="13893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1" name="rc2281"/>
            <p:cNvSpPr/>
            <p:nvPr/>
          </p:nvSpPr>
          <p:spPr>
            <a:xfrm>
              <a:off x="8292422" y="1436348"/>
              <a:ext cx="19934" cy="15552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2" name="rc2282"/>
            <p:cNvSpPr/>
            <p:nvPr/>
          </p:nvSpPr>
          <p:spPr>
            <a:xfrm>
              <a:off x="8314571" y="2434209"/>
              <a:ext cx="19934" cy="55740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3" name="rc2283"/>
            <p:cNvSpPr/>
            <p:nvPr/>
          </p:nvSpPr>
          <p:spPr>
            <a:xfrm>
              <a:off x="8336721" y="2148181"/>
              <a:ext cx="19934" cy="8434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4" name="rc2284"/>
            <p:cNvSpPr/>
            <p:nvPr/>
          </p:nvSpPr>
          <p:spPr>
            <a:xfrm>
              <a:off x="8358871" y="2270279"/>
              <a:ext cx="19934" cy="7213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5" name="rc2285"/>
            <p:cNvSpPr/>
            <p:nvPr/>
          </p:nvSpPr>
          <p:spPr>
            <a:xfrm>
              <a:off x="8381021" y="1492198"/>
              <a:ext cx="19934" cy="149941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6" name="rc2286"/>
            <p:cNvSpPr/>
            <p:nvPr/>
          </p:nvSpPr>
          <p:spPr>
            <a:xfrm>
              <a:off x="8403171" y="1398920"/>
              <a:ext cx="19934" cy="15926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7" name="rc2287"/>
            <p:cNvSpPr/>
            <p:nvPr/>
          </p:nvSpPr>
          <p:spPr>
            <a:xfrm>
              <a:off x="8425321" y="1445737"/>
              <a:ext cx="19934" cy="15458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8" name="rc2288"/>
            <p:cNvSpPr/>
            <p:nvPr/>
          </p:nvSpPr>
          <p:spPr>
            <a:xfrm>
              <a:off x="8447470" y="1842398"/>
              <a:ext cx="19934" cy="11492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9" name="rc2289"/>
            <p:cNvSpPr/>
            <p:nvPr/>
          </p:nvSpPr>
          <p:spPr>
            <a:xfrm>
              <a:off x="8469620" y="1399063"/>
              <a:ext cx="19934" cy="15925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0" name="rc2290"/>
            <p:cNvSpPr/>
            <p:nvPr/>
          </p:nvSpPr>
          <p:spPr>
            <a:xfrm>
              <a:off x="8491770" y="1956702"/>
              <a:ext cx="19934" cy="103491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1" name="rc2291"/>
            <p:cNvSpPr/>
            <p:nvPr/>
          </p:nvSpPr>
          <p:spPr>
            <a:xfrm>
              <a:off x="8513920" y="1809150"/>
              <a:ext cx="19934" cy="11824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2" name="rc2292"/>
            <p:cNvSpPr/>
            <p:nvPr/>
          </p:nvSpPr>
          <p:spPr>
            <a:xfrm>
              <a:off x="8536070" y="2443774"/>
              <a:ext cx="19934" cy="5478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" name="rc2293"/>
            <p:cNvSpPr/>
            <p:nvPr/>
          </p:nvSpPr>
          <p:spPr>
            <a:xfrm>
              <a:off x="8558219" y="1473668"/>
              <a:ext cx="19934" cy="151794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4" name="rc2294"/>
            <p:cNvSpPr/>
            <p:nvPr/>
          </p:nvSpPr>
          <p:spPr>
            <a:xfrm>
              <a:off x="8580369" y="1746270"/>
              <a:ext cx="19934" cy="12453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5" name="rc2295"/>
            <p:cNvSpPr/>
            <p:nvPr/>
          </p:nvSpPr>
          <p:spPr>
            <a:xfrm>
              <a:off x="8602519" y="1460378"/>
              <a:ext cx="19934" cy="15312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6" name="rc2296"/>
            <p:cNvSpPr/>
            <p:nvPr/>
          </p:nvSpPr>
          <p:spPr>
            <a:xfrm>
              <a:off x="8624669" y="1527758"/>
              <a:ext cx="19934" cy="14638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7" name="rc2297"/>
            <p:cNvSpPr/>
            <p:nvPr/>
          </p:nvSpPr>
          <p:spPr>
            <a:xfrm>
              <a:off x="8646819" y="1635880"/>
              <a:ext cx="19934" cy="13557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8" name="rc2298"/>
            <p:cNvSpPr/>
            <p:nvPr/>
          </p:nvSpPr>
          <p:spPr>
            <a:xfrm>
              <a:off x="8668969" y="1402712"/>
              <a:ext cx="19934" cy="15889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9" name="rc2299"/>
            <p:cNvSpPr/>
            <p:nvPr/>
          </p:nvSpPr>
          <p:spPr>
            <a:xfrm>
              <a:off x="8691118" y="1818043"/>
              <a:ext cx="19934" cy="11735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0" name="rc2300"/>
            <p:cNvSpPr/>
            <p:nvPr/>
          </p:nvSpPr>
          <p:spPr>
            <a:xfrm>
              <a:off x="8713268" y="2759275"/>
              <a:ext cx="19934" cy="2323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1" name="rc2301"/>
            <p:cNvSpPr/>
            <p:nvPr/>
          </p:nvSpPr>
          <p:spPr>
            <a:xfrm>
              <a:off x="8735418" y="2030552"/>
              <a:ext cx="19934" cy="9610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2" name="rc2302"/>
            <p:cNvSpPr/>
            <p:nvPr/>
          </p:nvSpPr>
          <p:spPr>
            <a:xfrm>
              <a:off x="8757568" y="1399863"/>
              <a:ext cx="19934" cy="15917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3" name="rc2303"/>
            <p:cNvSpPr/>
            <p:nvPr/>
          </p:nvSpPr>
          <p:spPr>
            <a:xfrm>
              <a:off x="8779718" y="2328538"/>
              <a:ext cx="19934" cy="6630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4" name="rc2304"/>
            <p:cNvSpPr/>
            <p:nvPr/>
          </p:nvSpPr>
          <p:spPr>
            <a:xfrm>
              <a:off x="8801867" y="2139220"/>
              <a:ext cx="19934" cy="85239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5" name="rc2305"/>
            <p:cNvSpPr/>
            <p:nvPr/>
          </p:nvSpPr>
          <p:spPr>
            <a:xfrm>
              <a:off x="8824017" y="1851739"/>
              <a:ext cx="19934" cy="11398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6" name="rc2306"/>
            <p:cNvSpPr/>
            <p:nvPr/>
          </p:nvSpPr>
          <p:spPr>
            <a:xfrm>
              <a:off x="8846167" y="1526365"/>
              <a:ext cx="19934" cy="146524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7" name="rc2307"/>
            <p:cNvSpPr/>
            <p:nvPr/>
          </p:nvSpPr>
          <p:spPr>
            <a:xfrm>
              <a:off x="8868317" y="1406236"/>
              <a:ext cx="19934" cy="15853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8" name="rc2308"/>
            <p:cNvSpPr/>
            <p:nvPr/>
          </p:nvSpPr>
          <p:spPr>
            <a:xfrm>
              <a:off x="8890467" y="2248115"/>
              <a:ext cx="19934" cy="7434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9" name="rc2309"/>
            <p:cNvSpPr/>
            <p:nvPr/>
          </p:nvSpPr>
          <p:spPr>
            <a:xfrm>
              <a:off x="8964334" y="1392105"/>
              <a:ext cx="2950355" cy="15996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8964334" y="2991613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  <a:lnTo>
                    <a:pt x="295035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8964334" y="2591776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  <a:lnTo>
                    <a:pt x="295035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8964334" y="2191939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  <a:lnTo>
                    <a:pt x="295035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8964334" y="1792102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  <a:lnTo>
                    <a:pt x="295035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8964334" y="1392265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  <a:lnTo>
                    <a:pt x="2950355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897762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899977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902192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904407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906622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908837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911052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913267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915482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917697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919912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922127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924342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926557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928772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930987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933202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935417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937632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939847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942062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944277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946492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948707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950922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953137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955351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957566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959781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961996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964211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966426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96864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970856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97307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975286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977501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97971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981931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98414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986361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988576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990791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99300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995221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99743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999651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1001866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100408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100629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100851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1010726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1012941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101515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101737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101958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1021801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1024016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102623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102844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103066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103287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1035091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1037306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103952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104173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104395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1046166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1048381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105059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105281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105502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105724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1059456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1061671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106388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106610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106831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1070531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1072746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107496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107717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107939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108160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1083820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10860359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108825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109046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109268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1094895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10971108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109932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110154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110375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110597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1108185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11104007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1112615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1114830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1117045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1119260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1121475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1123690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1125905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1128120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1130335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1132550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11347655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1136980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1139195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1141410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1143625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11458404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1148055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1150270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1152485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1154700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1156915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11591303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1161345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1163560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1165775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1167990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11702052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1172420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1174635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1176850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1179065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1181280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11834951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1185710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1187925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11901400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rc2448"/>
            <p:cNvSpPr/>
            <p:nvPr/>
          </p:nvSpPr>
          <p:spPr>
            <a:xfrm>
              <a:off x="8967657" y="1392265"/>
              <a:ext cx="19934" cy="8763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9" name="rc2449"/>
            <p:cNvSpPr/>
            <p:nvPr/>
          </p:nvSpPr>
          <p:spPr>
            <a:xfrm>
              <a:off x="8989806" y="1392265"/>
              <a:ext cx="19934" cy="535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0" name="rc2450"/>
            <p:cNvSpPr/>
            <p:nvPr/>
          </p:nvSpPr>
          <p:spPr>
            <a:xfrm>
              <a:off x="9011956" y="1392265"/>
              <a:ext cx="19934" cy="17630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1" name="rc2451"/>
            <p:cNvSpPr/>
            <p:nvPr/>
          </p:nvSpPr>
          <p:spPr>
            <a:xfrm>
              <a:off x="9034106" y="1392265"/>
              <a:ext cx="19934" cy="479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2" name="rc2452"/>
            <p:cNvSpPr/>
            <p:nvPr/>
          </p:nvSpPr>
          <p:spPr>
            <a:xfrm>
              <a:off x="9056256" y="1392265"/>
              <a:ext cx="19934" cy="53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3" name="rc2453"/>
            <p:cNvSpPr/>
            <p:nvPr/>
          </p:nvSpPr>
          <p:spPr>
            <a:xfrm>
              <a:off x="9078406" y="1392265"/>
              <a:ext cx="19934" cy="3538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4" name="rc2454"/>
            <p:cNvSpPr/>
            <p:nvPr/>
          </p:nvSpPr>
          <p:spPr>
            <a:xfrm>
              <a:off x="9100556" y="1392265"/>
              <a:ext cx="19934" cy="28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5" name="rc2455"/>
            <p:cNvSpPr/>
            <p:nvPr/>
          </p:nvSpPr>
          <p:spPr>
            <a:xfrm>
              <a:off x="9122705" y="1392265"/>
              <a:ext cx="19934" cy="113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6" name="rc2456"/>
            <p:cNvSpPr/>
            <p:nvPr/>
          </p:nvSpPr>
          <p:spPr>
            <a:xfrm>
              <a:off x="9144855" y="1392265"/>
              <a:ext cx="19934" cy="3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7" name="rc2457"/>
            <p:cNvSpPr/>
            <p:nvPr/>
          </p:nvSpPr>
          <p:spPr>
            <a:xfrm>
              <a:off x="9167005" y="1392265"/>
              <a:ext cx="19934" cy="9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8" name="rc2458"/>
            <p:cNvSpPr/>
            <p:nvPr/>
          </p:nvSpPr>
          <p:spPr>
            <a:xfrm>
              <a:off x="9189155" y="1392265"/>
              <a:ext cx="19934" cy="51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9" name="rc2459"/>
            <p:cNvSpPr/>
            <p:nvPr/>
          </p:nvSpPr>
          <p:spPr>
            <a:xfrm>
              <a:off x="9211305" y="1392265"/>
              <a:ext cx="19934" cy="1713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0" name="rc2460"/>
            <p:cNvSpPr/>
            <p:nvPr/>
          </p:nvSpPr>
          <p:spPr>
            <a:xfrm>
              <a:off x="9233454" y="1392265"/>
              <a:ext cx="19934" cy="38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1" name="rc2461"/>
            <p:cNvSpPr/>
            <p:nvPr/>
          </p:nvSpPr>
          <p:spPr>
            <a:xfrm>
              <a:off x="9255604" y="1392265"/>
              <a:ext cx="19934" cy="161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2" name="rc2462"/>
            <p:cNvSpPr/>
            <p:nvPr/>
          </p:nvSpPr>
          <p:spPr>
            <a:xfrm>
              <a:off x="9277754" y="1392265"/>
              <a:ext cx="19934" cy="69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3" name="rc2463"/>
            <p:cNvSpPr/>
            <p:nvPr/>
          </p:nvSpPr>
          <p:spPr>
            <a:xfrm>
              <a:off x="9299904" y="1392265"/>
              <a:ext cx="19934" cy="461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4" name="rc2464"/>
            <p:cNvSpPr/>
            <p:nvPr/>
          </p:nvSpPr>
          <p:spPr>
            <a:xfrm>
              <a:off x="9322054" y="1392265"/>
              <a:ext cx="19934" cy="4257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5" name="rc2465"/>
            <p:cNvSpPr/>
            <p:nvPr/>
          </p:nvSpPr>
          <p:spPr>
            <a:xfrm>
              <a:off x="9344204" y="1392265"/>
              <a:ext cx="19934" cy="28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6" name="rc2466"/>
            <p:cNvSpPr/>
            <p:nvPr/>
          </p:nvSpPr>
          <p:spPr>
            <a:xfrm>
              <a:off x="9366353" y="1392265"/>
              <a:ext cx="19934" cy="7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7" name="rc2467"/>
            <p:cNvSpPr/>
            <p:nvPr/>
          </p:nvSpPr>
          <p:spPr>
            <a:xfrm>
              <a:off x="9388503" y="1392265"/>
              <a:ext cx="19934" cy="4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8" name="rc2468"/>
            <p:cNvSpPr/>
            <p:nvPr/>
          </p:nvSpPr>
          <p:spPr>
            <a:xfrm>
              <a:off x="9410653" y="1392265"/>
              <a:ext cx="19934" cy="7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9" name="rc2469"/>
            <p:cNvSpPr/>
            <p:nvPr/>
          </p:nvSpPr>
          <p:spPr>
            <a:xfrm>
              <a:off x="9432803" y="1392265"/>
              <a:ext cx="19934" cy="839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0" name="rc2470"/>
            <p:cNvSpPr/>
            <p:nvPr/>
          </p:nvSpPr>
          <p:spPr>
            <a:xfrm>
              <a:off x="9454953" y="1392265"/>
              <a:ext cx="19934" cy="1071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1" name="rc2471"/>
            <p:cNvSpPr/>
            <p:nvPr/>
          </p:nvSpPr>
          <p:spPr>
            <a:xfrm>
              <a:off x="9477102" y="1392265"/>
              <a:ext cx="19934" cy="49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2" name="rc2472"/>
            <p:cNvSpPr/>
            <p:nvPr/>
          </p:nvSpPr>
          <p:spPr>
            <a:xfrm>
              <a:off x="9499252" y="1392265"/>
              <a:ext cx="19934" cy="11098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3" name="rc2473"/>
            <p:cNvSpPr/>
            <p:nvPr/>
          </p:nvSpPr>
          <p:spPr>
            <a:xfrm>
              <a:off x="9521402" y="1392265"/>
              <a:ext cx="19934" cy="340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4" name="rc2474"/>
            <p:cNvSpPr/>
            <p:nvPr/>
          </p:nvSpPr>
          <p:spPr>
            <a:xfrm>
              <a:off x="9543552" y="1392265"/>
              <a:ext cx="19934" cy="997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5" name="rc2475"/>
            <p:cNvSpPr/>
            <p:nvPr/>
          </p:nvSpPr>
          <p:spPr>
            <a:xfrm>
              <a:off x="9565702" y="1392265"/>
              <a:ext cx="19934" cy="876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6" name="rc2476"/>
            <p:cNvSpPr/>
            <p:nvPr/>
          </p:nvSpPr>
          <p:spPr>
            <a:xfrm>
              <a:off x="9587852" y="1392265"/>
              <a:ext cx="19934" cy="51965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7" name="rc2477"/>
            <p:cNvSpPr/>
            <p:nvPr/>
          </p:nvSpPr>
          <p:spPr>
            <a:xfrm>
              <a:off x="9610001" y="1392265"/>
              <a:ext cx="19934" cy="246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8" name="rc2478"/>
            <p:cNvSpPr/>
            <p:nvPr/>
          </p:nvSpPr>
          <p:spPr>
            <a:xfrm>
              <a:off x="9632151" y="1392265"/>
              <a:ext cx="19934" cy="25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9" name="rc2479"/>
            <p:cNvSpPr/>
            <p:nvPr/>
          </p:nvSpPr>
          <p:spPr>
            <a:xfrm>
              <a:off x="9654301" y="1392265"/>
              <a:ext cx="19934" cy="3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0" name="rc2480"/>
            <p:cNvSpPr/>
            <p:nvPr/>
          </p:nvSpPr>
          <p:spPr>
            <a:xfrm>
              <a:off x="9676451" y="1392265"/>
              <a:ext cx="19934" cy="4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1" name="rc2481"/>
            <p:cNvSpPr/>
            <p:nvPr/>
          </p:nvSpPr>
          <p:spPr>
            <a:xfrm>
              <a:off x="9698601" y="1392265"/>
              <a:ext cx="19934" cy="1021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2" name="rc2482"/>
            <p:cNvSpPr/>
            <p:nvPr/>
          </p:nvSpPr>
          <p:spPr>
            <a:xfrm>
              <a:off x="9720750" y="1392265"/>
              <a:ext cx="19934" cy="3904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3" name="rc2483"/>
            <p:cNvSpPr/>
            <p:nvPr/>
          </p:nvSpPr>
          <p:spPr>
            <a:xfrm>
              <a:off x="9742900" y="1392265"/>
              <a:ext cx="19934" cy="4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4" name="rc2484"/>
            <p:cNvSpPr/>
            <p:nvPr/>
          </p:nvSpPr>
          <p:spPr>
            <a:xfrm>
              <a:off x="9765050" y="1392265"/>
              <a:ext cx="19934" cy="176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5" name="rc2485"/>
            <p:cNvSpPr/>
            <p:nvPr/>
          </p:nvSpPr>
          <p:spPr>
            <a:xfrm>
              <a:off x="9787200" y="1392265"/>
              <a:ext cx="19934" cy="3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6" name="rc2486"/>
            <p:cNvSpPr/>
            <p:nvPr/>
          </p:nvSpPr>
          <p:spPr>
            <a:xfrm>
              <a:off x="9809350" y="1392265"/>
              <a:ext cx="19934" cy="4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7" name="rc2487"/>
            <p:cNvSpPr/>
            <p:nvPr/>
          </p:nvSpPr>
          <p:spPr>
            <a:xfrm>
              <a:off x="9831500" y="1392265"/>
              <a:ext cx="19934" cy="18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8" name="rc2488"/>
            <p:cNvSpPr/>
            <p:nvPr/>
          </p:nvSpPr>
          <p:spPr>
            <a:xfrm>
              <a:off x="9853649" y="1392265"/>
              <a:ext cx="19934" cy="76349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9" name="rc2489"/>
            <p:cNvSpPr/>
            <p:nvPr/>
          </p:nvSpPr>
          <p:spPr>
            <a:xfrm>
              <a:off x="9875799" y="1392265"/>
              <a:ext cx="19934" cy="170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0" name="rc2490"/>
            <p:cNvSpPr/>
            <p:nvPr/>
          </p:nvSpPr>
          <p:spPr>
            <a:xfrm>
              <a:off x="9897949" y="1392265"/>
              <a:ext cx="19934" cy="46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1" name="rc2491"/>
            <p:cNvSpPr/>
            <p:nvPr/>
          </p:nvSpPr>
          <p:spPr>
            <a:xfrm>
              <a:off x="9920099" y="1392265"/>
              <a:ext cx="19934" cy="3786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2" name="rc2492"/>
            <p:cNvSpPr/>
            <p:nvPr/>
          </p:nvSpPr>
          <p:spPr>
            <a:xfrm>
              <a:off x="9942249" y="1392265"/>
              <a:ext cx="19934" cy="1596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3" name="rc2493"/>
            <p:cNvSpPr/>
            <p:nvPr/>
          </p:nvSpPr>
          <p:spPr>
            <a:xfrm>
              <a:off x="9964398" y="1392265"/>
              <a:ext cx="19934" cy="21765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4" name="rc2494"/>
            <p:cNvSpPr/>
            <p:nvPr/>
          </p:nvSpPr>
          <p:spPr>
            <a:xfrm>
              <a:off x="9986548" y="1392265"/>
              <a:ext cx="19934" cy="5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5" name="rc2495"/>
            <p:cNvSpPr/>
            <p:nvPr/>
          </p:nvSpPr>
          <p:spPr>
            <a:xfrm>
              <a:off x="10008698" y="1392265"/>
              <a:ext cx="19934" cy="18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6" name="rc2496"/>
            <p:cNvSpPr/>
            <p:nvPr/>
          </p:nvSpPr>
          <p:spPr>
            <a:xfrm>
              <a:off x="10030848" y="1392265"/>
              <a:ext cx="19934" cy="6346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7" name="rc2497"/>
            <p:cNvSpPr/>
            <p:nvPr/>
          </p:nvSpPr>
          <p:spPr>
            <a:xfrm>
              <a:off x="10052998" y="1392265"/>
              <a:ext cx="19934" cy="179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8" name="rc2498"/>
            <p:cNvSpPr/>
            <p:nvPr/>
          </p:nvSpPr>
          <p:spPr>
            <a:xfrm>
              <a:off x="10075148" y="1392265"/>
              <a:ext cx="19934" cy="96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9" name="rc2499"/>
            <p:cNvSpPr/>
            <p:nvPr/>
          </p:nvSpPr>
          <p:spPr>
            <a:xfrm>
              <a:off x="10097297" y="1392265"/>
              <a:ext cx="19934" cy="1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0" name="rc2500"/>
            <p:cNvSpPr/>
            <p:nvPr/>
          </p:nvSpPr>
          <p:spPr>
            <a:xfrm>
              <a:off x="10119447" y="1392265"/>
              <a:ext cx="19934" cy="4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1" name="rc2501"/>
            <p:cNvSpPr/>
            <p:nvPr/>
          </p:nvSpPr>
          <p:spPr>
            <a:xfrm>
              <a:off x="10141597" y="1392265"/>
              <a:ext cx="19934" cy="75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2" name="rc2502"/>
            <p:cNvSpPr/>
            <p:nvPr/>
          </p:nvSpPr>
          <p:spPr>
            <a:xfrm>
              <a:off x="10163747" y="1392265"/>
              <a:ext cx="19934" cy="82241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3" name="rc2503"/>
            <p:cNvSpPr/>
            <p:nvPr/>
          </p:nvSpPr>
          <p:spPr>
            <a:xfrm>
              <a:off x="10185897" y="1392265"/>
              <a:ext cx="19934" cy="1882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4" name="rc2504"/>
            <p:cNvSpPr/>
            <p:nvPr/>
          </p:nvSpPr>
          <p:spPr>
            <a:xfrm>
              <a:off x="10208046" y="1392265"/>
              <a:ext cx="19934" cy="9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5" name="rc2505"/>
            <p:cNvSpPr/>
            <p:nvPr/>
          </p:nvSpPr>
          <p:spPr>
            <a:xfrm>
              <a:off x="10230196" y="1392265"/>
              <a:ext cx="19934" cy="54669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6" name="rc2506"/>
            <p:cNvSpPr/>
            <p:nvPr/>
          </p:nvSpPr>
          <p:spPr>
            <a:xfrm>
              <a:off x="10252346" y="1392265"/>
              <a:ext cx="19934" cy="377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7" name="rc2507"/>
            <p:cNvSpPr/>
            <p:nvPr/>
          </p:nvSpPr>
          <p:spPr>
            <a:xfrm>
              <a:off x="10274496" y="1392265"/>
              <a:ext cx="19934" cy="439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8" name="rc2508"/>
            <p:cNvSpPr/>
            <p:nvPr/>
          </p:nvSpPr>
          <p:spPr>
            <a:xfrm>
              <a:off x="10296646" y="1392265"/>
              <a:ext cx="19934" cy="62333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9" name="rc2509"/>
            <p:cNvSpPr/>
            <p:nvPr/>
          </p:nvSpPr>
          <p:spPr>
            <a:xfrm>
              <a:off x="10318796" y="1392265"/>
              <a:ext cx="19934" cy="2641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0" name="rc2510"/>
            <p:cNvSpPr/>
            <p:nvPr/>
          </p:nvSpPr>
          <p:spPr>
            <a:xfrm>
              <a:off x="10340945" y="1392265"/>
              <a:ext cx="19934" cy="34041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1" name="rc2511"/>
            <p:cNvSpPr/>
            <p:nvPr/>
          </p:nvSpPr>
          <p:spPr>
            <a:xfrm>
              <a:off x="10363095" y="1392265"/>
              <a:ext cx="19934" cy="18580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2" name="rc2512"/>
            <p:cNvSpPr/>
            <p:nvPr/>
          </p:nvSpPr>
          <p:spPr>
            <a:xfrm>
              <a:off x="10385245" y="1392265"/>
              <a:ext cx="19934" cy="33754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3" name="rc2513"/>
            <p:cNvSpPr/>
            <p:nvPr/>
          </p:nvSpPr>
          <p:spPr>
            <a:xfrm>
              <a:off x="10407395" y="1392265"/>
              <a:ext cx="19934" cy="2640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4" name="rc2514"/>
            <p:cNvSpPr/>
            <p:nvPr/>
          </p:nvSpPr>
          <p:spPr>
            <a:xfrm>
              <a:off x="10429545" y="1392265"/>
              <a:ext cx="19934" cy="89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5" name="rc2515"/>
            <p:cNvSpPr/>
            <p:nvPr/>
          </p:nvSpPr>
          <p:spPr>
            <a:xfrm>
              <a:off x="10451694" y="1392265"/>
              <a:ext cx="19934" cy="179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6" name="rc2516"/>
            <p:cNvSpPr/>
            <p:nvPr/>
          </p:nvSpPr>
          <p:spPr>
            <a:xfrm>
              <a:off x="10473844" y="1392265"/>
              <a:ext cx="19934" cy="12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7" name="rc2517"/>
            <p:cNvSpPr/>
            <p:nvPr/>
          </p:nvSpPr>
          <p:spPr>
            <a:xfrm>
              <a:off x="10495994" y="1392265"/>
              <a:ext cx="19934" cy="71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8" name="rc2518"/>
            <p:cNvSpPr/>
            <p:nvPr/>
          </p:nvSpPr>
          <p:spPr>
            <a:xfrm>
              <a:off x="10518144" y="1392265"/>
              <a:ext cx="19934" cy="12856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9" name="rc2519"/>
            <p:cNvSpPr/>
            <p:nvPr/>
          </p:nvSpPr>
          <p:spPr>
            <a:xfrm>
              <a:off x="10540294" y="1392265"/>
              <a:ext cx="19934" cy="1172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0" name="rc2520"/>
            <p:cNvSpPr/>
            <p:nvPr/>
          </p:nvSpPr>
          <p:spPr>
            <a:xfrm>
              <a:off x="10562444" y="1392265"/>
              <a:ext cx="19934" cy="20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1" name="rc2521"/>
            <p:cNvSpPr/>
            <p:nvPr/>
          </p:nvSpPr>
          <p:spPr>
            <a:xfrm>
              <a:off x="10584593" y="1392265"/>
              <a:ext cx="19934" cy="2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2" name="rc2522"/>
            <p:cNvSpPr/>
            <p:nvPr/>
          </p:nvSpPr>
          <p:spPr>
            <a:xfrm>
              <a:off x="10606743" y="1392265"/>
              <a:ext cx="19934" cy="38081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3" name="rc2523"/>
            <p:cNvSpPr/>
            <p:nvPr/>
          </p:nvSpPr>
          <p:spPr>
            <a:xfrm>
              <a:off x="10628893" y="1392265"/>
              <a:ext cx="19934" cy="16521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4" name="rc2524"/>
            <p:cNvSpPr/>
            <p:nvPr/>
          </p:nvSpPr>
          <p:spPr>
            <a:xfrm>
              <a:off x="10651043" y="1392265"/>
              <a:ext cx="19934" cy="848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5" name="rc2525"/>
            <p:cNvSpPr/>
            <p:nvPr/>
          </p:nvSpPr>
          <p:spPr>
            <a:xfrm>
              <a:off x="10673193" y="1392265"/>
              <a:ext cx="19934" cy="43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6" name="rc2526"/>
            <p:cNvSpPr/>
            <p:nvPr/>
          </p:nvSpPr>
          <p:spPr>
            <a:xfrm>
              <a:off x="10695342" y="1392265"/>
              <a:ext cx="19934" cy="8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7" name="rc2527"/>
            <p:cNvSpPr/>
            <p:nvPr/>
          </p:nvSpPr>
          <p:spPr>
            <a:xfrm>
              <a:off x="10717492" y="1392265"/>
              <a:ext cx="19934" cy="1126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8" name="rc2528"/>
            <p:cNvSpPr/>
            <p:nvPr/>
          </p:nvSpPr>
          <p:spPr>
            <a:xfrm>
              <a:off x="10739642" y="1392265"/>
              <a:ext cx="19934" cy="128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9" name="rc2529"/>
            <p:cNvSpPr/>
            <p:nvPr/>
          </p:nvSpPr>
          <p:spPr>
            <a:xfrm>
              <a:off x="10761792" y="1392265"/>
              <a:ext cx="19934" cy="28835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0" name="rc2530"/>
            <p:cNvSpPr/>
            <p:nvPr/>
          </p:nvSpPr>
          <p:spPr>
            <a:xfrm>
              <a:off x="10783942" y="1392265"/>
              <a:ext cx="19934" cy="360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1" name="rc2531"/>
            <p:cNvSpPr/>
            <p:nvPr/>
          </p:nvSpPr>
          <p:spPr>
            <a:xfrm>
              <a:off x="10806092" y="1392265"/>
              <a:ext cx="19934" cy="542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2" name="rc2532"/>
            <p:cNvSpPr/>
            <p:nvPr/>
          </p:nvSpPr>
          <p:spPr>
            <a:xfrm>
              <a:off x="10828241" y="1392265"/>
              <a:ext cx="19934" cy="377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3" name="rc2533"/>
            <p:cNvSpPr/>
            <p:nvPr/>
          </p:nvSpPr>
          <p:spPr>
            <a:xfrm>
              <a:off x="10850391" y="1392265"/>
              <a:ext cx="19934" cy="82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4" name="rc2534"/>
            <p:cNvSpPr/>
            <p:nvPr/>
          </p:nvSpPr>
          <p:spPr>
            <a:xfrm>
              <a:off x="10872541" y="1392265"/>
              <a:ext cx="19934" cy="587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5" name="rc2535"/>
            <p:cNvSpPr/>
            <p:nvPr/>
          </p:nvSpPr>
          <p:spPr>
            <a:xfrm>
              <a:off x="10894691" y="1392265"/>
              <a:ext cx="19934" cy="4389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6" name="rc2536"/>
            <p:cNvSpPr/>
            <p:nvPr/>
          </p:nvSpPr>
          <p:spPr>
            <a:xfrm>
              <a:off x="10916841" y="1392265"/>
              <a:ext cx="19934" cy="68217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7" name="rc2537"/>
            <p:cNvSpPr/>
            <p:nvPr/>
          </p:nvSpPr>
          <p:spPr>
            <a:xfrm>
              <a:off x="10938990" y="1392265"/>
              <a:ext cx="19934" cy="8331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8" name="rc2538"/>
            <p:cNvSpPr/>
            <p:nvPr/>
          </p:nvSpPr>
          <p:spPr>
            <a:xfrm>
              <a:off x="10961140" y="1392265"/>
              <a:ext cx="19934" cy="4328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9" name="rc2539"/>
            <p:cNvSpPr/>
            <p:nvPr/>
          </p:nvSpPr>
          <p:spPr>
            <a:xfrm>
              <a:off x="10983290" y="1392265"/>
              <a:ext cx="19934" cy="59849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0" name="rc2540"/>
            <p:cNvSpPr/>
            <p:nvPr/>
          </p:nvSpPr>
          <p:spPr>
            <a:xfrm>
              <a:off x="11005440" y="1392265"/>
              <a:ext cx="19934" cy="389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1" name="rc2541"/>
            <p:cNvSpPr/>
            <p:nvPr/>
          </p:nvSpPr>
          <p:spPr>
            <a:xfrm>
              <a:off x="11027590" y="1392265"/>
              <a:ext cx="19934" cy="257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2" name="rc2542"/>
            <p:cNvSpPr/>
            <p:nvPr/>
          </p:nvSpPr>
          <p:spPr>
            <a:xfrm>
              <a:off x="11049740" y="1392265"/>
              <a:ext cx="19934" cy="519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3" name="rc2543"/>
            <p:cNvSpPr/>
            <p:nvPr/>
          </p:nvSpPr>
          <p:spPr>
            <a:xfrm>
              <a:off x="11071889" y="1392265"/>
              <a:ext cx="19934" cy="532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4" name="rc2544"/>
            <p:cNvSpPr/>
            <p:nvPr/>
          </p:nvSpPr>
          <p:spPr>
            <a:xfrm>
              <a:off x="11094039" y="1392265"/>
              <a:ext cx="19934" cy="898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5" name="rc2545"/>
            <p:cNvSpPr/>
            <p:nvPr/>
          </p:nvSpPr>
          <p:spPr>
            <a:xfrm>
              <a:off x="11116189" y="1392265"/>
              <a:ext cx="19934" cy="17485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6" name="rc2546"/>
            <p:cNvSpPr/>
            <p:nvPr/>
          </p:nvSpPr>
          <p:spPr>
            <a:xfrm>
              <a:off x="11138339" y="1392265"/>
              <a:ext cx="19934" cy="30182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7" name="rc2547"/>
            <p:cNvSpPr/>
            <p:nvPr/>
          </p:nvSpPr>
          <p:spPr>
            <a:xfrm>
              <a:off x="11160489" y="1392265"/>
              <a:ext cx="19934" cy="19553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8" name="rc2548"/>
            <p:cNvSpPr/>
            <p:nvPr/>
          </p:nvSpPr>
          <p:spPr>
            <a:xfrm>
              <a:off x="11182638" y="1392265"/>
              <a:ext cx="19934" cy="26105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9" name="rc2549"/>
            <p:cNvSpPr/>
            <p:nvPr/>
          </p:nvSpPr>
          <p:spPr>
            <a:xfrm>
              <a:off x="11204788" y="1392265"/>
              <a:ext cx="19934" cy="137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" name="rc2550"/>
            <p:cNvSpPr/>
            <p:nvPr/>
          </p:nvSpPr>
          <p:spPr>
            <a:xfrm>
              <a:off x="11226938" y="1392265"/>
              <a:ext cx="19934" cy="513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1" name="rc2551"/>
            <p:cNvSpPr/>
            <p:nvPr/>
          </p:nvSpPr>
          <p:spPr>
            <a:xfrm>
              <a:off x="11249088" y="1392265"/>
              <a:ext cx="19934" cy="3552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2" name="rc2552"/>
            <p:cNvSpPr/>
            <p:nvPr/>
          </p:nvSpPr>
          <p:spPr>
            <a:xfrm>
              <a:off x="11271238" y="1392265"/>
              <a:ext cx="19934" cy="42255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3" name="rc2553"/>
            <p:cNvSpPr/>
            <p:nvPr/>
          </p:nvSpPr>
          <p:spPr>
            <a:xfrm>
              <a:off x="11293387" y="1392265"/>
              <a:ext cx="19934" cy="74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4" name="rc2554"/>
            <p:cNvSpPr/>
            <p:nvPr/>
          </p:nvSpPr>
          <p:spPr>
            <a:xfrm>
              <a:off x="11315537" y="1392265"/>
              <a:ext cx="19934" cy="1038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5" name="rc2555"/>
            <p:cNvSpPr/>
            <p:nvPr/>
          </p:nvSpPr>
          <p:spPr>
            <a:xfrm>
              <a:off x="11337687" y="1392265"/>
              <a:ext cx="19934" cy="3094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6" name="rc2556"/>
            <p:cNvSpPr/>
            <p:nvPr/>
          </p:nvSpPr>
          <p:spPr>
            <a:xfrm>
              <a:off x="11359837" y="1392265"/>
              <a:ext cx="19934" cy="2567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7" name="rc2557"/>
            <p:cNvSpPr/>
            <p:nvPr/>
          </p:nvSpPr>
          <p:spPr>
            <a:xfrm>
              <a:off x="11381987" y="1392265"/>
              <a:ext cx="19934" cy="19338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8" name="rc2558"/>
            <p:cNvSpPr/>
            <p:nvPr/>
          </p:nvSpPr>
          <p:spPr>
            <a:xfrm>
              <a:off x="11404137" y="1392265"/>
              <a:ext cx="19934" cy="116181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9" name="rc2559"/>
            <p:cNvSpPr/>
            <p:nvPr/>
          </p:nvSpPr>
          <p:spPr>
            <a:xfrm>
              <a:off x="11426286" y="1392265"/>
              <a:ext cx="19934" cy="1265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0" name="rc2560"/>
            <p:cNvSpPr/>
            <p:nvPr/>
          </p:nvSpPr>
          <p:spPr>
            <a:xfrm>
              <a:off x="11448436" y="1392265"/>
              <a:ext cx="19934" cy="1544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1" name="rc2561"/>
            <p:cNvSpPr/>
            <p:nvPr/>
          </p:nvSpPr>
          <p:spPr>
            <a:xfrm>
              <a:off x="11470586" y="1392265"/>
              <a:ext cx="19934" cy="51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2" name="rc2562"/>
            <p:cNvSpPr/>
            <p:nvPr/>
          </p:nvSpPr>
          <p:spPr>
            <a:xfrm>
              <a:off x="11492736" y="1392265"/>
              <a:ext cx="19934" cy="2922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3" name="rc2563"/>
            <p:cNvSpPr/>
            <p:nvPr/>
          </p:nvSpPr>
          <p:spPr>
            <a:xfrm>
              <a:off x="11514886" y="1392265"/>
              <a:ext cx="19934" cy="27488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4" name="rc2564"/>
            <p:cNvSpPr/>
            <p:nvPr/>
          </p:nvSpPr>
          <p:spPr>
            <a:xfrm>
              <a:off x="11537035" y="1392265"/>
              <a:ext cx="19934" cy="45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5" name="rc2565"/>
            <p:cNvSpPr/>
            <p:nvPr/>
          </p:nvSpPr>
          <p:spPr>
            <a:xfrm>
              <a:off x="11559185" y="1392265"/>
              <a:ext cx="19934" cy="457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6" name="rc2566"/>
            <p:cNvSpPr/>
            <p:nvPr/>
          </p:nvSpPr>
          <p:spPr>
            <a:xfrm>
              <a:off x="11581335" y="1392265"/>
              <a:ext cx="19934" cy="670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7" name="rc2567"/>
            <p:cNvSpPr/>
            <p:nvPr/>
          </p:nvSpPr>
          <p:spPr>
            <a:xfrm>
              <a:off x="11603485" y="1392265"/>
              <a:ext cx="19934" cy="45471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8" name="rc2568"/>
            <p:cNvSpPr/>
            <p:nvPr/>
          </p:nvSpPr>
          <p:spPr>
            <a:xfrm>
              <a:off x="11625635" y="1392265"/>
              <a:ext cx="19934" cy="16674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9" name="rc2569"/>
            <p:cNvSpPr/>
            <p:nvPr/>
          </p:nvSpPr>
          <p:spPr>
            <a:xfrm>
              <a:off x="11647785" y="1392265"/>
              <a:ext cx="19934" cy="2007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0" name="rc2570"/>
            <p:cNvSpPr/>
            <p:nvPr/>
          </p:nvSpPr>
          <p:spPr>
            <a:xfrm>
              <a:off x="11669934" y="1392265"/>
              <a:ext cx="19934" cy="572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1" name="rc2571"/>
            <p:cNvSpPr/>
            <p:nvPr/>
          </p:nvSpPr>
          <p:spPr>
            <a:xfrm>
              <a:off x="11692084" y="1392265"/>
              <a:ext cx="19934" cy="4337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2" name="rc2572"/>
            <p:cNvSpPr/>
            <p:nvPr/>
          </p:nvSpPr>
          <p:spPr>
            <a:xfrm>
              <a:off x="11714234" y="1392265"/>
              <a:ext cx="19934" cy="4945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3" name="rc2573"/>
            <p:cNvSpPr/>
            <p:nvPr/>
          </p:nvSpPr>
          <p:spPr>
            <a:xfrm>
              <a:off x="11736384" y="1392265"/>
              <a:ext cx="19934" cy="590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4" name="rc2574"/>
            <p:cNvSpPr/>
            <p:nvPr/>
          </p:nvSpPr>
          <p:spPr>
            <a:xfrm>
              <a:off x="11758534" y="1392265"/>
              <a:ext cx="19934" cy="120359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5" name="rc2575"/>
            <p:cNvSpPr/>
            <p:nvPr/>
          </p:nvSpPr>
          <p:spPr>
            <a:xfrm>
              <a:off x="11780683" y="1392265"/>
              <a:ext cx="19934" cy="1291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6" name="rc2576"/>
            <p:cNvSpPr/>
            <p:nvPr/>
          </p:nvSpPr>
          <p:spPr>
            <a:xfrm>
              <a:off x="11802833" y="1392265"/>
              <a:ext cx="19934" cy="42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7" name="rc2577"/>
            <p:cNvSpPr/>
            <p:nvPr/>
          </p:nvSpPr>
          <p:spPr>
            <a:xfrm>
              <a:off x="11824983" y="1392265"/>
              <a:ext cx="19934" cy="3446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11847133" y="1392265"/>
              <a:ext cx="19934" cy="223848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9" name="rc2579"/>
            <p:cNvSpPr/>
            <p:nvPr/>
          </p:nvSpPr>
          <p:spPr>
            <a:xfrm>
              <a:off x="11869283" y="1392265"/>
              <a:ext cx="19934" cy="3133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0" name="rc2580"/>
            <p:cNvSpPr/>
            <p:nvPr/>
          </p:nvSpPr>
          <p:spPr>
            <a:xfrm>
              <a:off x="11891433" y="1392265"/>
              <a:ext cx="19934" cy="463402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8967657" y="2268641"/>
              <a:ext cx="19934" cy="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8989806" y="1445798"/>
              <a:ext cx="19934" cy="213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" name="rc2583"/>
            <p:cNvSpPr/>
            <p:nvPr/>
          </p:nvSpPr>
          <p:spPr>
            <a:xfrm>
              <a:off x="9011956" y="1568570"/>
              <a:ext cx="19934" cy="9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4" name="rc2584"/>
            <p:cNvSpPr/>
            <p:nvPr/>
          </p:nvSpPr>
          <p:spPr>
            <a:xfrm>
              <a:off x="9034106" y="144018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5" name="rc2585"/>
            <p:cNvSpPr/>
            <p:nvPr/>
          </p:nvSpPr>
          <p:spPr>
            <a:xfrm>
              <a:off x="9056256" y="139764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6" name="rc2586"/>
            <p:cNvSpPr/>
            <p:nvPr/>
          </p:nvSpPr>
          <p:spPr>
            <a:xfrm>
              <a:off x="9078406" y="1746120"/>
              <a:ext cx="19934" cy="12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7" name="rc2587"/>
            <p:cNvSpPr/>
            <p:nvPr/>
          </p:nvSpPr>
          <p:spPr>
            <a:xfrm>
              <a:off x="9100556" y="139513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8" name="rc2588"/>
            <p:cNvSpPr/>
            <p:nvPr/>
          </p:nvSpPr>
          <p:spPr>
            <a:xfrm>
              <a:off x="9122705" y="1393397"/>
              <a:ext cx="19934" cy="53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9" name="rc2589"/>
            <p:cNvSpPr/>
            <p:nvPr/>
          </p:nvSpPr>
          <p:spPr>
            <a:xfrm>
              <a:off x="9144855" y="139266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0" name="rc2590"/>
            <p:cNvSpPr/>
            <p:nvPr/>
          </p:nvSpPr>
          <p:spPr>
            <a:xfrm>
              <a:off x="9167005" y="139323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1" name="rc2591"/>
            <p:cNvSpPr/>
            <p:nvPr/>
          </p:nvSpPr>
          <p:spPr>
            <a:xfrm>
              <a:off x="9189155" y="1397367"/>
              <a:ext cx="19934" cy="70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2" name="rc2592"/>
            <p:cNvSpPr/>
            <p:nvPr/>
          </p:nvSpPr>
          <p:spPr>
            <a:xfrm>
              <a:off x="9211305" y="156361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3" name="rc2593"/>
            <p:cNvSpPr/>
            <p:nvPr/>
          </p:nvSpPr>
          <p:spPr>
            <a:xfrm>
              <a:off x="9233454" y="139613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4" name="rc2594"/>
            <p:cNvSpPr/>
            <p:nvPr/>
          </p:nvSpPr>
          <p:spPr>
            <a:xfrm>
              <a:off x="9255604" y="1393879"/>
              <a:ext cx="19934" cy="2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5" name="rc2595"/>
            <p:cNvSpPr/>
            <p:nvPr/>
          </p:nvSpPr>
          <p:spPr>
            <a:xfrm>
              <a:off x="9277754" y="139918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6" name="rc2596"/>
            <p:cNvSpPr/>
            <p:nvPr/>
          </p:nvSpPr>
          <p:spPr>
            <a:xfrm>
              <a:off x="9299904" y="143841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7" name="rc2597"/>
            <p:cNvSpPr/>
            <p:nvPr/>
          </p:nvSpPr>
          <p:spPr>
            <a:xfrm>
              <a:off x="9322054" y="181802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8" name="rc2598"/>
            <p:cNvSpPr/>
            <p:nvPr/>
          </p:nvSpPr>
          <p:spPr>
            <a:xfrm>
              <a:off x="9344204" y="139507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9" name="rc2599"/>
            <p:cNvSpPr/>
            <p:nvPr/>
          </p:nvSpPr>
          <p:spPr>
            <a:xfrm>
              <a:off x="9366353" y="1392981"/>
              <a:ext cx="19934" cy="20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9388503" y="139272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1" name="rc2601"/>
            <p:cNvSpPr/>
            <p:nvPr/>
          </p:nvSpPr>
          <p:spPr>
            <a:xfrm>
              <a:off x="9410653" y="1393026"/>
              <a:ext cx="19934" cy="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2" name="rc2602"/>
            <p:cNvSpPr/>
            <p:nvPr/>
          </p:nvSpPr>
          <p:spPr>
            <a:xfrm>
              <a:off x="9432803" y="147622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3" name="rc2603"/>
            <p:cNvSpPr/>
            <p:nvPr/>
          </p:nvSpPr>
          <p:spPr>
            <a:xfrm>
              <a:off x="9454953" y="149942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4" name="rc2604"/>
            <p:cNvSpPr/>
            <p:nvPr/>
          </p:nvSpPr>
          <p:spPr>
            <a:xfrm>
              <a:off x="9477102" y="1392759"/>
              <a:ext cx="19934" cy="8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5" name="rc2605"/>
            <p:cNvSpPr/>
            <p:nvPr/>
          </p:nvSpPr>
          <p:spPr>
            <a:xfrm>
              <a:off x="9499252" y="150325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6" name="rc2606"/>
            <p:cNvSpPr/>
            <p:nvPr/>
          </p:nvSpPr>
          <p:spPr>
            <a:xfrm>
              <a:off x="9521402" y="139567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7" name="rc2607"/>
            <p:cNvSpPr/>
            <p:nvPr/>
          </p:nvSpPr>
          <p:spPr>
            <a:xfrm>
              <a:off x="9543552" y="1492016"/>
              <a:ext cx="19934" cy="199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8" name="rc2608"/>
            <p:cNvSpPr/>
            <p:nvPr/>
          </p:nvSpPr>
          <p:spPr>
            <a:xfrm>
              <a:off x="9565702" y="147995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9" name="rc2609"/>
            <p:cNvSpPr/>
            <p:nvPr/>
          </p:nvSpPr>
          <p:spPr>
            <a:xfrm>
              <a:off x="9587852" y="191192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0" name="rc2610"/>
            <p:cNvSpPr/>
            <p:nvPr/>
          </p:nvSpPr>
          <p:spPr>
            <a:xfrm>
              <a:off x="9610001" y="139472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1" name="rc2611"/>
            <p:cNvSpPr/>
            <p:nvPr/>
          </p:nvSpPr>
          <p:spPr>
            <a:xfrm>
              <a:off x="9632151" y="1394856"/>
              <a:ext cx="19934" cy="6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2" name="rc2612"/>
            <p:cNvSpPr/>
            <p:nvPr/>
          </p:nvSpPr>
          <p:spPr>
            <a:xfrm>
              <a:off x="9654301" y="139264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3" name="rc2613"/>
            <p:cNvSpPr/>
            <p:nvPr/>
          </p:nvSpPr>
          <p:spPr>
            <a:xfrm>
              <a:off x="9676451" y="139274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4" name="rc2614"/>
            <p:cNvSpPr/>
            <p:nvPr/>
          </p:nvSpPr>
          <p:spPr>
            <a:xfrm>
              <a:off x="9698601" y="149436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5" name="rc2615"/>
            <p:cNvSpPr/>
            <p:nvPr/>
          </p:nvSpPr>
          <p:spPr>
            <a:xfrm>
              <a:off x="9720750" y="1431307"/>
              <a:ext cx="19934" cy="111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6" name="rc2616"/>
            <p:cNvSpPr/>
            <p:nvPr/>
          </p:nvSpPr>
          <p:spPr>
            <a:xfrm>
              <a:off x="9742900" y="139272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7" name="rc2617"/>
            <p:cNvSpPr/>
            <p:nvPr/>
          </p:nvSpPr>
          <p:spPr>
            <a:xfrm>
              <a:off x="9765050" y="1394030"/>
              <a:ext cx="19934" cy="7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8" name="rc2618"/>
            <p:cNvSpPr/>
            <p:nvPr/>
          </p:nvSpPr>
          <p:spPr>
            <a:xfrm>
              <a:off x="9787200" y="139263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9" name="rc2619"/>
            <p:cNvSpPr/>
            <p:nvPr/>
          </p:nvSpPr>
          <p:spPr>
            <a:xfrm>
              <a:off x="9809350" y="139267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0" name="rc2620"/>
            <p:cNvSpPr/>
            <p:nvPr/>
          </p:nvSpPr>
          <p:spPr>
            <a:xfrm>
              <a:off x="9831500" y="139409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1" name="rc2621"/>
            <p:cNvSpPr/>
            <p:nvPr/>
          </p:nvSpPr>
          <p:spPr>
            <a:xfrm>
              <a:off x="9853649" y="2155764"/>
              <a:ext cx="19934" cy="30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2" name="rc2622"/>
            <p:cNvSpPr/>
            <p:nvPr/>
          </p:nvSpPr>
          <p:spPr>
            <a:xfrm>
              <a:off x="9875799" y="1409289"/>
              <a:ext cx="19934" cy="2956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3" name="rc2623"/>
            <p:cNvSpPr/>
            <p:nvPr/>
          </p:nvSpPr>
          <p:spPr>
            <a:xfrm>
              <a:off x="9897949" y="1392733"/>
              <a:ext cx="19934" cy="48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4" name="rc2624"/>
            <p:cNvSpPr/>
            <p:nvPr/>
          </p:nvSpPr>
          <p:spPr>
            <a:xfrm>
              <a:off x="9920099" y="1430126"/>
              <a:ext cx="19934" cy="4139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5" name="rc2625"/>
            <p:cNvSpPr/>
            <p:nvPr/>
          </p:nvSpPr>
          <p:spPr>
            <a:xfrm>
              <a:off x="9942249" y="1408232"/>
              <a:ext cx="19934" cy="2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6" name="rc2626"/>
            <p:cNvSpPr/>
            <p:nvPr/>
          </p:nvSpPr>
          <p:spPr>
            <a:xfrm>
              <a:off x="9964398" y="1609918"/>
              <a:ext cx="19934" cy="2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7" name="rc2627"/>
            <p:cNvSpPr/>
            <p:nvPr/>
          </p:nvSpPr>
          <p:spPr>
            <a:xfrm>
              <a:off x="9986548" y="1392811"/>
              <a:ext cx="19934" cy="38160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8" name="rc2628"/>
            <p:cNvSpPr/>
            <p:nvPr/>
          </p:nvSpPr>
          <p:spPr>
            <a:xfrm>
              <a:off x="10008698" y="1394163"/>
              <a:ext cx="19934" cy="4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9" name="rc2629"/>
            <p:cNvSpPr/>
            <p:nvPr/>
          </p:nvSpPr>
          <p:spPr>
            <a:xfrm>
              <a:off x="10030848" y="145573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0" name="rc2630"/>
            <p:cNvSpPr/>
            <p:nvPr/>
          </p:nvSpPr>
          <p:spPr>
            <a:xfrm>
              <a:off x="10052998" y="1410216"/>
              <a:ext cx="19934" cy="2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1" name="rc2631"/>
            <p:cNvSpPr/>
            <p:nvPr/>
          </p:nvSpPr>
          <p:spPr>
            <a:xfrm>
              <a:off x="10075148" y="1393229"/>
              <a:ext cx="19934" cy="8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2" name="rc2632"/>
            <p:cNvSpPr/>
            <p:nvPr/>
          </p:nvSpPr>
          <p:spPr>
            <a:xfrm>
              <a:off x="10097297" y="139238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3" name="rc2633"/>
            <p:cNvSpPr/>
            <p:nvPr/>
          </p:nvSpPr>
          <p:spPr>
            <a:xfrm>
              <a:off x="10119447" y="1392698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4" name="rc2634"/>
            <p:cNvSpPr/>
            <p:nvPr/>
          </p:nvSpPr>
          <p:spPr>
            <a:xfrm>
              <a:off x="10141597" y="1393016"/>
              <a:ext cx="19934" cy="23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5" name="rc2635"/>
            <p:cNvSpPr/>
            <p:nvPr/>
          </p:nvSpPr>
          <p:spPr>
            <a:xfrm>
              <a:off x="10163747" y="2214675"/>
              <a:ext cx="19934" cy="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6" name="rc2636"/>
            <p:cNvSpPr/>
            <p:nvPr/>
          </p:nvSpPr>
          <p:spPr>
            <a:xfrm>
              <a:off x="10185897" y="158053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7" name="rc2637"/>
            <p:cNvSpPr/>
            <p:nvPr/>
          </p:nvSpPr>
          <p:spPr>
            <a:xfrm>
              <a:off x="10208046" y="1393167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8" name="rc2638"/>
            <p:cNvSpPr/>
            <p:nvPr/>
          </p:nvSpPr>
          <p:spPr>
            <a:xfrm>
              <a:off x="10230196" y="193896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9" name="rc2639"/>
            <p:cNvSpPr/>
            <p:nvPr/>
          </p:nvSpPr>
          <p:spPr>
            <a:xfrm>
              <a:off x="10252346" y="142998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0" name="rc2640"/>
            <p:cNvSpPr/>
            <p:nvPr/>
          </p:nvSpPr>
          <p:spPr>
            <a:xfrm>
              <a:off x="10274496" y="139665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1" name="rc2641"/>
            <p:cNvSpPr/>
            <p:nvPr/>
          </p:nvSpPr>
          <p:spPr>
            <a:xfrm>
              <a:off x="10296646" y="201560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2" name="rc2642"/>
            <p:cNvSpPr/>
            <p:nvPr/>
          </p:nvSpPr>
          <p:spPr>
            <a:xfrm>
              <a:off x="10318796" y="165643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3" name="rc2643"/>
            <p:cNvSpPr/>
            <p:nvPr/>
          </p:nvSpPr>
          <p:spPr>
            <a:xfrm>
              <a:off x="10340945" y="1732681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4" name="rc2644"/>
            <p:cNvSpPr/>
            <p:nvPr/>
          </p:nvSpPr>
          <p:spPr>
            <a:xfrm>
              <a:off x="10363095" y="1578071"/>
              <a:ext cx="19934" cy="3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5" name="rc2645"/>
            <p:cNvSpPr/>
            <p:nvPr/>
          </p:nvSpPr>
          <p:spPr>
            <a:xfrm>
              <a:off x="10385245" y="1729809"/>
              <a:ext cx="19934" cy="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6" name="rc2646"/>
            <p:cNvSpPr/>
            <p:nvPr/>
          </p:nvSpPr>
          <p:spPr>
            <a:xfrm>
              <a:off x="10407395" y="1418665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7" name="rc2647"/>
            <p:cNvSpPr/>
            <p:nvPr/>
          </p:nvSpPr>
          <p:spPr>
            <a:xfrm>
              <a:off x="10429545" y="140121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8" name="rc2648"/>
            <p:cNvSpPr/>
            <p:nvPr/>
          </p:nvSpPr>
          <p:spPr>
            <a:xfrm>
              <a:off x="10451694" y="141024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9" name="rc2649"/>
            <p:cNvSpPr/>
            <p:nvPr/>
          </p:nvSpPr>
          <p:spPr>
            <a:xfrm>
              <a:off x="10473844" y="1392392"/>
              <a:ext cx="19934" cy="36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0" name="rc2650"/>
            <p:cNvSpPr/>
            <p:nvPr/>
          </p:nvSpPr>
          <p:spPr>
            <a:xfrm>
              <a:off x="10495994" y="1399384"/>
              <a:ext cx="19934" cy="108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1" name="rc2651"/>
            <p:cNvSpPr/>
            <p:nvPr/>
          </p:nvSpPr>
          <p:spPr>
            <a:xfrm>
              <a:off x="10518144" y="267796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2" name="rc2652"/>
            <p:cNvSpPr/>
            <p:nvPr/>
          </p:nvSpPr>
          <p:spPr>
            <a:xfrm>
              <a:off x="10540294" y="1509474"/>
              <a:ext cx="19934" cy="14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3" name="rc2653"/>
            <p:cNvSpPr/>
            <p:nvPr/>
          </p:nvSpPr>
          <p:spPr>
            <a:xfrm>
              <a:off x="10562444" y="1394347"/>
              <a:ext cx="19934" cy="10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4" name="rc2654"/>
            <p:cNvSpPr/>
            <p:nvPr/>
          </p:nvSpPr>
          <p:spPr>
            <a:xfrm>
              <a:off x="10584593" y="1392558"/>
              <a:ext cx="19934" cy="23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5" name="rc2655"/>
            <p:cNvSpPr/>
            <p:nvPr/>
          </p:nvSpPr>
          <p:spPr>
            <a:xfrm>
              <a:off x="10606743" y="177308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6" name="rc2656"/>
            <p:cNvSpPr/>
            <p:nvPr/>
          </p:nvSpPr>
          <p:spPr>
            <a:xfrm>
              <a:off x="10628893" y="155748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7" name="rc2657"/>
            <p:cNvSpPr/>
            <p:nvPr/>
          </p:nvSpPr>
          <p:spPr>
            <a:xfrm>
              <a:off x="10651043" y="1477124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8" name="rc2658"/>
            <p:cNvSpPr/>
            <p:nvPr/>
          </p:nvSpPr>
          <p:spPr>
            <a:xfrm>
              <a:off x="10673193" y="139269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9" name="rc2659"/>
            <p:cNvSpPr/>
            <p:nvPr/>
          </p:nvSpPr>
          <p:spPr>
            <a:xfrm>
              <a:off x="10695342" y="1393089"/>
              <a:ext cx="19934" cy="7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0" name="rc2660"/>
            <p:cNvSpPr/>
            <p:nvPr/>
          </p:nvSpPr>
          <p:spPr>
            <a:xfrm>
              <a:off x="10717492" y="1403534"/>
              <a:ext cx="19934" cy="11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1" name="rc2661"/>
            <p:cNvSpPr/>
            <p:nvPr/>
          </p:nvSpPr>
          <p:spPr>
            <a:xfrm>
              <a:off x="10739642" y="1405096"/>
              <a:ext cx="19934" cy="44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2" name="rc2662"/>
            <p:cNvSpPr/>
            <p:nvPr/>
          </p:nvSpPr>
          <p:spPr>
            <a:xfrm>
              <a:off x="10761792" y="1680615"/>
              <a:ext cx="19934" cy="29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3" name="rc2663"/>
            <p:cNvSpPr/>
            <p:nvPr/>
          </p:nvSpPr>
          <p:spPr>
            <a:xfrm>
              <a:off x="10783942" y="1395873"/>
              <a:ext cx="19934" cy="39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4" name="rc2664"/>
            <p:cNvSpPr/>
            <p:nvPr/>
          </p:nvSpPr>
          <p:spPr>
            <a:xfrm>
              <a:off x="10806092" y="1397686"/>
              <a:ext cx="19934" cy="39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5" name="rc2665"/>
            <p:cNvSpPr/>
            <p:nvPr/>
          </p:nvSpPr>
          <p:spPr>
            <a:xfrm>
              <a:off x="10828241" y="1396038"/>
              <a:ext cx="19934" cy="52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6" name="rc2666"/>
            <p:cNvSpPr/>
            <p:nvPr/>
          </p:nvSpPr>
          <p:spPr>
            <a:xfrm>
              <a:off x="10850391" y="1400494"/>
              <a:ext cx="19934" cy="26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7" name="rc2667"/>
            <p:cNvSpPr/>
            <p:nvPr/>
          </p:nvSpPr>
          <p:spPr>
            <a:xfrm>
              <a:off x="10872541" y="1398135"/>
              <a:ext cx="19934" cy="95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8" name="rc2668"/>
            <p:cNvSpPr/>
            <p:nvPr/>
          </p:nvSpPr>
          <p:spPr>
            <a:xfrm>
              <a:off x="10894691" y="1831187"/>
              <a:ext cx="19934" cy="27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9" name="rc2669"/>
            <p:cNvSpPr/>
            <p:nvPr/>
          </p:nvSpPr>
          <p:spPr>
            <a:xfrm>
              <a:off x="10916841" y="2074436"/>
              <a:ext cx="19934" cy="2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0" name="rc2670"/>
            <p:cNvSpPr/>
            <p:nvPr/>
          </p:nvSpPr>
          <p:spPr>
            <a:xfrm>
              <a:off x="10938990" y="1400596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1" name="rc2671"/>
            <p:cNvSpPr/>
            <p:nvPr/>
          </p:nvSpPr>
          <p:spPr>
            <a:xfrm>
              <a:off x="10961140" y="1435545"/>
              <a:ext cx="19934" cy="1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2" name="rc2672"/>
            <p:cNvSpPr/>
            <p:nvPr/>
          </p:nvSpPr>
          <p:spPr>
            <a:xfrm>
              <a:off x="10983290" y="1990763"/>
              <a:ext cx="19934" cy="200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3" name="rc2673"/>
            <p:cNvSpPr/>
            <p:nvPr/>
          </p:nvSpPr>
          <p:spPr>
            <a:xfrm>
              <a:off x="11005440" y="1396157"/>
              <a:ext cx="19934" cy="273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4" name="rc2674"/>
            <p:cNvSpPr/>
            <p:nvPr/>
          </p:nvSpPr>
          <p:spPr>
            <a:xfrm>
              <a:off x="11027590" y="1394843"/>
              <a:ext cx="19934" cy="2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5" name="rc2675"/>
            <p:cNvSpPr/>
            <p:nvPr/>
          </p:nvSpPr>
          <p:spPr>
            <a:xfrm>
              <a:off x="11049740" y="1397458"/>
              <a:ext cx="19934" cy="2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6" name="rc2676"/>
            <p:cNvSpPr/>
            <p:nvPr/>
          </p:nvSpPr>
          <p:spPr>
            <a:xfrm>
              <a:off x="11071889" y="1397589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7" name="rc2677"/>
            <p:cNvSpPr/>
            <p:nvPr/>
          </p:nvSpPr>
          <p:spPr>
            <a:xfrm>
              <a:off x="11094039" y="1401247"/>
              <a:ext cx="19934" cy="2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8" name="rc2678"/>
            <p:cNvSpPr/>
            <p:nvPr/>
          </p:nvSpPr>
          <p:spPr>
            <a:xfrm>
              <a:off x="11116189" y="1567121"/>
              <a:ext cx="19934" cy="188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9" name="rc2679"/>
            <p:cNvSpPr/>
            <p:nvPr/>
          </p:nvSpPr>
          <p:spPr>
            <a:xfrm>
              <a:off x="11138339" y="1694094"/>
              <a:ext cx="19934" cy="2448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0" name="rc2680"/>
            <p:cNvSpPr/>
            <p:nvPr/>
          </p:nvSpPr>
          <p:spPr>
            <a:xfrm>
              <a:off x="11160489" y="1587802"/>
              <a:ext cx="19934" cy="47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1" name="rc2681"/>
            <p:cNvSpPr/>
            <p:nvPr/>
          </p:nvSpPr>
          <p:spPr>
            <a:xfrm>
              <a:off x="11182638" y="165332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2" name="rc2682"/>
            <p:cNvSpPr/>
            <p:nvPr/>
          </p:nvSpPr>
          <p:spPr>
            <a:xfrm>
              <a:off x="11204788" y="1406041"/>
              <a:ext cx="19934" cy="45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3" name="rc2683"/>
            <p:cNvSpPr/>
            <p:nvPr/>
          </p:nvSpPr>
          <p:spPr>
            <a:xfrm>
              <a:off x="11226938" y="139740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4" name="rc2684"/>
            <p:cNvSpPr/>
            <p:nvPr/>
          </p:nvSpPr>
          <p:spPr>
            <a:xfrm>
              <a:off x="11249088" y="1427787"/>
              <a:ext cx="19934" cy="65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5" name="rc2685"/>
            <p:cNvSpPr/>
            <p:nvPr/>
          </p:nvSpPr>
          <p:spPr>
            <a:xfrm>
              <a:off x="11271238" y="1814822"/>
              <a:ext cx="19934" cy="3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6" name="rc2686"/>
            <p:cNvSpPr/>
            <p:nvPr/>
          </p:nvSpPr>
          <p:spPr>
            <a:xfrm>
              <a:off x="11293387" y="1399713"/>
              <a:ext cx="19934" cy="64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7" name="rc2687"/>
            <p:cNvSpPr/>
            <p:nvPr/>
          </p:nvSpPr>
          <p:spPr>
            <a:xfrm>
              <a:off x="11315537" y="1402651"/>
              <a:ext cx="19934" cy="42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8" name="rc2688"/>
            <p:cNvSpPr/>
            <p:nvPr/>
          </p:nvSpPr>
          <p:spPr>
            <a:xfrm>
              <a:off x="11337687" y="1423205"/>
              <a:ext cx="19934" cy="5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9" name="rc2689"/>
            <p:cNvSpPr/>
            <p:nvPr/>
          </p:nvSpPr>
          <p:spPr>
            <a:xfrm>
              <a:off x="11359837" y="1417937"/>
              <a:ext cx="19934" cy="281966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0" name="rc2690"/>
            <p:cNvSpPr/>
            <p:nvPr/>
          </p:nvSpPr>
          <p:spPr>
            <a:xfrm>
              <a:off x="11381987" y="1585654"/>
              <a:ext cx="19934" cy="115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1" name="rc2691"/>
            <p:cNvSpPr/>
            <p:nvPr/>
          </p:nvSpPr>
          <p:spPr>
            <a:xfrm>
              <a:off x="11404137" y="2554078"/>
              <a:ext cx="19934" cy="104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2" name="rc2692"/>
            <p:cNvSpPr/>
            <p:nvPr/>
          </p:nvSpPr>
          <p:spPr>
            <a:xfrm>
              <a:off x="11426286" y="1404919"/>
              <a:ext cx="19934" cy="32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3" name="rc2693"/>
            <p:cNvSpPr/>
            <p:nvPr/>
          </p:nvSpPr>
          <p:spPr>
            <a:xfrm>
              <a:off x="11448436" y="1407712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4" name="rc2694"/>
            <p:cNvSpPr/>
            <p:nvPr/>
          </p:nvSpPr>
          <p:spPr>
            <a:xfrm>
              <a:off x="11470586" y="1397413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5" name="rc2695"/>
            <p:cNvSpPr/>
            <p:nvPr/>
          </p:nvSpPr>
          <p:spPr>
            <a:xfrm>
              <a:off x="11492736" y="1684540"/>
              <a:ext cx="19934" cy="38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6" name="rc2696"/>
            <p:cNvSpPr/>
            <p:nvPr/>
          </p:nvSpPr>
          <p:spPr>
            <a:xfrm>
              <a:off x="11514886" y="1667148"/>
              <a:ext cx="19934" cy="9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7" name="rc2697"/>
            <p:cNvSpPr/>
            <p:nvPr/>
          </p:nvSpPr>
          <p:spPr>
            <a:xfrm>
              <a:off x="11537035" y="1396774"/>
              <a:ext cx="19934" cy="324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8" name="rc2698"/>
            <p:cNvSpPr/>
            <p:nvPr/>
          </p:nvSpPr>
          <p:spPr>
            <a:xfrm>
              <a:off x="11559185" y="139684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9" name="rc2699"/>
            <p:cNvSpPr/>
            <p:nvPr/>
          </p:nvSpPr>
          <p:spPr>
            <a:xfrm>
              <a:off x="11581335" y="1398974"/>
              <a:ext cx="19934" cy="3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0" name="rc2700"/>
            <p:cNvSpPr/>
            <p:nvPr/>
          </p:nvSpPr>
          <p:spPr>
            <a:xfrm>
              <a:off x="11603485" y="1846983"/>
              <a:ext cx="19934" cy="128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1" name="rc2701"/>
            <p:cNvSpPr/>
            <p:nvPr/>
          </p:nvSpPr>
          <p:spPr>
            <a:xfrm>
              <a:off x="11625635" y="1408939"/>
              <a:ext cx="19934" cy="35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2" name="rc2702"/>
            <p:cNvSpPr/>
            <p:nvPr/>
          </p:nvSpPr>
          <p:spPr>
            <a:xfrm>
              <a:off x="11647785" y="1412344"/>
              <a:ext cx="19934" cy="13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3" name="rc2703"/>
            <p:cNvSpPr/>
            <p:nvPr/>
          </p:nvSpPr>
          <p:spPr>
            <a:xfrm>
              <a:off x="11669934" y="1397988"/>
              <a:ext cx="19934" cy="5511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4" name="rc2704"/>
            <p:cNvSpPr/>
            <p:nvPr/>
          </p:nvSpPr>
          <p:spPr>
            <a:xfrm>
              <a:off x="11692084" y="1435641"/>
              <a:ext cx="19934" cy="64632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5" name="rc2705"/>
            <p:cNvSpPr/>
            <p:nvPr/>
          </p:nvSpPr>
          <p:spPr>
            <a:xfrm>
              <a:off x="11714234" y="1397210"/>
              <a:ext cx="19934" cy="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6" name="rc2706"/>
            <p:cNvSpPr/>
            <p:nvPr/>
          </p:nvSpPr>
          <p:spPr>
            <a:xfrm>
              <a:off x="11736384" y="1451325"/>
              <a:ext cx="19934" cy="10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7" name="rc2707"/>
            <p:cNvSpPr/>
            <p:nvPr/>
          </p:nvSpPr>
          <p:spPr>
            <a:xfrm>
              <a:off x="11758534" y="1512624"/>
              <a:ext cx="19934" cy="13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8" name="rc2708"/>
            <p:cNvSpPr/>
            <p:nvPr/>
          </p:nvSpPr>
          <p:spPr>
            <a:xfrm>
              <a:off x="11780683" y="1405178"/>
              <a:ext cx="19934" cy="20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9" name="rc2709"/>
            <p:cNvSpPr/>
            <p:nvPr/>
          </p:nvSpPr>
          <p:spPr>
            <a:xfrm>
              <a:off x="11802833" y="1396498"/>
              <a:ext cx="19934" cy="210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0" name="rc2710"/>
            <p:cNvSpPr/>
            <p:nvPr/>
          </p:nvSpPr>
          <p:spPr>
            <a:xfrm>
              <a:off x="11824983" y="1395711"/>
              <a:ext cx="19934" cy="8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1" name="rc2711"/>
            <p:cNvSpPr/>
            <p:nvPr/>
          </p:nvSpPr>
          <p:spPr>
            <a:xfrm>
              <a:off x="11847133" y="1616113"/>
              <a:ext cx="19934" cy="139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2" name="rc2712"/>
            <p:cNvSpPr/>
            <p:nvPr/>
          </p:nvSpPr>
          <p:spPr>
            <a:xfrm>
              <a:off x="11869283" y="1395398"/>
              <a:ext cx="19934" cy="8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3" name="rc2713"/>
            <p:cNvSpPr/>
            <p:nvPr/>
          </p:nvSpPr>
          <p:spPr>
            <a:xfrm>
              <a:off x="11891433" y="1855667"/>
              <a:ext cx="19934" cy="471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4" name="rc2714"/>
            <p:cNvSpPr/>
            <p:nvPr/>
          </p:nvSpPr>
          <p:spPr>
            <a:xfrm>
              <a:off x="8967657" y="2268714"/>
              <a:ext cx="19934" cy="12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5" name="rc2715"/>
            <p:cNvSpPr/>
            <p:nvPr/>
          </p:nvSpPr>
          <p:spPr>
            <a:xfrm>
              <a:off x="8989806" y="146714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6" name="rc2716"/>
            <p:cNvSpPr/>
            <p:nvPr/>
          </p:nvSpPr>
          <p:spPr>
            <a:xfrm>
              <a:off x="9011956" y="156866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7" name="rc2717"/>
            <p:cNvSpPr/>
            <p:nvPr/>
          </p:nvSpPr>
          <p:spPr>
            <a:xfrm>
              <a:off x="9034106" y="144018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8" name="rc2718"/>
            <p:cNvSpPr/>
            <p:nvPr/>
          </p:nvSpPr>
          <p:spPr>
            <a:xfrm>
              <a:off x="9056256" y="1397647"/>
              <a:ext cx="19934" cy="17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9" name="rc2719"/>
            <p:cNvSpPr/>
            <p:nvPr/>
          </p:nvSpPr>
          <p:spPr>
            <a:xfrm>
              <a:off x="9078406" y="174624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0" name="rc2720"/>
            <p:cNvSpPr/>
            <p:nvPr/>
          </p:nvSpPr>
          <p:spPr>
            <a:xfrm>
              <a:off x="9100556" y="139513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1" name="rc2721"/>
            <p:cNvSpPr/>
            <p:nvPr/>
          </p:nvSpPr>
          <p:spPr>
            <a:xfrm>
              <a:off x="9122705" y="139393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2" name="rc2722"/>
            <p:cNvSpPr/>
            <p:nvPr/>
          </p:nvSpPr>
          <p:spPr>
            <a:xfrm>
              <a:off x="9144855" y="139266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3" name="rc2723"/>
            <p:cNvSpPr/>
            <p:nvPr/>
          </p:nvSpPr>
          <p:spPr>
            <a:xfrm>
              <a:off x="9167005" y="139323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4" name="rc2724"/>
            <p:cNvSpPr/>
            <p:nvPr/>
          </p:nvSpPr>
          <p:spPr>
            <a:xfrm>
              <a:off x="9189155" y="1398068"/>
              <a:ext cx="19934" cy="21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5" name="rc2725"/>
            <p:cNvSpPr/>
            <p:nvPr/>
          </p:nvSpPr>
          <p:spPr>
            <a:xfrm>
              <a:off x="9211305" y="156361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6" name="rc2726"/>
            <p:cNvSpPr/>
            <p:nvPr/>
          </p:nvSpPr>
          <p:spPr>
            <a:xfrm>
              <a:off x="9233454" y="1396131"/>
              <a:ext cx="19934" cy="12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7" name="rc2727"/>
            <p:cNvSpPr/>
            <p:nvPr/>
          </p:nvSpPr>
          <p:spPr>
            <a:xfrm>
              <a:off x="9255604" y="1394131"/>
              <a:ext cx="19934" cy="2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8" name="rc2728"/>
            <p:cNvSpPr/>
            <p:nvPr/>
          </p:nvSpPr>
          <p:spPr>
            <a:xfrm>
              <a:off x="9277754" y="139918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9" name="rc2729"/>
            <p:cNvSpPr/>
            <p:nvPr/>
          </p:nvSpPr>
          <p:spPr>
            <a:xfrm>
              <a:off x="9299904" y="1438413"/>
              <a:ext cx="19934" cy="29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0" name="rc2730"/>
            <p:cNvSpPr/>
            <p:nvPr/>
          </p:nvSpPr>
          <p:spPr>
            <a:xfrm>
              <a:off x="9322054" y="1818029"/>
              <a:ext cx="19934" cy="32768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1" name="rc2731"/>
            <p:cNvSpPr/>
            <p:nvPr/>
          </p:nvSpPr>
          <p:spPr>
            <a:xfrm>
              <a:off x="9344204" y="139507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2" name="rc2732"/>
            <p:cNvSpPr/>
            <p:nvPr/>
          </p:nvSpPr>
          <p:spPr>
            <a:xfrm>
              <a:off x="9366353" y="1393188"/>
              <a:ext cx="19934" cy="7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3" name="rc2733"/>
            <p:cNvSpPr/>
            <p:nvPr/>
          </p:nvSpPr>
          <p:spPr>
            <a:xfrm>
              <a:off x="9388503" y="139272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4" name="rc2734"/>
            <p:cNvSpPr/>
            <p:nvPr/>
          </p:nvSpPr>
          <p:spPr>
            <a:xfrm>
              <a:off x="9410653" y="139311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5" name="rc2735"/>
            <p:cNvSpPr/>
            <p:nvPr/>
          </p:nvSpPr>
          <p:spPr>
            <a:xfrm>
              <a:off x="9432803" y="147622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6" name="rc2736"/>
            <p:cNvSpPr/>
            <p:nvPr/>
          </p:nvSpPr>
          <p:spPr>
            <a:xfrm>
              <a:off x="9454953" y="149942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7" name="rc2737"/>
            <p:cNvSpPr/>
            <p:nvPr/>
          </p:nvSpPr>
          <p:spPr>
            <a:xfrm>
              <a:off x="9477102" y="139356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8" name="rc2738"/>
            <p:cNvSpPr/>
            <p:nvPr/>
          </p:nvSpPr>
          <p:spPr>
            <a:xfrm>
              <a:off x="9499252" y="1503252"/>
              <a:ext cx="19934" cy="31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9" name="rc2739"/>
            <p:cNvSpPr/>
            <p:nvPr/>
          </p:nvSpPr>
          <p:spPr>
            <a:xfrm>
              <a:off x="9521402" y="139567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0" name="rc2740"/>
            <p:cNvSpPr/>
            <p:nvPr/>
          </p:nvSpPr>
          <p:spPr>
            <a:xfrm>
              <a:off x="9543552" y="151196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1" name="rc2741"/>
            <p:cNvSpPr/>
            <p:nvPr/>
          </p:nvSpPr>
          <p:spPr>
            <a:xfrm>
              <a:off x="9565702" y="147995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2" name="rc2742"/>
            <p:cNvSpPr/>
            <p:nvPr/>
          </p:nvSpPr>
          <p:spPr>
            <a:xfrm>
              <a:off x="9587852" y="191192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3" name="rc2743"/>
            <p:cNvSpPr/>
            <p:nvPr/>
          </p:nvSpPr>
          <p:spPr>
            <a:xfrm>
              <a:off x="9610001" y="139472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4" name="rc2744"/>
            <p:cNvSpPr/>
            <p:nvPr/>
          </p:nvSpPr>
          <p:spPr>
            <a:xfrm>
              <a:off x="9632151" y="139492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5" name="rc2745"/>
            <p:cNvSpPr/>
            <p:nvPr/>
          </p:nvSpPr>
          <p:spPr>
            <a:xfrm>
              <a:off x="9654301" y="1392645"/>
              <a:ext cx="19934" cy="1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6" name="rc2746"/>
            <p:cNvSpPr/>
            <p:nvPr/>
          </p:nvSpPr>
          <p:spPr>
            <a:xfrm>
              <a:off x="9676451" y="139274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7" name="rc2747"/>
            <p:cNvSpPr/>
            <p:nvPr/>
          </p:nvSpPr>
          <p:spPr>
            <a:xfrm>
              <a:off x="9698601" y="149436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8" name="rc2748"/>
            <p:cNvSpPr/>
            <p:nvPr/>
          </p:nvSpPr>
          <p:spPr>
            <a:xfrm>
              <a:off x="9720750" y="1432422"/>
              <a:ext cx="19934" cy="9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9" name="rc2749"/>
            <p:cNvSpPr/>
            <p:nvPr/>
          </p:nvSpPr>
          <p:spPr>
            <a:xfrm>
              <a:off x="9742900" y="139272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0" name="rc2750"/>
            <p:cNvSpPr/>
            <p:nvPr/>
          </p:nvSpPr>
          <p:spPr>
            <a:xfrm>
              <a:off x="9765050" y="139411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1" name="rc2751"/>
            <p:cNvSpPr/>
            <p:nvPr/>
          </p:nvSpPr>
          <p:spPr>
            <a:xfrm>
              <a:off x="9787200" y="139263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2" name="rc2752"/>
            <p:cNvSpPr/>
            <p:nvPr/>
          </p:nvSpPr>
          <p:spPr>
            <a:xfrm>
              <a:off x="9809350" y="1392675"/>
              <a:ext cx="19934" cy="23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3" name="rc2753"/>
            <p:cNvSpPr/>
            <p:nvPr/>
          </p:nvSpPr>
          <p:spPr>
            <a:xfrm>
              <a:off x="9831500" y="139409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4" name="rc2754"/>
            <p:cNvSpPr/>
            <p:nvPr/>
          </p:nvSpPr>
          <p:spPr>
            <a:xfrm>
              <a:off x="9853649" y="2156073"/>
              <a:ext cx="19934" cy="6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5" name="rc2755"/>
            <p:cNvSpPr/>
            <p:nvPr/>
          </p:nvSpPr>
          <p:spPr>
            <a:xfrm>
              <a:off x="9875799" y="170497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6" name="rc2756"/>
            <p:cNvSpPr/>
            <p:nvPr/>
          </p:nvSpPr>
          <p:spPr>
            <a:xfrm>
              <a:off x="9897949" y="139321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7" name="rc2757"/>
            <p:cNvSpPr/>
            <p:nvPr/>
          </p:nvSpPr>
          <p:spPr>
            <a:xfrm>
              <a:off x="9920099" y="147152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8" name="rc2758"/>
            <p:cNvSpPr/>
            <p:nvPr/>
          </p:nvSpPr>
          <p:spPr>
            <a:xfrm>
              <a:off x="9942249" y="140846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9" name="rc2759"/>
            <p:cNvSpPr/>
            <p:nvPr/>
          </p:nvSpPr>
          <p:spPr>
            <a:xfrm>
              <a:off x="9964398" y="161019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0" name="rc2760"/>
            <p:cNvSpPr/>
            <p:nvPr/>
          </p:nvSpPr>
          <p:spPr>
            <a:xfrm>
              <a:off x="9986548" y="177441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1" name="rc2761"/>
            <p:cNvSpPr/>
            <p:nvPr/>
          </p:nvSpPr>
          <p:spPr>
            <a:xfrm>
              <a:off x="10008698" y="1394638"/>
              <a:ext cx="19934" cy="16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2" name="rc2762"/>
            <p:cNvSpPr/>
            <p:nvPr/>
          </p:nvSpPr>
          <p:spPr>
            <a:xfrm>
              <a:off x="10030848" y="145573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3" name="rc2763"/>
            <p:cNvSpPr/>
            <p:nvPr/>
          </p:nvSpPr>
          <p:spPr>
            <a:xfrm>
              <a:off x="10052998" y="141042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4" name="rc2764"/>
            <p:cNvSpPr/>
            <p:nvPr/>
          </p:nvSpPr>
          <p:spPr>
            <a:xfrm>
              <a:off x="10075148" y="139331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5" name="rc2765"/>
            <p:cNvSpPr/>
            <p:nvPr/>
          </p:nvSpPr>
          <p:spPr>
            <a:xfrm>
              <a:off x="10097297" y="139238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6" name="rc2766"/>
            <p:cNvSpPr/>
            <p:nvPr/>
          </p:nvSpPr>
          <p:spPr>
            <a:xfrm>
              <a:off x="10119447" y="139269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7" name="rc2767"/>
            <p:cNvSpPr/>
            <p:nvPr/>
          </p:nvSpPr>
          <p:spPr>
            <a:xfrm>
              <a:off x="10141597" y="1393252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8" name="rc2768"/>
            <p:cNvSpPr/>
            <p:nvPr/>
          </p:nvSpPr>
          <p:spPr>
            <a:xfrm>
              <a:off x="10163747" y="2214731"/>
              <a:ext cx="19934" cy="36252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9" name="rc2769"/>
            <p:cNvSpPr/>
            <p:nvPr/>
          </p:nvSpPr>
          <p:spPr>
            <a:xfrm>
              <a:off x="10185897" y="1580535"/>
              <a:ext cx="19934" cy="10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0" name="rc2770"/>
            <p:cNvSpPr/>
            <p:nvPr/>
          </p:nvSpPr>
          <p:spPr>
            <a:xfrm>
              <a:off x="10208046" y="139316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1" name="rc2771"/>
            <p:cNvSpPr/>
            <p:nvPr/>
          </p:nvSpPr>
          <p:spPr>
            <a:xfrm>
              <a:off x="10230196" y="1938961"/>
              <a:ext cx="19934" cy="1007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2" name="rc2772"/>
            <p:cNvSpPr/>
            <p:nvPr/>
          </p:nvSpPr>
          <p:spPr>
            <a:xfrm>
              <a:off x="10252346" y="142998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3" name="rc2773"/>
            <p:cNvSpPr/>
            <p:nvPr/>
          </p:nvSpPr>
          <p:spPr>
            <a:xfrm>
              <a:off x="10274496" y="139665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4" name="rc2774"/>
            <p:cNvSpPr/>
            <p:nvPr/>
          </p:nvSpPr>
          <p:spPr>
            <a:xfrm>
              <a:off x="10296646" y="201560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5" name="rc2775"/>
            <p:cNvSpPr/>
            <p:nvPr/>
          </p:nvSpPr>
          <p:spPr>
            <a:xfrm>
              <a:off x="10318796" y="1656436"/>
              <a:ext cx="19934" cy="14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6" name="rc2776"/>
            <p:cNvSpPr/>
            <p:nvPr/>
          </p:nvSpPr>
          <p:spPr>
            <a:xfrm>
              <a:off x="10340945" y="173268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7" name="rc2777"/>
            <p:cNvSpPr/>
            <p:nvPr/>
          </p:nvSpPr>
          <p:spPr>
            <a:xfrm>
              <a:off x="10363095" y="1578392"/>
              <a:ext cx="19934" cy="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8" name="rc2778"/>
            <p:cNvSpPr/>
            <p:nvPr/>
          </p:nvSpPr>
          <p:spPr>
            <a:xfrm>
              <a:off x="10385245" y="1729881"/>
              <a:ext cx="19934" cy="5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9" name="rc2779"/>
            <p:cNvSpPr/>
            <p:nvPr/>
          </p:nvSpPr>
          <p:spPr>
            <a:xfrm>
              <a:off x="10407395" y="141866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0" name="rc2780"/>
            <p:cNvSpPr/>
            <p:nvPr/>
          </p:nvSpPr>
          <p:spPr>
            <a:xfrm>
              <a:off x="10429545" y="1401212"/>
              <a:ext cx="19934" cy="21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1" name="rc2781"/>
            <p:cNvSpPr/>
            <p:nvPr/>
          </p:nvSpPr>
          <p:spPr>
            <a:xfrm>
              <a:off x="10451694" y="1410244"/>
              <a:ext cx="19934" cy="18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2" name="rc2782"/>
            <p:cNvSpPr/>
            <p:nvPr/>
          </p:nvSpPr>
          <p:spPr>
            <a:xfrm>
              <a:off x="10473844" y="139275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3" name="rc2783"/>
            <p:cNvSpPr/>
            <p:nvPr/>
          </p:nvSpPr>
          <p:spPr>
            <a:xfrm>
              <a:off x="10495994" y="140046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4" name="rc2784"/>
            <p:cNvSpPr/>
            <p:nvPr/>
          </p:nvSpPr>
          <p:spPr>
            <a:xfrm>
              <a:off x="10518144" y="267796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5" name="rc2785"/>
            <p:cNvSpPr/>
            <p:nvPr/>
          </p:nvSpPr>
          <p:spPr>
            <a:xfrm>
              <a:off x="10540294" y="150962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6" name="rc2786"/>
            <p:cNvSpPr/>
            <p:nvPr/>
          </p:nvSpPr>
          <p:spPr>
            <a:xfrm>
              <a:off x="10562444" y="1394455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7" name="rc2787"/>
            <p:cNvSpPr/>
            <p:nvPr/>
          </p:nvSpPr>
          <p:spPr>
            <a:xfrm>
              <a:off x="10584593" y="1392797"/>
              <a:ext cx="19934" cy="29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8" name="rc2788"/>
            <p:cNvSpPr/>
            <p:nvPr/>
          </p:nvSpPr>
          <p:spPr>
            <a:xfrm>
              <a:off x="10606743" y="1773080"/>
              <a:ext cx="19934" cy="10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9" name="rc2789"/>
            <p:cNvSpPr/>
            <p:nvPr/>
          </p:nvSpPr>
          <p:spPr>
            <a:xfrm>
              <a:off x="10628893" y="155748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0" name="rc2790"/>
            <p:cNvSpPr/>
            <p:nvPr/>
          </p:nvSpPr>
          <p:spPr>
            <a:xfrm>
              <a:off x="10651043" y="147712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1" name="rc2791"/>
            <p:cNvSpPr/>
            <p:nvPr/>
          </p:nvSpPr>
          <p:spPr>
            <a:xfrm>
              <a:off x="10673193" y="139269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2" name="rc2792"/>
            <p:cNvSpPr/>
            <p:nvPr/>
          </p:nvSpPr>
          <p:spPr>
            <a:xfrm>
              <a:off x="10695342" y="1393164"/>
              <a:ext cx="19934" cy="7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3" name="rc2793"/>
            <p:cNvSpPr/>
            <p:nvPr/>
          </p:nvSpPr>
          <p:spPr>
            <a:xfrm>
              <a:off x="10717492" y="1404653"/>
              <a:ext cx="19934" cy="24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4" name="rc2794"/>
            <p:cNvSpPr/>
            <p:nvPr/>
          </p:nvSpPr>
          <p:spPr>
            <a:xfrm>
              <a:off x="10739642" y="1405544"/>
              <a:ext cx="19934" cy="20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5" name="rc2795"/>
            <p:cNvSpPr/>
            <p:nvPr/>
          </p:nvSpPr>
          <p:spPr>
            <a:xfrm>
              <a:off x="10761792" y="168091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6" name="rc2796"/>
            <p:cNvSpPr/>
            <p:nvPr/>
          </p:nvSpPr>
          <p:spPr>
            <a:xfrm>
              <a:off x="10783942" y="1396267"/>
              <a:ext cx="19934" cy="1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7" name="rc2797"/>
            <p:cNvSpPr/>
            <p:nvPr/>
          </p:nvSpPr>
          <p:spPr>
            <a:xfrm>
              <a:off x="10806092" y="1398081"/>
              <a:ext cx="19934" cy="12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8" name="rc2798"/>
            <p:cNvSpPr/>
            <p:nvPr/>
          </p:nvSpPr>
          <p:spPr>
            <a:xfrm>
              <a:off x="10828241" y="139656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9" name="rc2799"/>
            <p:cNvSpPr/>
            <p:nvPr/>
          </p:nvSpPr>
          <p:spPr>
            <a:xfrm>
              <a:off x="10850391" y="140076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0" name="rc2800"/>
            <p:cNvSpPr/>
            <p:nvPr/>
          </p:nvSpPr>
          <p:spPr>
            <a:xfrm>
              <a:off x="10872541" y="139909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1" name="rc2801"/>
            <p:cNvSpPr/>
            <p:nvPr/>
          </p:nvSpPr>
          <p:spPr>
            <a:xfrm>
              <a:off x="10894691" y="183146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2" name="rc2802"/>
            <p:cNvSpPr/>
            <p:nvPr/>
          </p:nvSpPr>
          <p:spPr>
            <a:xfrm>
              <a:off x="10916841" y="2074651"/>
              <a:ext cx="19934" cy="7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3" name="rc2803"/>
            <p:cNvSpPr/>
            <p:nvPr/>
          </p:nvSpPr>
          <p:spPr>
            <a:xfrm>
              <a:off x="10938990" y="1400596"/>
              <a:ext cx="19934" cy="34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4" name="rc2804"/>
            <p:cNvSpPr/>
            <p:nvPr/>
          </p:nvSpPr>
          <p:spPr>
            <a:xfrm>
              <a:off x="10961140" y="1435686"/>
              <a:ext cx="19934" cy="14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5" name="rc2805"/>
            <p:cNvSpPr/>
            <p:nvPr/>
          </p:nvSpPr>
          <p:spPr>
            <a:xfrm>
              <a:off x="10983290" y="199276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6" name="rc2806"/>
            <p:cNvSpPr/>
            <p:nvPr/>
          </p:nvSpPr>
          <p:spPr>
            <a:xfrm>
              <a:off x="11005440" y="139643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7" name="rc2807"/>
            <p:cNvSpPr/>
            <p:nvPr/>
          </p:nvSpPr>
          <p:spPr>
            <a:xfrm>
              <a:off x="11027590" y="1395098"/>
              <a:ext cx="19934" cy="8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8" name="rc2808"/>
            <p:cNvSpPr/>
            <p:nvPr/>
          </p:nvSpPr>
          <p:spPr>
            <a:xfrm>
              <a:off x="11049740" y="139768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9" name="rc2809"/>
            <p:cNvSpPr/>
            <p:nvPr/>
          </p:nvSpPr>
          <p:spPr>
            <a:xfrm>
              <a:off x="11071889" y="139758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0" name="rc2810"/>
            <p:cNvSpPr/>
            <p:nvPr/>
          </p:nvSpPr>
          <p:spPr>
            <a:xfrm>
              <a:off x="11094039" y="1401466"/>
              <a:ext cx="19934" cy="15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1" name="rc2811"/>
            <p:cNvSpPr/>
            <p:nvPr/>
          </p:nvSpPr>
          <p:spPr>
            <a:xfrm>
              <a:off x="11116189" y="1569003"/>
              <a:ext cx="19934" cy="203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2" name="rc2812"/>
            <p:cNvSpPr/>
            <p:nvPr/>
          </p:nvSpPr>
          <p:spPr>
            <a:xfrm>
              <a:off x="11138339" y="1938919"/>
              <a:ext cx="19934" cy="16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3" name="rc2813"/>
            <p:cNvSpPr/>
            <p:nvPr/>
          </p:nvSpPr>
          <p:spPr>
            <a:xfrm>
              <a:off x="11160489" y="1588274"/>
              <a:ext cx="19934" cy="24007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4" name="rc2814"/>
            <p:cNvSpPr/>
            <p:nvPr/>
          </p:nvSpPr>
          <p:spPr>
            <a:xfrm>
              <a:off x="11182638" y="1653320"/>
              <a:ext cx="19934" cy="226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5" name="rc2815"/>
            <p:cNvSpPr/>
            <p:nvPr/>
          </p:nvSpPr>
          <p:spPr>
            <a:xfrm>
              <a:off x="11204788" y="1406497"/>
              <a:ext cx="19934" cy="18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6" name="rc2816"/>
            <p:cNvSpPr/>
            <p:nvPr/>
          </p:nvSpPr>
          <p:spPr>
            <a:xfrm>
              <a:off x="11226938" y="1397403"/>
              <a:ext cx="19934" cy="15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7" name="rc2817"/>
            <p:cNvSpPr/>
            <p:nvPr/>
          </p:nvSpPr>
          <p:spPr>
            <a:xfrm>
              <a:off x="11249088" y="1428439"/>
              <a:ext cx="19934" cy="11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8" name="rc2818"/>
            <p:cNvSpPr/>
            <p:nvPr/>
          </p:nvSpPr>
          <p:spPr>
            <a:xfrm>
              <a:off x="11271238" y="1815143"/>
              <a:ext cx="19934" cy="7991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9" name="rc2819"/>
            <p:cNvSpPr/>
            <p:nvPr/>
          </p:nvSpPr>
          <p:spPr>
            <a:xfrm>
              <a:off x="11293387" y="140035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0" name="rc2820"/>
            <p:cNvSpPr/>
            <p:nvPr/>
          </p:nvSpPr>
          <p:spPr>
            <a:xfrm>
              <a:off x="11315537" y="1403072"/>
              <a:ext cx="19934" cy="406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1" name="rc2821"/>
            <p:cNvSpPr/>
            <p:nvPr/>
          </p:nvSpPr>
          <p:spPr>
            <a:xfrm>
              <a:off x="11337687" y="142372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2" name="rc2822"/>
            <p:cNvSpPr/>
            <p:nvPr/>
          </p:nvSpPr>
          <p:spPr>
            <a:xfrm>
              <a:off x="11359837" y="169990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3" name="rc2823"/>
            <p:cNvSpPr/>
            <p:nvPr/>
          </p:nvSpPr>
          <p:spPr>
            <a:xfrm>
              <a:off x="11381987" y="1585770"/>
              <a:ext cx="19934" cy="27014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4" name="rc2824"/>
            <p:cNvSpPr/>
            <p:nvPr/>
          </p:nvSpPr>
          <p:spPr>
            <a:xfrm>
              <a:off x="11404137" y="2555119"/>
              <a:ext cx="19934" cy="13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5" name="rc2825"/>
            <p:cNvSpPr/>
            <p:nvPr/>
          </p:nvSpPr>
          <p:spPr>
            <a:xfrm>
              <a:off x="11426286" y="1405240"/>
              <a:ext cx="19934" cy="34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6" name="rc2826"/>
            <p:cNvSpPr/>
            <p:nvPr/>
          </p:nvSpPr>
          <p:spPr>
            <a:xfrm>
              <a:off x="11448436" y="1407712"/>
              <a:ext cx="19934" cy="128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7" name="rc2827"/>
            <p:cNvSpPr/>
            <p:nvPr/>
          </p:nvSpPr>
          <p:spPr>
            <a:xfrm>
              <a:off x="11470586" y="1397413"/>
              <a:ext cx="19934" cy="4701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8" name="rc2828"/>
            <p:cNvSpPr/>
            <p:nvPr/>
          </p:nvSpPr>
          <p:spPr>
            <a:xfrm>
              <a:off x="11492736" y="1688372"/>
              <a:ext cx="19934" cy="3499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9" name="rc2829"/>
            <p:cNvSpPr/>
            <p:nvPr/>
          </p:nvSpPr>
          <p:spPr>
            <a:xfrm>
              <a:off x="11514886" y="166724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0" name="rc2830"/>
            <p:cNvSpPr/>
            <p:nvPr/>
          </p:nvSpPr>
          <p:spPr>
            <a:xfrm>
              <a:off x="11537035" y="1397098"/>
              <a:ext cx="19934" cy="51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1" name="rc2831"/>
            <p:cNvSpPr/>
            <p:nvPr/>
          </p:nvSpPr>
          <p:spPr>
            <a:xfrm>
              <a:off x="11559185" y="1396840"/>
              <a:ext cx="19934" cy="7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2" name="rc2832"/>
            <p:cNvSpPr/>
            <p:nvPr/>
          </p:nvSpPr>
          <p:spPr>
            <a:xfrm>
              <a:off x="11581335" y="1399294"/>
              <a:ext cx="19934" cy="12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3" name="rc2833"/>
            <p:cNvSpPr/>
            <p:nvPr/>
          </p:nvSpPr>
          <p:spPr>
            <a:xfrm>
              <a:off x="11603485" y="1847111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4" name="rc2834"/>
            <p:cNvSpPr/>
            <p:nvPr/>
          </p:nvSpPr>
          <p:spPr>
            <a:xfrm>
              <a:off x="11625635" y="140929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5" name="rc2835"/>
            <p:cNvSpPr/>
            <p:nvPr/>
          </p:nvSpPr>
          <p:spPr>
            <a:xfrm>
              <a:off x="11647785" y="1412476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6" name="rc2836"/>
            <p:cNvSpPr/>
            <p:nvPr/>
          </p:nvSpPr>
          <p:spPr>
            <a:xfrm>
              <a:off x="11669934" y="1453107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7" name="rc2837"/>
            <p:cNvSpPr/>
            <p:nvPr/>
          </p:nvSpPr>
          <p:spPr>
            <a:xfrm>
              <a:off x="11692084" y="150027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8" name="rc2838"/>
            <p:cNvSpPr/>
            <p:nvPr/>
          </p:nvSpPr>
          <p:spPr>
            <a:xfrm>
              <a:off x="11714234" y="1397210"/>
              <a:ext cx="19934" cy="123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9" name="rc2839"/>
            <p:cNvSpPr/>
            <p:nvPr/>
          </p:nvSpPr>
          <p:spPr>
            <a:xfrm>
              <a:off x="11736384" y="1451434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0" name="rc2840"/>
            <p:cNvSpPr/>
            <p:nvPr/>
          </p:nvSpPr>
          <p:spPr>
            <a:xfrm>
              <a:off x="11758534" y="1512761"/>
              <a:ext cx="19934" cy="76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1" name="rc2841"/>
            <p:cNvSpPr/>
            <p:nvPr/>
          </p:nvSpPr>
          <p:spPr>
            <a:xfrm>
              <a:off x="11780683" y="1405379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2" name="rc2842"/>
            <p:cNvSpPr/>
            <p:nvPr/>
          </p:nvSpPr>
          <p:spPr>
            <a:xfrm>
              <a:off x="11802833" y="1396708"/>
              <a:ext cx="19934" cy="175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3" name="rc2843"/>
            <p:cNvSpPr/>
            <p:nvPr/>
          </p:nvSpPr>
          <p:spPr>
            <a:xfrm>
              <a:off x="11824983" y="1395800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4" name="rc2844"/>
            <p:cNvSpPr/>
            <p:nvPr/>
          </p:nvSpPr>
          <p:spPr>
            <a:xfrm>
              <a:off x="11847133" y="1616253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5" name="rc2845"/>
            <p:cNvSpPr/>
            <p:nvPr/>
          </p:nvSpPr>
          <p:spPr>
            <a:xfrm>
              <a:off x="11869283" y="1395486"/>
              <a:ext cx="19934" cy="3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6" name="rc2846"/>
            <p:cNvSpPr/>
            <p:nvPr/>
          </p:nvSpPr>
          <p:spPr>
            <a:xfrm>
              <a:off x="11891433" y="1856138"/>
              <a:ext cx="19934" cy="0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7" name="rc2847"/>
            <p:cNvSpPr/>
            <p:nvPr/>
          </p:nvSpPr>
          <p:spPr>
            <a:xfrm>
              <a:off x="8967657" y="2268835"/>
              <a:ext cx="19934" cy="90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8" name="rc2848"/>
            <p:cNvSpPr/>
            <p:nvPr/>
          </p:nvSpPr>
          <p:spPr>
            <a:xfrm>
              <a:off x="8989806" y="1467149"/>
              <a:ext cx="19934" cy="528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9" name="rc2849"/>
            <p:cNvSpPr/>
            <p:nvPr/>
          </p:nvSpPr>
          <p:spPr>
            <a:xfrm>
              <a:off x="9011956" y="156866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0" name="rc2850"/>
            <p:cNvSpPr/>
            <p:nvPr/>
          </p:nvSpPr>
          <p:spPr>
            <a:xfrm>
              <a:off x="9034106" y="1440187"/>
              <a:ext cx="19934" cy="3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1" name="rc2851"/>
            <p:cNvSpPr/>
            <p:nvPr/>
          </p:nvSpPr>
          <p:spPr>
            <a:xfrm>
              <a:off x="9056256" y="1397821"/>
              <a:ext cx="19934" cy="11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2" name="rc2852"/>
            <p:cNvSpPr/>
            <p:nvPr/>
          </p:nvSpPr>
          <p:spPr>
            <a:xfrm>
              <a:off x="9078406" y="1746246"/>
              <a:ext cx="19934" cy="307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3" name="rc2853"/>
            <p:cNvSpPr/>
            <p:nvPr/>
          </p:nvSpPr>
          <p:spPr>
            <a:xfrm>
              <a:off x="9100556" y="1395139"/>
              <a:ext cx="19934" cy="15790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4" name="rc2854"/>
            <p:cNvSpPr/>
            <p:nvPr/>
          </p:nvSpPr>
          <p:spPr>
            <a:xfrm>
              <a:off x="9122705" y="139393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5" name="rc2855"/>
            <p:cNvSpPr/>
            <p:nvPr/>
          </p:nvSpPr>
          <p:spPr>
            <a:xfrm>
              <a:off x="9144855" y="1392662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6" name="rc2856"/>
            <p:cNvSpPr/>
            <p:nvPr/>
          </p:nvSpPr>
          <p:spPr>
            <a:xfrm>
              <a:off x="9167005" y="1393230"/>
              <a:ext cx="19934" cy="113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7" name="rc2857"/>
            <p:cNvSpPr/>
            <p:nvPr/>
          </p:nvSpPr>
          <p:spPr>
            <a:xfrm>
              <a:off x="9189155" y="1398287"/>
              <a:ext cx="19934" cy="91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8" name="rc2858"/>
            <p:cNvSpPr/>
            <p:nvPr/>
          </p:nvSpPr>
          <p:spPr>
            <a:xfrm>
              <a:off x="9211305" y="1563616"/>
              <a:ext cx="19934" cy="2094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9" name="rc2859"/>
            <p:cNvSpPr/>
            <p:nvPr/>
          </p:nvSpPr>
          <p:spPr>
            <a:xfrm>
              <a:off x="9233454" y="1396257"/>
              <a:ext cx="19934" cy="52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0" name="rc2860"/>
            <p:cNvSpPr/>
            <p:nvPr/>
          </p:nvSpPr>
          <p:spPr>
            <a:xfrm>
              <a:off x="9255604" y="1394362"/>
              <a:ext cx="19934" cy="18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1" name="rc2861"/>
            <p:cNvSpPr/>
            <p:nvPr/>
          </p:nvSpPr>
          <p:spPr>
            <a:xfrm>
              <a:off x="9277754" y="1399181"/>
              <a:ext cx="19934" cy="2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2" name="rc2862"/>
            <p:cNvSpPr/>
            <p:nvPr/>
          </p:nvSpPr>
          <p:spPr>
            <a:xfrm>
              <a:off x="9299904" y="143870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3" name="rc2863"/>
            <p:cNvSpPr/>
            <p:nvPr/>
          </p:nvSpPr>
          <p:spPr>
            <a:xfrm>
              <a:off x="9322054" y="2145714"/>
              <a:ext cx="19934" cy="196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4" name="rc2864"/>
            <p:cNvSpPr/>
            <p:nvPr/>
          </p:nvSpPr>
          <p:spPr>
            <a:xfrm>
              <a:off x="9344204" y="1395072"/>
              <a:ext cx="19934" cy="2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5" name="rc2865"/>
            <p:cNvSpPr/>
            <p:nvPr/>
          </p:nvSpPr>
          <p:spPr>
            <a:xfrm>
              <a:off x="9366353" y="1393268"/>
              <a:ext cx="19934" cy="85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6" name="rc2866"/>
            <p:cNvSpPr/>
            <p:nvPr/>
          </p:nvSpPr>
          <p:spPr>
            <a:xfrm>
              <a:off x="9388503" y="1392722"/>
              <a:ext cx="19934" cy="1448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7" name="rc2867"/>
            <p:cNvSpPr/>
            <p:nvPr/>
          </p:nvSpPr>
          <p:spPr>
            <a:xfrm>
              <a:off x="9410653" y="1393111"/>
              <a:ext cx="19934" cy="1047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8" name="rc2868"/>
            <p:cNvSpPr/>
            <p:nvPr/>
          </p:nvSpPr>
          <p:spPr>
            <a:xfrm>
              <a:off x="9432803" y="1476223"/>
              <a:ext cx="19934" cy="3215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9" name="rc2869"/>
            <p:cNvSpPr/>
            <p:nvPr/>
          </p:nvSpPr>
          <p:spPr>
            <a:xfrm>
              <a:off x="9454953" y="1499422"/>
              <a:ext cx="19934" cy="4895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0" name="rc2870"/>
            <p:cNvSpPr/>
            <p:nvPr/>
          </p:nvSpPr>
          <p:spPr>
            <a:xfrm>
              <a:off x="9477102" y="1393568"/>
              <a:ext cx="19934" cy="4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1" name="rc2871"/>
            <p:cNvSpPr/>
            <p:nvPr/>
          </p:nvSpPr>
          <p:spPr>
            <a:xfrm>
              <a:off x="9499252" y="1503564"/>
              <a:ext cx="19934" cy="106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2" name="rc2872"/>
            <p:cNvSpPr/>
            <p:nvPr/>
          </p:nvSpPr>
          <p:spPr>
            <a:xfrm>
              <a:off x="9521402" y="1395672"/>
              <a:ext cx="19934" cy="2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3" name="rc2873"/>
            <p:cNvSpPr/>
            <p:nvPr/>
          </p:nvSpPr>
          <p:spPr>
            <a:xfrm>
              <a:off x="9543552" y="1511966"/>
              <a:ext cx="19934" cy="665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4" name="rc2874"/>
            <p:cNvSpPr/>
            <p:nvPr/>
          </p:nvSpPr>
          <p:spPr>
            <a:xfrm>
              <a:off x="9565702" y="1479954"/>
              <a:ext cx="19934" cy="1563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5" name="rc2875"/>
            <p:cNvSpPr/>
            <p:nvPr/>
          </p:nvSpPr>
          <p:spPr>
            <a:xfrm>
              <a:off x="9587852" y="1911923"/>
              <a:ext cx="19934" cy="10458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6" name="rc2876"/>
            <p:cNvSpPr/>
            <p:nvPr/>
          </p:nvSpPr>
          <p:spPr>
            <a:xfrm>
              <a:off x="9610001" y="1394728"/>
              <a:ext cx="19934" cy="334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7" name="rc2877"/>
            <p:cNvSpPr/>
            <p:nvPr/>
          </p:nvSpPr>
          <p:spPr>
            <a:xfrm>
              <a:off x="9632151" y="1394920"/>
              <a:ext cx="19934" cy="283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8" name="rc2878"/>
            <p:cNvSpPr/>
            <p:nvPr/>
          </p:nvSpPr>
          <p:spPr>
            <a:xfrm>
              <a:off x="9654301" y="1392760"/>
              <a:ext cx="19934" cy="10694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9" name="rc2879"/>
            <p:cNvSpPr/>
            <p:nvPr/>
          </p:nvSpPr>
          <p:spPr>
            <a:xfrm>
              <a:off x="9676451" y="1392747"/>
              <a:ext cx="19934" cy="6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0" name="rc2880"/>
            <p:cNvSpPr/>
            <p:nvPr/>
          </p:nvSpPr>
          <p:spPr>
            <a:xfrm>
              <a:off x="9698601" y="1494365"/>
              <a:ext cx="19934" cy="6268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1" name="rc2881"/>
            <p:cNvSpPr/>
            <p:nvPr/>
          </p:nvSpPr>
          <p:spPr>
            <a:xfrm>
              <a:off x="9720750" y="1432515"/>
              <a:ext cx="19934" cy="6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2" name="rc2882"/>
            <p:cNvSpPr/>
            <p:nvPr/>
          </p:nvSpPr>
          <p:spPr>
            <a:xfrm>
              <a:off x="9742900" y="1392722"/>
              <a:ext cx="19934" cy="9370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3" name="rc2883"/>
            <p:cNvSpPr/>
            <p:nvPr/>
          </p:nvSpPr>
          <p:spPr>
            <a:xfrm>
              <a:off x="9765050" y="1394110"/>
              <a:ext cx="19934" cy="7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4" name="rc2884"/>
            <p:cNvSpPr/>
            <p:nvPr/>
          </p:nvSpPr>
          <p:spPr>
            <a:xfrm>
              <a:off x="9787200" y="1392634"/>
              <a:ext cx="19934" cy="18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5" name="rc2885"/>
            <p:cNvSpPr/>
            <p:nvPr/>
          </p:nvSpPr>
          <p:spPr>
            <a:xfrm>
              <a:off x="9809350" y="1392905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6" name="rc2886"/>
            <p:cNvSpPr/>
            <p:nvPr/>
          </p:nvSpPr>
          <p:spPr>
            <a:xfrm>
              <a:off x="9831500" y="1394098"/>
              <a:ext cx="19934" cy="41480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7" name="rc2887"/>
            <p:cNvSpPr/>
            <p:nvPr/>
          </p:nvSpPr>
          <p:spPr>
            <a:xfrm>
              <a:off x="9853649" y="2156139"/>
              <a:ext cx="19934" cy="1451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8" name="rc2888"/>
            <p:cNvSpPr/>
            <p:nvPr/>
          </p:nvSpPr>
          <p:spPr>
            <a:xfrm>
              <a:off x="9875799" y="1704973"/>
              <a:ext cx="19934" cy="100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9" name="rc2889"/>
            <p:cNvSpPr/>
            <p:nvPr/>
          </p:nvSpPr>
          <p:spPr>
            <a:xfrm>
              <a:off x="9897949" y="1393218"/>
              <a:ext cx="19934" cy="38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0" name="rc2890"/>
            <p:cNvSpPr/>
            <p:nvPr/>
          </p:nvSpPr>
          <p:spPr>
            <a:xfrm>
              <a:off x="9920099" y="1471521"/>
              <a:ext cx="19934" cy="651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1" name="rc2891"/>
            <p:cNvSpPr/>
            <p:nvPr/>
          </p:nvSpPr>
          <p:spPr>
            <a:xfrm>
              <a:off x="9942249" y="1408460"/>
              <a:ext cx="19934" cy="702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2" name="rc2892"/>
            <p:cNvSpPr/>
            <p:nvPr/>
          </p:nvSpPr>
          <p:spPr>
            <a:xfrm>
              <a:off x="9964398" y="1610196"/>
              <a:ext cx="19934" cy="1102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3" name="rc2893"/>
            <p:cNvSpPr/>
            <p:nvPr/>
          </p:nvSpPr>
          <p:spPr>
            <a:xfrm>
              <a:off x="9986548" y="1774411"/>
              <a:ext cx="19934" cy="15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4" name="rc2894"/>
            <p:cNvSpPr/>
            <p:nvPr/>
          </p:nvSpPr>
          <p:spPr>
            <a:xfrm>
              <a:off x="10008698" y="1394803"/>
              <a:ext cx="19934" cy="4871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5" name="rc2895"/>
            <p:cNvSpPr/>
            <p:nvPr/>
          </p:nvSpPr>
          <p:spPr>
            <a:xfrm>
              <a:off x="10030848" y="1455731"/>
              <a:ext cx="19934" cy="6663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6" name="rc2896"/>
            <p:cNvSpPr/>
            <p:nvPr/>
          </p:nvSpPr>
          <p:spPr>
            <a:xfrm>
              <a:off x="10052998" y="1410426"/>
              <a:ext cx="19934" cy="3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7" name="rc2897"/>
            <p:cNvSpPr/>
            <p:nvPr/>
          </p:nvSpPr>
          <p:spPr>
            <a:xfrm>
              <a:off x="10075148" y="1393316"/>
              <a:ext cx="19934" cy="48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8" name="rc2898"/>
            <p:cNvSpPr/>
            <p:nvPr/>
          </p:nvSpPr>
          <p:spPr>
            <a:xfrm>
              <a:off x="10097297" y="1392381"/>
              <a:ext cx="19934" cy="19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9" name="rc2899"/>
            <p:cNvSpPr/>
            <p:nvPr/>
          </p:nvSpPr>
          <p:spPr>
            <a:xfrm>
              <a:off x="10119447" y="1392698"/>
              <a:ext cx="19934" cy="14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0" name="rc2900"/>
            <p:cNvSpPr/>
            <p:nvPr/>
          </p:nvSpPr>
          <p:spPr>
            <a:xfrm>
              <a:off x="10141597" y="1393252"/>
              <a:ext cx="19934" cy="57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1" name="rc2901"/>
            <p:cNvSpPr/>
            <p:nvPr/>
          </p:nvSpPr>
          <p:spPr>
            <a:xfrm>
              <a:off x="10163747" y="2250984"/>
              <a:ext cx="19934" cy="611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2" name="rc2902"/>
            <p:cNvSpPr/>
            <p:nvPr/>
          </p:nvSpPr>
          <p:spPr>
            <a:xfrm>
              <a:off x="10185897" y="1580643"/>
              <a:ext cx="19934" cy="14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3" name="rc2903"/>
            <p:cNvSpPr/>
            <p:nvPr/>
          </p:nvSpPr>
          <p:spPr>
            <a:xfrm>
              <a:off x="10208046" y="1393167"/>
              <a:ext cx="19934" cy="20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4" name="rc2904"/>
            <p:cNvSpPr/>
            <p:nvPr/>
          </p:nvSpPr>
          <p:spPr>
            <a:xfrm>
              <a:off x="10230196" y="1949039"/>
              <a:ext cx="19934" cy="24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5" name="rc2905"/>
            <p:cNvSpPr/>
            <p:nvPr/>
          </p:nvSpPr>
          <p:spPr>
            <a:xfrm>
              <a:off x="10252346" y="1429984"/>
              <a:ext cx="19934" cy="47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6" name="rc2906"/>
            <p:cNvSpPr/>
            <p:nvPr/>
          </p:nvSpPr>
          <p:spPr>
            <a:xfrm>
              <a:off x="10274496" y="1396656"/>
              <a:ext cx="19934" cy="157227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7" name="rc2907"/>
            <p:cNvSpPr/>
            <p:nvPr/>
          </p:nvSpPr>
          <p:spPr>
            <a:xfrm>
              <a:off x="10296646" y="2015600"/>
              <a:ext cx="19934" cy="779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8" name="rc2908"/>
            <p:cNvSpPr/>
            <p:nvPr/>
          </p:nvSpPr>
          <p:spPr>
            <a:xfrm>
              <a:off x="10318796" y="1656583"/>
              <a:ext cx="19934" cy="844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9" name="rc2909"/>
            <p:cNvSpPr/>
            <p:nvPr/>
          </p:nvSpPr>
          <p:spPr>
            <a:xfrm>
              <a:off x="10340945" y="173268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0" name="rc2910"/>
            <p:cNvSpPr/>
            <p:nvPr/>
          </p:nvSpPr>
          <p:spPr>
            <a:xfrm>
              <a:off x="10363095" y="1578467"/>
              <a:ext cx="19934" cy="18584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1" name="rc2911"/>
            <p:cNvSpPr/>
            <p:nvPr/>
          </p:nvSpPr>
          <p:spPr>
            <a:xfrm>
              <a:off x="10385245" y="1729935"/>
              <a:ext cx="19934" cy="5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2" name="rc2912"/>
            <p:cNvSpPr/>
            <p:nvPr/>
          </p:nvSpPr>
          <p:spPr>
            <a:xfrm>
              <a:off x="10407395" y="1418665"/>
              <a:ext cx="19934" cy="4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3" name="rc2913"/>
            <p:cNvSpPr/>
            <p:nvPr/>
          </p:nvSpPr>
          <p:spPr>
            <a:xfrm>
              <a:off x="10429545" y="1401431"/>
              <a:ext cx="19934" cy="20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4" name="rc2914"/>
            <p:cNvSpPr/>
            <p:nvPr/>
          </p:nvSpPr>
          <p:spPr>
            <a:xfrm>
              <a:off x="10451694" y="1410434"/>
              <a:ext cx="19934" cy="6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5" name="rc2915"/>
            <p:cNvSpPr/>
            <p:nvPr/>
          </p:nvSpPr>
          <p:spPr>
            <a:xfrm>
              <a:off x="10473844" y="1392758"/>
              <a:ext cx="19934" cy="3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6" name="rc2916"/>
            <p:cNvSpPr/>
            <p:nvPr/>
          </p:nvSpPr>
          <p:spPr>
            <a:xfrm>
              <a:off x="10495994" y="1400467"/>
              <a:ext cx="19934" cy="46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7" name="rc2917"/>
            <p:cNvSpPr/>
            <p:nvPr/>
          </p:nvSpPr>
          <p:spPr>
            <a:xfrm>
              <a:off x="10518144" y="2677963"/>
              <a:ext cx="19934" cy="453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8" name="rc2918"/>
            <p:cNvSpPr/>
            <p:nvPr/>
          </p:nvSpPr>
          <p:spPr>
            <a:xfrm>
              <a:off x="10540294" y="1509623"/>
              <a:ext cx="19934" cy="779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9" name="rc2919"/>
            <p:cNvSpPr/>
            <p:nvPr/>
          </p:nvSpPr>
          <p:spPr>
            <a:xfrm>
              <a:off x="10562444" y="1394455"/>
              <a:ext cx="19934" cy="28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0" name="rc2920"/>
            <p:cNvSpPr/>
            <p:nvPr/>
          </p:nvSpPr>
          <p:spPr>
            <a:xfrm>
              <a:off x="10584593" y="1393090"/>
              <a:ext cx="19934" cy="22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1" name="rc2921"/>
            <p:cNvSpPr/>
            <p:nvPr/>
          </p:nvSpPr>
          <p:spPr>
            <a:xfrm>
              <a:off x="10606743" y="1773185"/>
              <a:ext cx="19934" cy="1480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2" name="rc2922"/>
            <p:cNvSpPr/>
            <p:nvPr/>
          </p:nvSpPr>
          <p:spPr>
            <a:xfrm>
              <a:off x="10628893" y="1557484"/>
              <a:ext cx="19934" cy="26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3" name="rc2923"/>
            <p:cNvSpPr/>
            <p:nvPr/>
          </p:nvSpPr>
          <p:spPr>
            <a:xfrm>
              <a:off x="10651043" y="1477124"/>
              <a:ext cx="19934" cy="3539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4" name="rc2924"/>
            <p:cNvSpPr/>
            <p:nvPr/>
          </p:nvSpPr>
          <p:spPr>
            <a:xfrm>
              <a:off x="10673193" y="1392699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" name="rc2925"/>
            <p:cNvSpPr/>
            <p:nvPr/>
          </p:nvSpPr>
          <p:spPr>
            <a:xfrm>
              <a:off x="10695342" y="1393239"/>
              <a:ext cx="19934" cy="33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6" name="rc2926"/>
            <p:cNvSpPr/>
            <p:nvPr/>
          </p:nvSpPr>
          <p:spPr>
            <a:xfrm>
              <a:off x="10717492" y="1404900"/>
              <a:ext cx="19934" cy="6057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7" name="rc2927"/>
            <p:cNvSpPr/>
            <p:nvPr/>
          </p:nvSpPr>
          <p:spPr>
            <a:xfrm>
              <a:off x="10739642" y="1405751"/>
              <a:ext cx="19934" cy="3701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8" name="rc2928"/>
            <p:cNvSpPr/>
            <p:nvPr/>
          </p:nvSpPr>
          <p:spPr>
            <a:xfrm>
              <a:off x="10761792" y="1680910"/>
              <a:ext cx="19934" cy="3607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9" name="rc2929"/>
            <p:cNvSpPr/>
            <p:nvPr/>
          </p:nvSpPr>
          <p:spPr>
            <a:xfrm>
              <a:off x="10783942" y="1396377"/>
              <a:ext cx="19934" cy="806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0" name="rc2930"/>
            <p:cNvSpPr/>
            <p:nvPr/>
          </p:nvSpPr>
          <p:spPr>
            <a:xfrm>
              <a:off x="10806092" y="139820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1" name="rc2931"/>
            <p:cNvSpPr/>
            <p:nvPr/>
          </p:nvSpPr>
          <p:spPr>
            <a:xfrm>
              <a:off x="10828241" y="1396567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2" name="rc2932"/>
            <p:cNvSpPr/>
            <p:nvPr/>
          </p:nvSpPr>
          <p:spPr>
            <a:xfrm>
              <a:off x="10850391" y="1400761"/>
              <a:ext cx="19934" cy="25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3" name="rc2933"/>
            <p:cNvSpPr/>
            <p:nvPr/>
          </p:nvSpPr>
          <p:spPr>
            <a:xfrm>
              <a:off x="10872541" y="1399091"/>
              <a:ext cx="19934" cy="19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4" name="rc2934"/>
            <p:cNvSpPr/>
            <p:nvPr/>
          </p:nvSpPr>
          <p:spPr>
            <a:xfrm>
              <a:off x="10894691" y="1831464"/>
              <a:ext cx="19934" cy="1992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5" name="rc2935"/>
            <p:cNvSpPr/>
            <p:nvPr/>
          </p:nvSpPr>
          <p:spPr>
            <a:xfrm>
              <a:off x="10916841" y="2074729"/>
              <a:ext cx="19934" cy="854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6" name="rc2936"/>
            <p:cNvSpPr/>
            <p:nvPr/>
          </p:nvSpPr>
          <p:spPr>
            <a:xfrm>
              <a:off x="10938990" y="140093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7" name="rc2937"/>
            <p:cNvSpPr/>
            <p:nvPr/>
          </p:nvSpPr>
          <p:spPr>
            <a:xfrm>
              <a:off x="10961140" y="1435827"/>
              <a:ext cx="19934" cy="785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8" name="rc2938"/>
            <p:cNvSpPr/>
            <p:nvPr/>
          </p:nvSpPr>
          <p:spPr>
            <a:xfrm>
              <a:off x="10983290" y="1992766"/>
              <a:ext cx="19934" cy="239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9" name="rc2939"/>
            <p:cNvSpPr/>
            <p:nvPr/>
          </p:nvSpPr>
          <p:spPr>
            <a:xfrm>
              <a:off x="11005440" y="139643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0" name="rc2940"/>
            <p:cNvSpPr/>
            <p:nvPr/>
          </p:nvSpPr>
          <p:spPr>
            <a:xfrm>
              <a:off x="11027590" y="1395183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1" name="rc2941"/>
            <p:cNvSpPr/>
            <p:nvPr/>
          </p:nvSpPr>
          <p:spPr>
            <a:xfrm>
              <a:off x="11049740" y="1397680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2" name="rc2942"/>
            <p:cNvSpPr/>
            <p:nvPr/>
          </p:nvSpPr>
          <p:spPr>
            <a:xfrm>
              <a:off x="11071889" y="1397589"/>
              <a:ext cx="19934" cy="31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3" name="rc2943"/>
            <p:cNvSpPr/>
            <p:nvPr/>
          </p:nvSpPr>
          <p:spPr>
            <a:xfrm>
              <a:off x="11094039" y="1401622"/>
              <a:ext cx="19934" cy="278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4" name="rc2944"/>
            <p:cNvSpPr/>
            <p:nvPr/>
          </p:nvSpPr>
          <p:spPr>
            <a:xfrm>
              <a:off x="11116189" y="1571042"/>
              <a:ext cx="19934" cy="266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5" name="rc2945"/>
            <p:cNvSpPr/>
            <p:nvPr/>
          </p:nvSpPr>
          <p:spPr>
            <a:xfrm>
              <a:off x="11138339" y="1939089"/>
              <a:ext cx="19934" cy="2232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6" name="rc2946"/>
            <p:cNvSpPr/>
            <p:nvPr/>
          </p:nvSpPr>
          <p:spPr>
            <a:xfrm>
              <a:off x="11160489" y="1828346"/>
              <a:ext cx="19934" cy="13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7" name="rc2947"/>
            <p:cNvSpPr/>
            <p:nvPr/>
          </p:nvSpPr>
          <p:spPr>
            <a:xfrm>
              <a:off x="11182638" y="165558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8" name="rc2948"/>
            <p:cNvSpPr/>
            <p:nvPr/>
          </p:nvSpPr>
          <p:spPr>
            <a:xfrm>
              <a:off x="11204788" y="1406684"/>
              <a:ext cx="19934" cy="91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9" name="rc2949"/>
            <p:cNvSpPr/>
            <p:nvPr/>
          </p:nvSpPr>
          <p:spPr>
            <a:xfrm>
              <a:off x="11226938" y="139755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0" name="rc2950"/>
            <p:cNvSpPr/>
            <p:nvPr/>
          </p:nvSpPr>
          <p:spPr>
            <a:xfrm>
              <a:off x="11249088" y="1428550"/>
              <a:ext cx="19934" cy="67918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1" name="rc2951"/>
            <p:cNvSpPr/>
            <p:nvPr/>
          </p:nvSpPr>
          <p:spPr>
            <a:xfrm>
              <a:off x="11271238" y="1895062"/>
              <a:ext cx="19934" cy="12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2" name="rc2952"/>
            <p:cNvSpPr/>
            <p:nvPr/>
          </p:nvSpPr>
          <p:spPr>
            <a:xfrm>
              <a:off x="11293387" y="1400359"/>
              <a:ext cx="19934" cy="34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3" name="rc2953"/>
            <p:cNvSpPr/>
            <p:nvPr/>
          </p:nvSpPr>
          <p:spPr>
            <a:xfrm>
              <a:off x="11315537" y="1443724"/>
              <a:ext cx="19934" cy="57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4" name="rc2954"/>
            <p:cNvSpPr/>
            <p:nvPr/>
          </p:nvSpPr>
          <p:spPr>
            <a:xfrm>
              <a:off x="11337687" y="142372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5" name="rc2955"/>
            <p:cNvSpPr/>
            <p:nvPr/>
          </p:nvSpPr>
          <p:spPr>
            <a:xfrm>
              <a:off x="11359837" y="1699903"/>
              <a:ext cx="19934" cy="42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6" name="rc2956"/>
            <p:cNvSpPr/>
            <p:nvPr/>
          </p:nvSpPr>
          <p:spPr>
            <a:xfrm>
              <a:off x="11381987" y="1612784"/>
              <a:ext cx="19934" cy="201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7" name="rc2957"/>
            <p:cNvSpPr/>
            <p:nvPr/>
          </p:nvSpPr>
          <p:spPr>
            <a:xfrm>
              <a:off x="11404137" y="2555258"/>
              <a:ext cx="19934" cy="333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8" name="rc2958"/>
            <p:cNvSpPr/>
            <p:nvPr/>
          </p:nvSpPr>
          <p:spPr>
            <a:xfrm>
              <a:off x="11426286" y="1405580"/>
              <a:ext cx="19934" cy="4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9" name="rc2959"/>
            <p:cNvSpPr/>
            <p:nvPr/>
          </p:nvSpPr>
          <p:spPr>
            <a:xfrm>
              <a:off x="11448436" y="1407841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0" name="rc2960"/>
            <p:cNvSpPr/>
            <p:nvPr/>
          </p:nvSpPr>
          <p:spPr>
            <a:xfrm>
              <a:off x="11470586" y="1444428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1" name="rc2961"/>
            <p:cNvSpPr/>
            <p:nvPr/>
          </p:nvSpPr>
          <p:spPr>
            <a:xfrm>
              <a:off x="11492736" y="1691872"/>
              <a:ext cx="19934" cy="10647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2" name="rc2962"/>
            <p:cNvSpPr/>
            <p:nvPr/>
          </p:nvSpPr>
          <p:spPr>
            <a:xfrm>
              <a:off x="11514886" y="1667241"/>
              <a:ext cx="19934" cy="2074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3" name="rc2963"/>
            <p:cNvSpPr/>
            <p:nvPr/>
          </p:nvSpPr>
          <p:spPr>
            <a:xfrm>
              <a:off x="11537035" y="1397150"/>
              <a:ext cx="19934" cy="1593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4" name="rc2964"/>
            <p:cNvSpPr/>
            <p:nvPr/>
          </p:nvSpPr>
          <p:spPr>
            <a:xfrm>
              <a:off x="11559185" y="1396917"/>
              <a:ext cx="19934" cy="158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5" name="rc2965"/>
            <p:cNvSpPr/>
            <p:nvPr/>
          </p:nvSpPr>
          <p:spPr>
            <a:xfrm>
              <a:off x="11581335" y="1399422"/>
              <a:ext cx="19934" cy="75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6" name="rc2966"/>
            <p:cNvSpPr/>
            <p:nvPr/>
          </p:nvSpPr>
          <p:spPr>
            <a:xfrm>
              <a:off x="11603485" y="1847111"/>
              <a:ext cx="19934" cy="2825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7" name="rc2967"/>
            <p:cNvSpPr/>
            <p:nvPr/>
          </p:nvSpPr>
          <p:spPr>
            <a:xfrm>
              <a:off x="11625635" y="1409290"/>
              <a:ext cx="19934" cy="685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8" name="rc2968"/>
            <p:cNvSpPr/>
            <p:nvPr/>
          </p:nvSpPr>
          <p:spPr>
            <a:xfrm>
              <a:off x="11647785" y="1412476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9" name="rc2969"/>
            <p:cNvSpPr/>
            <p:nvPr/>
          </p:nvSpPr>
          <p:spPr>
            <a:xfrm>
              <a:off x="11669934" y="1453107"/>
              <a:ext cx="19934" cy="115816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0" name="rc2970"/>
            <p:cNvSpPr/>
            <p:nvPr/>
          </p:nvSpPr>
          <p:spPr>
            <a:xfrm>
              <a:off x="11692084" y="1500273"/>
              <a:ext cx="19934" cy="30021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1" name="rc2971"/>
            <p:cNvSpPr/>
            <p:nvPr/>
          </p:nvSpPr>
          <p:spPr>
            <a:xfrm>
              <a:off x="11714234" y="139733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2" name="rc2972"/>
            <p:cNvSpPr/>
            <p:nvPr/>
          </p:nvSpPr>
          <p:spPr>
            <a:xfrm>
              <a:off x="11736384" y="1451434"/>
              <a:ext cx="19934" cy="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3" name="rc2973"/>
            <p:cNvSpPr/>
            <p:nvPr/>
          </p:nvSpPr>
          <p:spPr>
            <a:xfrm>
              <a:off x="11758534" y="1512838"/>
              <a:ext cx="19934" cy="1149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4" name="rc2974"/>
            <p:cNvSpPr/>
            <p:nvPr/>
          </p:nvSpPr>
          <p:spPr>
            <a:xfrm>
              <a:off x="11780683" y="1405379"/>
              <a:ext cx="19934" cy="342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5" name="rc2975"/>
            <p:cNvSpPr/>
            <p:nvPr/>
          </p:nvSpPr>
          <p:spPr>
            <a:xfrm>
              <a:off x="11802833" y="1396884"/>
              <a:ext cx="19934" cy="44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6" name="rc2976"/>
            <p:cNvSpPr/>
            <p:nvPr/>
          </p:nvSpPr>
          <p:spPr>
            <a:xfrm>
              <a:off x="11824983" y="1395800"/>
              <a:ext cx="19934" cy="7026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7" name="rc2977"/>
            <p:cNvSpPr/>
            <p:nvPr/>
          </p:nvSpPr>
          <p:spPr>
            <a:xfrm>
              <a:off x="11847133" y="1616253"/>
              <a:ext cx="19934" cy="313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8" name="rc2978"/>
            <p:cNvSpPr/>
            <p:nvPr/>
          </p:nvSpPr>
          <p:spPr>
            <a:xfrm>
              <a:off x="11869283" y="1395523"/>
              <a:ext cx="19934" cy="100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9" name="rc2979"/>
            <p:cNvSpPr/>
            <p:nvPr/>
          </p:nvSpPr>
          <p:spPr>
            <a:xfrm>
              <a:off x="11891433" y="1856138"/>
              <a:ext cx="19934" cy="11594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0" name="rc2980"/>
            <p:cNvSpPr/>
            <p:nvPr/>
          </p:nvSpPr>
          <p:spPr>
            <a:xfrm>
              <a:off x="8967657" y="2277921"/>
              <a:ext cx="19934" cy="1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1" name="rc2981"/>
            <p:cNvSpPr/>
            <p:nvPr/>
          </p:nvSpPr>
          <p:spPr>
            <a:xfrm>
              <a:off x="8989806" y="147243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2" name="rc2982"/>
            <p:cNvSpPr/>
            <p:nvPr/>
          </p:nvSpPr>
          <p:spPr>
            <a:xfrm>
              <a:off x="9011956" y="1568662"/>
              <a:ext cx="19934" cy="1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3" name="rc2983"/>
            <p:cNvSpPr/>
            <p:nvPr/>
          </p:nvSpPr>
          <p:spPr>
            <a:xfrm>
              <a:off x="9034106" y="144050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4" name="rc2984"/>
            <p:cNvSpPr/>
            <p:nvPr/>
          </p:nvSpPr>
          <p:spPr>
            <a:xfrm>
              <a:off x="9056256" y="139901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5" name="rc2985"/>
            <p:cNvSpPr/>
            <p:nvPr/>
          </p:nvSpPr>
          <p:spPr>
            <a:xfrm>
              <a:off x="9078406" y="177702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6" name="rc2986"/>
            <p:cNvSpPr/>
            <p:nvPr/>
          </p:nvSpPr>
          <p:spPr>
            <a:xfrm>
              <a:off x="9100556" y="2974168"/>
              <a:ext cx="19934" cy="1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7" name="rc2987"/>
            <p:cNvSpPr/>
            <p:nvPr/>
          </p:nvSpPr>
          <p:spPr>
            <a:xfrm>
              <a:off x="9122705" y="1393933"/>
              <a:ext cx="19934" cy="3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9144855" y="1392662"/>
              <a:ext cx="19934" cy="26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9" name="rc2989"/>
            <p:cNvSpPr/>
            <p:nvPr/>
          </p:nvSpPr>
          <p:spPr>
            <a:xfrm>
              <a:off x="9167005" y="1404591"/>
              <a:ext cx="19934" cy="1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0" name="rc2990"/>
            <p:cNvSpPr/>
            <p:nvPr/>
          </p:nvSpPr>
          <p:spPr>
            <a:xfrm>
              <a:off x="9189155" y="1399207"/>
              <a:ext cx="19934" cy="6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1" name="rc2991"/>
            <p:cNvSpPr/>
            <p:nvPr/>
          </p:nvSpPr>
          <p:spPr>
            <a:xfrm>
              <a:off x="9211305" y="177308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2" name="rc2992"/>
            <p:cNvSpPr/>
            <p:nvPr/>
          </p:nvSpPr>
          <p:spPr>
            <a:xfrm>
              <a:off x="9233454" y="1396784"/>
              <a:ext cx="19934" cy="3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3" name="rc2993"/>
            <p:cNvSpPr/>
            <p:nvPr/>
          </p:nvSpPr>
          <p:spPr>
            <a:xfrm>
              <a:off x="9255604" y="139455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4" name="rc2994"/>
            <p:cNvSpPr/>
            <p:nvPr/>
          </p:nvSpPr>
          <p:spPr>
            <a:xfrm>
              <a:off x="9277754" y="139942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5" name="rc2995"/>
            <p:cNvSpPr/>
            <p:nvPr/>
          </p:nvSpPr>
          <p:spPr>
            <a:xfrm>
              <a:off x="9299904" y="143870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6" name="rc2996"/>
            <p:cNvSpPr/>
            <p:nvPr/>
          </p:nvSpPr>
          <p:spPr>
            <a:xfrm>
              <a:off x="9322054" y="2147676"/>
              <a:ext cx="19934" cy="82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7" name="rc2997"/>
            <p:cNvSpPr/>
            <p:nvPr/>
          </p:nvSpPr>
          <p:spPr>
            <a:xfrm>
              <a:off x="9344204" y="1395287"/>
              <a:ext cx="19934" cy="4328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8" name="rc2998"/>
            <p:cNvSpPr/>
            <p:nvPr/>
          </p:nvSpPr>
          <p:spPr>
            <a:xfrm>
              <a:off x="9366353" y="1394127"/>
              <a:ext cx="19934" cy="2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9" name="rc2999"/>
            <p:cNvSpPr/>
            <p:nvPr/>
          </p:nvSpPr>
          <p:spPr>
            <a:xfrm>
              <a:off x="9388503" y="153754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0" name="rc3000"/>
            <p:cNvSpPr/>
            <p:nvPr/>
          </p:nvSpPr>
          <p:spPr>
            <a:xfrm>
              <a:off x="9410653" y="1497906"/>
              <a:ext cx="19934" cy="14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1" name="rc3001"/>
            <p:cNvSpPr/>
            <p:nvPr/>
          </p:nvSpPr>
          <p:spPr>
            <a:xfrm>
              <a:off x="9432803" y="1797768"/>
              <a:ext cx="19934" cy="12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2" name="rc3002"/>
            <p:cNvSpPr/>
            <p:nvPr/>
          </p:nvSpPr>
          <p:spPr>
            <a:xfrm>
              <a:off x="9454953" y="154838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3" name="rc3003"/>
            <p:cNvSpPr/>
            <p:nvPr/>
          </p:nvSpPr>
          <p:spPr>
            <a:xfrm>
              <a:off x="9477102" y="1394062"/>
              <a:ext cx="19934" cy="6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4" name="rc3004"/>
            <p:cNvSpPr/>
            <p:nvPr/>
          </p:nvSpPr>
          <p:spPr>
            <a:xfrm>
              <a:off x="9499252" y="1504628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5" name="rc3005"/>
            <p:cNvSpPr/>
            <p:nvPr/>
          </p:nvSpPr>
          <p:spPr>
            <a:xfrm>
              <a:off x="9521402" y="1395948"/>
              <a:ext cx="19934" cy="7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6" name="rc3006"/>
            <p:cNvSpPr/>
            <p:nvPr/>
          </p:nvSpPr>
          <p:spPr>
            <a:xfrm>
              <a:off x="9543552" y="1578467"/>
              <a:ext cx="19934" cy="133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7" name="rc3007"/>
            <p:cNvSpPr/>
            <p:nvPr/>
          </p:nvSpPr>
          <p:spPr>
            <a:xfrm>
              <a:off x="9565702" y="1636288"/>
              <a:ext cx="19934" cy="82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8" name="rc3008"/>
            <p:cNvSpPr/>
            <p:nvPr/>
          </p:nvSpPr>
          <p:spPr>
            <a:xfrm>
              <a:off x="9587852" y="295779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9" name="rc3009"/>
            <p:cNvSpPr/>
            <p:nvPr/>
          </p:nvSpPr>
          <p:spPr>
            <a:xfrm>
              <a:off x="9610001" y="142822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0" name="rc3010"/>
            <p:cNvSpPr/>
            <p:nvPr/>
          </p:nvSpPr>
          <p:spPr>
            <a:xfrm>
              <a:off x="9632151" y="1397751"/>
              <a:ext cx="19934" cy="5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1" name="rc3011"/>
            <p:cNvSpPr/>
            <p:nvPr/>
          </p:nvSpPr>
          <p:spPr>
            <a:xfrm>
              <a:off x="9654301" y="1499705"/>
              <a:ext cx="19934" cy="27630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2" name="rc3012"/>
            <p:cNvSpPr/>
            <p:nvPr/>
          </p:nvSpPr>
          <p:spPr>
            <a:xfrm>
              <a:off x="9676451" y="1393423"/>
              <a:ext cx="19934" cy="7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3" name="rc3013"/>
            <p:cNvSpPr/>
            <p:nvPr/>
          </p:nvSpPr>
          <p:spPr>
            <a:xfrm>
              <a:off x="9698601" y="1557051"/>
              <a:ext cx="19934" cy="17225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4" name="rc3014"/>
            <p:cNvSpPr/>
            <p:nvPr/>
          </p:nvSpPr>
          <p:spPr>
            <a:xfrm>
              <a:off x="9720750" y="1433165"/>
              <a:ext cx="19934" cy="15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5" name="rc3015"/>
            <p:cNvSpPr/>
            <p:nvPr/>
          </p:nvSpPr>
          <p:spPr>
            <a:xfrm>
              <a:off x="9742900" y="1486431"/>
              <a:ext cx="19934" cy="2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6" name="rc3016"/>
            <p:cNvSpPr/>
            <p:nvPr/>
          </p:nvSpPr>
          <p:spPr>
            <a:xfrm>
              <a:off x="9765050" y="1394905"/>
              <a:ext cx="19934" cy="65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7" name="rc3017"/>
            <p:cNvSpPr/>
            <p:nvPr/>
          </p:nvSpPr>
          <p:spPr>
            <a:xfrm>
              <a:off x="9787200" y="1394529"/>
              <a:ext cx="19934" cy="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8" name="rc3018"/>
            <p:cNvSpPr/>
            <p:nvPr/>
          </p:nvSpPr>
          <p:spPr>
            <a:xfrm>
              <a:off x="9809350" y="1392905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9" name="rc3019"/>
            <p:cNvSpPr/>
            <p:nvPr/>
          </p:nvSpPr>
          <p:spPr>
            <a:xfrm>
              <a:off x="9831500" y="1808901"/>
              <a:ext cx="19934" cy="1815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0" name="rc3020"/>
            <p:cNvSpPr/>
            <p:nvPr/>
          </p:nvSpPr>
          <p:spPr>
            <a:xfrm>
              <a:off x="9853649" y="2170657"/>
              <a:ext cx="19934" cy="85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1" name="rc3021"/>
            <p:cNvSpPr/>
            <p:nvPr/>
          </p:nvSpPr>
          <p:spPr>
            <a:xfrm>
              <a:off x="9875799" y="1715066"/>
              <a:ext cx="19934" cy="34688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2" name="rc3022"/>
            <p:cNvSpPr/>
            <p:nvPr/>
          </p:nvSpPr>
          <p:spPr>
            <a:xfrm>
              <a:off x="9897949" y="1393602"/>
              <a:ext cx="19934" cy="4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3" name="rc3023"/>
            <p:cNvSpPr/>
            <p:nvPr/>
          </p:nvSpPr>
          <p:spPr>
            <a:xfrm>
              <a:off x="9920099" y="1536645"/>
              <a:ext cx="19934" cy="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4" name="rc3024"/>
            <p:cNvSpPr/>
            <p:nvPr/>
          </p:nvSpPr>
          <p:spPr>
            <a:xfrm>
              <a:off x="9942249" y="1415485"/>
              <a:ext cx="19934" cy="31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5" name="rc3025"/>
            <p:cNvSpPr/>
            <p:nvPr/>
          </p:nvSpPr>
          <p:spPr>
            <a:xfrm>
              <a:off x="9964398" y="1720439"/>
              <a:ext cx="19934" cy="22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6" name="rc3026"/>
            <p:cNvSpPr/>
            <p:nvPr/>
          </p:nvSpPr>
          <p:spPr>
            <a:xfrm>
              <a:off x="9986548" y="1774564"/>
              <a:ext cx="19934" cy="1874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7" name="rc3027"/>
            <p:cNvSpPr/>
            <p:nvPr/>
          </p:nvSpPr>
          <p:spPr>
            <a:xfrm>
              <a:off x="10008698" y="1881936"/>
              <a:ext cx="19934" cy="3085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8" name="rc3028"/>
            <p:cNvSpPr/>
            <p:nvPr/>
          </p:nvSpPr>
          <p:spPr>
            <a:xfrm>
              <a:off x="10030848" y="152237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9" name="rc3029"/>
            <p:cNvSpPr/>
            <p:nvPr/>
          </p:nvSpPr>
          <p:spPr>
            <a:xfrm>
              <a:off x="10052998" y="1410808"/>
              <a:ext cx="19934" cy="4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0" name="rc3030"/>
            <p:cNvSpPr/>
            <p:nvPr/>
          </p:nvSpPr>
          <p:spPr>
            <a:xfrm>
              <a:off x="10075148" y="1393798"/>
              <a:ext cx="19934" cy="8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1" name="rc3031"/>
            <p:cNvSpPr/>
            <p:nvPr/>
          </p:nvSpPr>
          <p:spPr>
            <a:xfrm>
              <a:off x="10097297" y="139257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2" name="rc3032"/>
            <p:cNvSpPr/>
            <p:nvPr/>
          </p:nvSpPr>
          <p:spPr>
            <a:xfrm>
              <a:off x="10119447" y="1394177"/>
              <a:ext cx="19934" cy="11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3" name="rc3033"/>
            <p:cNvSpPr/>
            <p:nvPr/>
          </p:nvSpPr>
          <p:spPr>
            <a:xfrm>
              <a:off x="10141597" y="1398972"/>
              <a:ext cx="19934" cy="15709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4" name="rc3034"/>
            <p:cNvSpPr/>
            <p:nvPr/>
          </p:nvSpPr>
          <p:spPr>
            <a:xfrm>
              <a:off x="10163747" y="2257098"/>
              <a:ext cx="19934" cy="1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5" name="rc3035"/>
            <p:cNvSpPr/>
            <p:nvPr/>
          </p:nvSpPr>
          <p:spPr>
            <a:xfrm>
              <a:off x="10185897" y="1582130"/>
              <a:ext cx="19934" cy="2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6" name="rc3036"/>
            <p:cNvSpPr/>
            <p:nvPr/>
          </p:nvSpPr>
          <p:spPr>
            <a:xfrm>
              <a:off x="10208046" y="139337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7" name="rc3037"/>
            <p:cNvSpPr/>
            <p:nvPr/>
          </p:nvSpPr>
          <p:spPr>
            <a:xfrm>
              <a:off x="10230196" y="1949287"/>
              <a:ext cx="19934" cy="3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8" name="rc3038"/>
            <p:cNvSpPr/>
            <p:nvPr/>
          </p:nvSpPr>
          <p:spPr>
            <a:xfrm>
              <a:off x="10252346" y="1434708"/>
              <a:ext cx="19934" cy="81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9" name="rc3039"/>
            <p:cNvSpPr/>
            <p:nvPr/>
          </p:nvSpPr>
          <p:spPr>
            <a:xfrm>
              <a:off x="10274496" y="2968933"/>
              <a:ext cx="19934" cy="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0" name="rc3040"/>
            <p:cNvSpPr/>
            <p:nvPr/>
          </p:nvSpPr>
          <p:spPr>
            <a:xfrm>
              <a:off x="10296646" y="2093517"/>
              <a:ext cx="19934" cy="410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1" name="rc3041"/>
            <p:cNvSpPr/>
            <p:nvPr/>
          </p:nvSpPr>
          <p:spPr>
            <a:xfrm>
              <a:off x="10318796" y="1665024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2" name="rc3042"/>
            <p:cNvSpPr/>
            <p:nvPr/>
          </p:nvSpPr>
          <p:spPr>
            <a:xfrm>
              <a:off x="10340945" y="1732681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3" name="rc3043"/>
            <p:cNvSpPr/>
            <p:nvPr/>
          </p:nvSpPr>
          <p:spPr>
            <a:xfrm>
              <a:off x="10363095" y="1764311"/>
              <a:ext cx="19934" cy="79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4" name="rc3044"/>
            <p:cNvSpPr/>
            <p:nvPr/>
          </p:nvSpPr>
          <p:spPr>
            <a:xfrm>
              <a:off x="10385245" y="1730494"/>
              <a:ext cx="19934" cy="7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5" name="rc3045"/>
            <p:cNvSpPr/>
            <p:nvPr/>
          </p:nvSpPr>
          <p:spPr>
            <a:xfrm>
              <a:off x="10407395" y="1419126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6" name="rc3046"/>
            <p:cNvSpPr/>
            <p:nvPr/>
          </p:nvSpPr>
          <p:spPr>
            <a:xfrm>
              <a:off x="10429545" y="1401634"/>
              <a:ext cx="19934" cy="30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7" name="rc3047"/>
            <p:cNvSpPr/>
            <p:nvPr/>
          </p:nvSpPr>
          <p:spPr>
            <a:xfrm>
              <a:off x="10451694" y="1411129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8" name="rc3048"/>
            <p:cNvSpPr/>
            <p:nvPr/>
          </p:nvSpPr>
          <p:spPr>
            <a:xfrm>
              <a:off x="10473844" y="1393068"/>
              <a:ext cx="19934" cy="34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9" name="rc3049"/>
            <p:cNvSpPr/>
            <p:nvPr/>
          </p:nvSpPr>
          <p:spPr>
            <a:xfrm>
              <a:off x="10495994" y="1405110"/>
              <a:ext cx="19934" cy="148915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0" name="rc3050"/>
            <p:cNvSpPr/>
            <p:nvPr/>
          </p:nvSpPr>
          <p:spPr>
            <a:xfrm>
              <a:off x="10518144" y="2682500"/>
              <a:ext cx="19934" cy="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1" name="rc3051"/>
            <p:cNvSpPr/>
            <p:nvPr/>
          </p:nvSpPr>
          <p:spPr>
            <a:xfrm>
              <a:off x="10540294" y="1510403"/>
              <a:ext cx="19934" cy="11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2" name="rc3052"/>
            <p:cNvSpPr/>
            <p:nvPr/>
          </p:nvSpPr>
          <p:spPr>
            <a:xfrm>
              <a:off x="10562444" y="1394742"/>
              <a:ext cx="19934" cy="1099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3" name="rc3053"/>
            <p:cNvSpPr/>
            <p:nvPr/>
          </p:nvSpPr>
          <p:spPr>
            <a:xfrm>
              <a:off x="10584593" y="1393310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4" name="rc3054"/>
            <p:cNvSpPr/>
            <p:nvPr/>
          </p:nvSpPr>
          <p:spPr>
            <a:xfrm>
              <a:off x="10606743" y="1787992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5" name="rc3055"/>
            <p:cNvSpPr/>
            <p:nvPr/>
          </p:nvSpPr>
          <p:spPr>
            <a:xfrm>
              <a:off x="10628893" y="1557752"/>
              <a:ext cx="19934" cy="4089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6" name="rc3056"/>
            <p:cNvSpPr/>
            <p:nvPr/>
          </p:nvSpPr>
          <p:spPr>
            <a:xfrm>
              <a:off x="10651043" y="1512515"/>
              <a:ext cx="19934" cy="8207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7" name="rc3057"/>
            <p:cNvSpPr/>
            <p:nvPr/>
          </p:nvSpPr>
          <p:spPr>
            <a:xfrm>
              <a:off x="10673193" y="1392699"/>
              <a:ext cx="19934" cy="2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8" name="rc3058"/>
            <p:cNvSpPr/>
            <p:nvPr/>
          </p:nvSpPr>
          <p:spPr>
            <a:xfrm>
              <a:off x="10695342" y="1393576"/>
              <a:ext cx="19934" cy="14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9" name="rc3059"/>
            <p:cNvSpPr/>
            <p:nvPr/>
          </p:nvSpPr>
          <p:spPr>
            <a:xfrm>
              <a:off x="10717492" y="1465475"/>
              <a:ext cx="19934" cy="94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0" name="rc3060"/>
            <p:cNvSpPr/>
            <p:nvPr/>
          </p:nvSpPr>
          <p:spPr>
            <a:xfrm>
              <a:off x="10739642" y="1442761"/>
              <a:ext cx="19934" cy="29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1" name="rc3061"/>
            <p:cNvSpPr/>
            <p:nvPr/>
          </p:nvSpPr>
          <p:spPr>
            <a:xfrm>
              <a:off x="10761792" y="1716985"/>
              <a:ext cx="19934" cy="2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rc3062"/>
            <p:cNvSpPr/>
            <p:nvPr/>
          </p:nvSpPr>
          <p:spPr>
            <a:xfrm>
              <a:off x="10783942" y="1404445"/>
              <a:ext cx="19934" cy="743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3" name="rc3063"/>
            <p:cNvSpPr/>
            <p:nvPr/>
          </p:nvSpPr>
          <p:spPr>
            <a:xfrm>
              <a:off x="10806092" y="1398207"/>
              <a:ext cx="19934" cy="5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4" name="rc3064"/>
            <p:cNvSpPr/>
            <p:nvPr/>
          </p:nvSpPr>
          <p:spPr>
            <a:xfrm>
              <a:off x="10828241" y="1396567"/>
              <a:ext cx="19934" cy="3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rc3065"/>
            <p:cNvSpPr/>
            <p:nvPr/>
          </p:nvSpPr>
          <p:spPr>
            <a:xfrm>
              <a:off x="10850391" y="1401013"/>
              <a:ext cx="19934" cy="5703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10872541" y="1401048"/>
              <a:ext cx="19934" cy="29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rc3067"/>
            <p:cNvSpPr/>
            <p:nvPr/>
          </p:nvSpPr>
          <p:spPr>
            <a:xfrm>
              <a:off x="10894691" y="1851389"/>
              <a:ext cx="19934" cy="36159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10916841" y="2083277"/>
              <a:ext cx="19934" cy="25171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rc3069"/>
            <p:cNvSpPr/>
            <p:nvPr/>
          </p:nvSpPr>
          <p:spPr>
            <a:xfrm>
              <a:off x="10938990" y="1400936"/>
              <a:ext cx="19934" cy="40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10961140" y="1443683"/>
              <a:ext cx="19934" cy="23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rc3071"/>
            <p:cNvSpPr/>
            <p:nvPr/>
          </p:nvSpPr>
          <p:spPr>
            <a:xfrm>
              <a:off x="10983290" y="1995162"/>
              <a:ext cx="19934" cy="1977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11005440" y="1396431"/>
              <a:ext cx="19934" cy="22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rc3073"/>
            <p:cNvSpPr/>
            <p:nvPr/>
          </p:nvSpPr>
          <p:spPr>
            <a:xfrm>
              <a:off x="11027590" y="1395183"/>
              <a:ext cx="19934" cy="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4" name="rc3074"/>
            <p:cNvSpPr/>
            <p:nvPr/>
          </p:nvSpPr>
          <p:spPr>
            <a:xfrm>
              <a:off x="11049740" y="1397680"/>
              <a:ext cx="19934" cy="1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5" name="rc3075"/>
            <p:cNvSpPr/>
            <p:nvPr/>
          </p:nvSpPr>
          <p:spPr>
            <a:xfrm>
              <a:off x="11071889" y="1400717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6" name="rc3076"/>
            <p:cNvSpPr/>
            <p:nvPr/>
          </p:nvSpPr>
          <p:spPr>
            <a:xfrm>
              <a:off x="11094039" y="1429493"/>
              <a:ext cx="19934" cy="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7" name="rc3077"/>
            <p:cNvSpPr/>
            <p:nvPr/>
          </p:nvSpPr>
          <p:spPr>
            <a:xfrm>
              <a:off x="11116189" y="1573708"/>
              <a:ext cx="19934" cy="14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8" name="rc3078"/>
            <p:cNvSpPr/>
            <p:nvPr/>
          </p:nvSpPr>
          <p:spPr>
            <a:xfrm>
              <a:off x="11138339" y="1961417"/>
              <a:ext cx="19934" cy="15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9" name="rc3079"/>
            <p:cNvSpPr/>
            <p:nvPr/>
          </p:nvSpPr>
          <p:spPr>
            <a:xfrm>
              <a:off x="11160489" y="1829679"/>
              <a:ext cx="19934" cy="2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0" name="rc3080"/>
            <p:cNvSpPr/>
            <p:nvPr/>
          </p:nvSpPr>
          <p:spPr>
            <a:xfrm>
              <a:off x="11182638" y="1655588"/>
              <a:ext cx="19934" cy="10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rc3081"/>
            <p:cNvSpPr/>
            <p:nvPr/>
          </p:nvSpPr>
          <p:spPr>
            <a:xfrm>
              <a:off x="11204788" y="1407595"/>
              <a:ext cx="19934" cy="75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2" name="rc3082"/>
            <p:cNvSpPr/>
            <p:nvPr/>
          </p:nvSpPr>
          <p:spPr>
            <a:xfrm>
              <a:off x="11226938" y="1397556"/>
              <a:ext cx="19934" cy="57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3" name="rc3083"/>
            <p:cNvSpPr/>
            <p:nvPr/>
          </p:nvSpPr>
          <p:spPr>
            <a:xfrm>
              <a:off x="11249088" y="2107733"/>
              <a:ext cx="19934" cy="73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4" name="rc3084"/>
            <p:cNvSpPr/>
            <p:nvPr/>
          </p:nvSpPr>
          <p:spPr>
            <a:xfrm>
              <a:off x="11271238" y="1896323"/>
              <a:ext cx="19934" cy="1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5" name="rc3085"/>
            <p:cNvSpPr/>
            <p:nvPr/>
          </p:nvSpPr>
          <p:spPr>
            <a:xfrm>
              <a:off x="11293387" y="1400699"/>
              <a:ext cx="19934" cy="8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6" name="rc3086"/>
            <p:cNvSpPr/>
            <p:nvPr/>
          </p:nvSpPr>
          <p:spPr>
            <a:xfrm>
              <a:off x="11315537" y="1444294"/>
              <a:ext cx="19934" cy="116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7" name="rc3087"/>
            <p:cNvSpPr/>
            <p:nvPr/>
          </p:nvSpPr>
          <p:spPr>
            <a:xfrm>
              <a:off x="11337687" y="1423726"/>
              <a:ext cx="19934" cy="3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8" name="rc3088"/>
            <p:cNvSpPr/>
            <p:nvPr/>
          </p:nvSpPr>
          <p:spPr>
            <a:xfrm>
              <a:off x="11359837" y="1704153"/>
              <a:ext cx="19934" cy="5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9" name="rc3089"/>
            <p:cNvSpPr/>
            <p:nvPr/>
          </p:nvSpPr>
          <p:spPr>
            <a:xfrm>
              <a:off x="11381987" y="1612985"/>
              <a:ext cx="19934" cy="24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0" name="rc3090"/>
            <p:cNvSpPr/>
            <p:nvPr/>
          </p:nvSpPr>
          <p:spPr>
            <a:xfrm>
              <a:off x="11404137" y="2558592"/>
              <a:ext cx="19934" cy="22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1" name="rc3091"/>
            <p:cNvSpPr/>
            <p:nvPr/>
          </p:nvSpPr>
          <p:spPr>
            <a:xfrm>
              <a:off x="11426286" y="1406060"/>
              <a:ext cx="19934" cy="5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2" name="rc3092"/>
            <p:cNvSpPr/>
            <p:nvPr/>
          </p:nvSpPr>
          <p:spPr>
            <a:xfrm>
              <a:off x="11448436" y="1407841"/>
              <a:ext cx="19934" cy="53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3" name="rc3093"/>
            <p:cNvSpPr/>
            <p:nvPr/>
          </p:nvSpPr>
          <p:spPr>
            <a:xfrm>
              <a:off x="11470586" y="1444428"/>
              <a:ext cx="19934" cy="13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4" name="rc3094"/>
            <p:cNvSpPr/>
            <p:nvPr/>
          </p:nvSpPr>
          <p:spPr>
            <a:xfrm>
              <a:off x="11492736" y="1798350"/>
              <a:ext cx="19934" cy="6815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5" name="rc3095"/>
            <p:cNvSpPr/>
            <p:nvPr/>
          </p:nvSpPr>
          <p:spPr>
            <a:xfrm>
              <a:off x="11514886" y="1874657"/>
              <a:ext cx="19934" cy="78022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6" name="rc3096"/>
            <p:cNvSpPr/>
            <p:nvPr/>
          </p:nvSpPr>
          <p:spPr>
            <a:xfrm>
              <a:off x="11537035" y="1413081"/>
              <a:ext cx="19934" cy="55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7" name="rc3097"/>
            <p:cNvSpPr/>
            <p:nvPr/>
          </p:nvSpPr>
          <p:spPr>
            <a:xfrm>
              <a:off x="11559185" y="1398497"/>
              <a:ext cx="19934" cy="34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8" name="rc3098"/>
            <p:cNvSpPr/>
            <p:nvPr/>
          </p:nvSpPr>
          <p:spPr>
            <a:xfrm>
              <a:off x="11581335" y="1400172"/>
              <a:ext cx="19934" cy="23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9" name="rc3099"/>
            <p:cNvSpPr/>
            <p:nvPr/>
          </p:nvSpPr>
          <p:spPr>
            <a:xfrm>
              <a:off x="11603485" y="1875370"/>
              <a:ext cx="19934" cy="14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" name="rc3100"/>
            <p:cNvSpPr/>
            <p:nvPr/>
          </p:nvSpPr>
          <p:spPr>
            <a:xfrm>
              <a:off x="11625635" y="1409975"/>
              <a:ext cx="19934" cy="6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1" name="rc3101"/>
            <p:cNvSpPr/>
            <p:nvPr/>
          </p:nvSpPr>
          <p:spPr>
            <a:xfrm>
              <a:off x="11647785" y="1412476"/>
              <a:ext cx="19934" cy="72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2" name="rc3102"/>
            <p:cNvSpPr/>
            <p:nvPr/>
          </p:nvSpPr>
          <p:spPr>
            <a:xfrm>
              <a:off x="11669934" y="1568924"/>
              <a:ext cx="19934" cy="51745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3" name="rc3103"/>
            <p:cNvSpPr/>
            <p:nvPr/>
          </p:nvSpPr>
          <p:spPr>
            <a:xfrm>
              <a:off x="11692084" y="1800491"/>
              <a:ext cx="19934" cy="3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4" name="rc3104"/>
            <p:cNvSpPr/>
            <p:nvPr/>
          </p:nvSpPr>
          <p:spPr>
            <a:xfrm>
              <a:off x="11714234" y="1397334"/>
              <a:ext cx="19934" cy="377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5" name="rc3105"/>
            <p:cNvSpPr/>
            <p:nvPr/>
          </p:nvSpPr>
          <p:spPr>
            <a:xfrm>
              <a:off x="11736384" y="1451434"/>
              <a:ext cx="19934" cy="89924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6" name="rc3106"/>
            <p:cNvSpPr/>
            <p:nvPr/>
          </p:nvSpPr>
          <p:spPr>
            <a:xfrm>
              <a:off x="11758534" y="1524336"/>
              <a:ext cx="19934" cy="77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7" name="rc3107"/>
            <p:cNvSpPr/>
            <p:nvPr/>
          </p:nvSpPr>
          <p:spPr>
            <a:xfrm>
              <a:off x="11780683" y="1405721"/>
              <a:ext cx="19934" cy="158463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8" name="rc3108"/>
            <p:cNvSpPr/>
            <p:nvPr/>
          </p:nvSpPr>
          <p:spPr>
            <a:xfrm>
              <a:off x="11802833" y="1397328"/>
              <a:ext cx="19934" cy="422560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9" name="rc3109"/>
            <p:cNvSpPr/>
            <p:nvPr/>
          </p:nvSpPr>
          <p:spPr>
            <a:xfrm>
              <a:off x="11824983" y="1466061"/>
              <a:ext cx="19934" cy="14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0" name="rc3110"/>
            <p:cNvSpPr/>
            <p:nvPr/>
          </p:nvSpPr>
          <p:spPr>
            <a:xfrm>
              <a:off x="11847133" y="1616566"/>
              <a:ext cx="19934" cy="69396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1" name="rc3111"/>
            <p:cNvSpPr/>
            <p:nvPr/>
          </p:nvSpPr>
          <p:spPr>
            <a:xfrm>
              <a:off x="11869283" y="1395624"/>
              <a:ext cx="19934" cy="1516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2" name="rc3112"/>
            <p:cNvSpPr/>
            <p:nvPr/>
          </p:nvSpPr>
          <p:spPr>
            <a:xfrm>
              <a:off x="11891433" y="1867733"/>
              <a:ext cx="19934" cy="2702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3" name="rc3113"/>
            <p:cNvSpPr/>
            <p:nvPr/>
          </p:nvSpPr>
          <p:spPr>
            <a:xfrm>
              <a:off x="8967657" y="2278066"/>
              <a:ext cx="19934" cy="12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4" name="rc3114"/>
            <p:cNvSpPr/>
            <p:nvPr/>
          </p:nvSpPr>
          <p:spPr>
            <a:xfrm>
              <a:off x="8989806" y="1472431"/>
              <a:ext cx="19934" cy="1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5" name="rc3115"/>
            <p:cNvSpPr/>
            <p:nvPr/>
          </p:nvSpPr>
          <p:spPr>
            <a:xfrm>
              <a:off x="9011956" y="1568827"/>
              <a:ext cx="19934" cy="4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6" name="rc3116"/>
            <p:cNvSpPr/>
            <p:nvPr/>
          </p:nvSpPr>
          <p:spPr>
            <a:xfrm>
              <a:off x="9034106" y="1440503"/>
              <a:ext cx="19934" cy="7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7" name="rc3117"/>
            <p:cNvSpPr/>
            <p:nvPr/>
          </p:nvSpPr>
          <p:spPr>
            <a:xfrm>
              <a:off x="9056256" y="1399014"/>
              <a:ext cx="19934" cy="4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8" name="rc3118"/>
            <p:cNvSpPr/>
            <p:nvPr/>
          </p:nvSpPr>
          <p:spPr>
            <a:xfrm>
              <a:off x="9078406" y="1777026"/>
              <a:ext cx="19934" cy="49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9" name="rc3119"/>
            <p:cNvSpPr/>
            <p:nvPr/>
          </p:nvSpPr>
          <p:spPr>
            <a:xfrm>
              <a:off x="9100556" y="2974344"/>
              <a:ext cx="19934" cy="16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0" name="rc3120"/>
            <p:cNvSpPr/>
            <p:nvPr/>
          </p:nvSpPr>
          <p:spPr>
            <a:xfrm>
              <a:off x="9122705" y="1394304"/>
              <a:ext cx="19934" cy="4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1" name="rc3121"/>
            <p:cNvSpPr/>
            <p:nvPr/>
          </p:nvSpPr>
          <p:spPr>
            <a:xfrm>
              <a:off x="9144855" y="1392927"/>
              <a:ext cx="19934" cy="134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2" name="rc3122"/>
            <p:cNvSpPr/>
            <p:nvPr/>
          </p:nvSpPr>
          <p:spPr>
            <a:xfrm>
              <a:off x="9167005" y="1404739"/>
              <a:ext cx="19934" cy="4073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3" name="rc3123"/>
            <p:cNvSpPr/>
            <p:nvPr/>
          </p:nvSpPr>
          <p:spPr>
            <a:xfrm>
              <a:off x="9189155" y="1399820"/>
              <a:ext cx="19934" cy="183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4" name="rc3124"/>
            <p:cNvSpPr/>
            <p:nvPr/>
          </p:nvSpPr>
          <p:spPr>
            <a:xfrm>
              <a:off x="9211305" y="1773086"/>
              <a:ext cx="19934" cy="6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5" name="rc3125"/>
            <p:cNvSpPr/>
            <p:nvPr/>
          </p:nvSpPr>
          <p:spPr>
            <a:xfrm>
              <a:off x="9233454" y="1397135"/>
              <a:ext cx="19934" cy="10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6" name="rc3126"/>
            <p:cNvSpPr/>
            <p:nvPr/>
          </p:nvSpPr>
          <p:spPr>
            <a:xfrm>
              <a:off x="9255604" y="1394551"/>
              <a:ext cx="19934" cy="7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7" name="rc3127"/>
            <p:cNvSpPr/>
            <p:nvPr/>
          </p:nvSpPr>
          <p:spPr>
            <a:xfrm>
              <a:off x="9277754" y="1399427"/>
              <a:ext cx="19934" cy="182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8" name="rc3128"/>
            <p:cNvSpPr/>
            <p:nvPr/>
          </p:nvSpPr>
          <p:spPr>
            <a:xfrm>
              <a:off x="9299904" y="1438706"/>
              <a:ext cx="19934" cy="22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9" name="rc3129"/>
            <p:cNvSpPr/>
            <p:nvPr/>
          </p:nvSpPr>
          <p:spPr>
            <a:xfrm>
              <a:off x="9322054" y="2148501"/>
              <a:ext cx="19934" cy="2132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0" name="rc3130"/>
            <p:cNvSpPr/>
            <p:nvPr/>
          </p:nvSpPr>
          <p:spPr>
            <a:xfrm>
              <a:off x="9344204" y="1438571"/>
              <a:ext cx="19934" cy="6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1" name="rc3131"/>
            <p:cNvSpPr/>
            <p:nvPr/>
          </p:nvSpPr>
          <p:spPr>
            <a:xfrm>
              <a:off x="9366353" y="1394366"/>
              <a:ext cx="19934" cy="2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2" name="rc3132"/>
            <p:cNvSpPr/>
            <p:nvPr/>
          </p:nvSpPr>
          <p:spPr>
            <a:xfrm>
              <a:off x="9388503" y="1537540"/>
              <a:ext cx="19934" cy="11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3" name="rc3133"/>
            <p:cNvSpPr/>
            <p:nvPr/>
          </p:nvSpPr>
          <p:spPr>
            <a:xfrm>
              <a:off x="9410653" y="1498047"/>
              <a:ext cx="19934" cy="35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4" name="rc3134"/>
            <p:cNvSpPr/>
            <p:nvPr/>
          </p:nvSpPr>
          <p:spPr>
            <a:xfrm>
              <a:off x="9432803" y="1797890"/>
              <a:ext cx="19934" cy="73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5" name="rc3135"/>
            <p:cNvSpPr/>
            <p:nvPr/>
          </p:nvSpPr>
          <p:spPr>
            <a:xfrm>
              <a:off x="9454953" y="1548380"/>
              <a:ext cx="19934" cy="59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6" name="rc3136"/>
            <p:cNvSpPr/>
            <p:nvPr/>
          </p:nvSpPr>
          <p:spPr>
            <a:xfrm>
              <a:off x="9477102" y="1394692"/>
              <a:ext cx="19934" cy="6117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7" name="rc3137"/>
            <p:cNvSpPr/>
            <p:nvPr/>
          </p:nvSpPr>
          <p:spPr>
            <a:xfrm>
              <a:off x="9499252" y="1504628"/>
              <a:ext cx="19934" cy="14424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8" name="rc3138"/>
            <p:cNvSpPr/>
            <p:nvPr/>
          </p:nvSpPr>
          <p:spPr>
            <a:xfrm>
              <a:off x="9521402" y="1396023"/>
              <a:ext cx="19934" cy="107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9" name="rc3139"/>
            <p:cNvSpPr/>
            <p:nvPr/>
          </p:nvSpPr>
          <p:spPr>
            <a:xfrm>
              <a:off x="9543552" y="1591767"/>
              <a:ext cx="19934" cy="20615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0" name="rc3140"/>
            <p:cNvSpPr/>
            <p:nvPr/>
          </p:nvSpPr>
          <p:spPr>
            <a:xfrm>
              <a:off x="9565702" y="1644573"/>
              <a:ext cx="19934" cy="7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1" name="rc3141"/>
            <p:cNvSpPr/>
            <p:nvPr/>
          </p:nvSpPr>
          <p:spPr>
            <a:xfrm>
              <a:off x="9587852" y="2957792"/>
              <a:ext cx="19934" cy="126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2" name="rc3142"/>
            <p:cNvSpPr/>
            <p:nvPr/>
          </p:nvSpPr>
          <p:spPr>
            <a:xfrm>
              <a:off x="9610001" y="1428224"/>
              <a:ext cx="19934" cy="19293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3" name="rc3143"/>
            <p:cNvSpPr/>
            <p:nvPr/>
          </p:nvSpPr>
          <p:spPr>
            <a:xfrm>
              <a:off x="9632151" y="1398311"/>
              <a:ext cx="19934" cy="3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4" name="rc3144"/>
            <p:cNvSpPr/>
            <p:nvPr/>
          </p:nvSpPr>
          <p:spPr>
            <a:xfrm>
              <a:off x="9654301" y="1776010"/>
              <a:ext cx="19934" cy="34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5" name="rc3145"/>
            <p:cNvSpPr/>
            <p:nvPr/>
          </p:nvSpPr>
          <p:spPr>
            <a:xfrm>
              <a:off x="9676451" y="1394146"/>
              <a:ext cx="19934" cy="32138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6" name="rc3146"/>
            <p:cNvSpPr/>
            <p:nvPr/>
          </p:nvSpPr>
          <p:spPr>
            <a:xfrm>
              <a:off x="9698601" y="1729305"/>
              <a:ext cx="19934" cy="111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7" name="rc3147"/>
            <p:cNvSpPr/>
            <p:nvPr/>
          </p:nvSpPr>
          <p:spPr>
            <a:xfrm>
              <a:off x="9720750" y="1434744"/>
              <a:ext cx="19934" cy="1747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8" name="rc3148"/>
            <p:cNvSpPr/>
            <p:nvPr/>
          </p:nvSpPr>
          <p:spPr>
            <a:xfrm>
              <a:off x="9742900" y="1486639"/>
              <a:ext cx="19934" cy="6084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9" name="rc3149"/>
            <p:cNvSpPr/>
            <p:nvPr/>
          </p:nvSpPr>
          <p:spPr>
            <a:xfrm>
              <a:off x="9765050" y="1395557"/>
              <a:ext cx="19934" cy="22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0" name="rc3150"/>
            <p:cNvSpPr/>
            <p:nvPr/>
          </p:nvSpPr>
          <p:spPr>
            <a:xfrm>
              <a:off x="9787200" y="1394603"/>
              <a:ext cx="19934" cy="201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1" name="rc3151"/>
            <p:cNvSpPr/>
            <p:nvPr/>
          </p:nvSpPr>
          <p:spPr>
            <a:xfrm>
              <a:off x="9809350" y="1392905"/>
              <a:ext cx="19934" cy="14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2" name="rc3152"/>
            <p:cNvSpPr/>
            <p:nvPr/>
          </p:nvSpPr>
          <p:spPr>
            <a:xfrm>
              <a:off x="9831500" y="1827052"/>
              <a:ext cx="19934" cy="6200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3" name="rc3153"/>
            <p:cNvSpPr/>
            <p:nvPr/>
          </p:nvSpPr>
          <p:spPr>
            <a:xfrm>
              <a:off x="9853649" y="2171516"/>
              <a:ext cx="19934" cy="21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4" name="rc3154"/>
            <p:cNvSpPr/>
            <p:nvPr/>
          </p:nvSpPr>
          <p:spPr>
            <a:xfrm>
              <a:off x="9875799" y="2061952"/>
              <a:ext cx="19934" cy="99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5" name="rc3155"/>
            <p:cNvSpPr/>
            <p:nvPr/>
          </p:nvSpPr>
          <p:spPr>
            <a:xfrm>
              <a:off x="9897949" y="1394071"/>
              <a:ext cx="19934" cy="4543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6" name="rc3156"/>
            <p:cNvSpPr/>
            <p:nvPr/>
          </p:nvSpPr>
          <p:spPr>
            <a:xfrm>
              <a:off x="9920099" y="1536737"/>
              <a:ext cx="19934" cy="15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7" name="rc3157"/>
            <p:cNvSpPr/>
            <p:nvPr/>
          </p:nvSpPr>
          <p:spPr>
            <a:xfrm>
              <a:off x="9942249" y="1415805"/>
              <a:ext cx="19934" cy="166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8" name="rc3158"/>
            <p:cNvSpPr/>
            <p:nvPr/>
          </p:nvSpPr>
          <p:spPr>
            <a:xfrm>
              <a:off x="9964398" y="1720661"/>
              <a:ext cx="19934" cy="24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9" name="rc3159"/>
            <p:cNvSpPr/>
            <p:nvPr/>
          </p:nvSpPr>
          <p:spPr>
            <a:xfrm>
              <a:off x="9986548" y="1961977"/>
              <a:ext cx="19934" cy="9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0" name="rc3160"/>
            <p:cNvSpPr/>
            <p:nvPr/>
          </p:nvSpPr>
          <p:spPr>
            <a:xfrm>
              <a:off x="10008698" y="1912791"/>
              <a:ext cx="19934" cy="27649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1" name="rc3161"/>
            <p:cNvSpPr/>
            <p:nvPr/>
          </p:nvSpPr>
          <p:spPr>
            <a:xfrm>
              <a:off x="10030848" y="1522370"/>
              <a:ext cx="19934" cy="1681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2" name="rc3162"/>
            <p:cNvSpPr/>
            <p:nvPr/>
          </p:nvSpPr>
          <p:spPr>
            <a:xfrm>
              <a:off x="10052998" y="1411248"/>
              <a:ext cx="19934" cy="3546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3" name="rc3163"/>
            <p:cNvSpPr/>
            <p:nvPr/>
          </p:nvSpPr>
          <p:spPr>
            <a:xfrm>
              <a:off x="10075148" y="1393884"/>
              <a:ext cx="19934" cy="7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4" name="rc3164"/>
            <p:cNvSpPr/>
            <p:nvPr/>
          </p:nvSpPr>
          <p:spPr>
            <a:xfrm>
              <a:off x="10097297" y="1392574"/>
              <a:ext cx="19934" cy="43264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5" name="rc3165"/>
            <p:cNvSpPr/>
            <p:nvPr/>
          </p:nvSpPr>
          <p:spPr>
            <a:xfrm>
              <a:off x="10119447" y="1394289"/>
              <a:ext cx="19934" cy="173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6" name="rc3166"/>
            <p:cNvSpPr/>
            <p:nvPr/>
          </p:nvSpPr>
          <p:spPr>
            <a:xfrm>
              <a:off x="10141597" y="1556069"/>
              <a:ext cx="19934" cy="7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7" name="rc3167"/>
            <p:cNvSpPr/>
            <p:nvPr/>
          </p:nvSpPr>
          <p:spPr>
            <a:xfrm>
              <a:off x="10163747" y="2257237"/>
              <a:ext cx="19934" cy="1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8" name="rc3168"/>
            <p:cNvSpPr/>
            <p:nvPr/>
          </p:nvSpPr>
          <p:spPr>
            <a:xfrm>
              <a:off x="10185897" y="1582381"/>
              <a:ext cx="19934" cy="518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9" name="rc3169"/>
            <p:cNvSpPr/>
            <p:nvPr/>
          </p:nvSpPr>
          <p:spPr>
            <a:xfrm>
              <a:off x="10208046" y="1393373"/>
              <a:ext cx="19934" cy="15926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0" name="rc3170"/>
            <p:cNvSpPr/>
            <p:nvPr/>
          </p:nvSpPr>
          <p:spPr>
            <a:xfrm>
              <a:off x="10230196" y="1949676"/>
              <a:ext cx="19934" cy="15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1" name="rc3171"/>
            <p:cNvSpPr/>
            <p:nvPr/>
          </p:nvSpPr>
          <p:spPr>
            <a:xfrm>
              <a:off x="10252346" y="1435522"/>
              <a:ext cx="19934" cy="2842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2" name="rc3172"/>
            <p:cNvSpPr/>
            <p:nvPr/>
          </p:nvSpPr>
          <p:spPr>
            <a:xfrm>
              <a:off x="10274496" y="2969032"/>
              <a:ext cx="19934" cy="27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3" name="rc3173"/>
            <p:cNvSpPr/>
            <p:nvPr/>
          </p:nvSpPr>
          <p:spPr>
            <a:xfrm>
              <a:off x="10296646" y="2097618"/>
              <a:ext cx="19934" cy="5126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4" name="rc3174"/>
            <p:cNvSpPr/>
            <p:nvPr/>
          </p:nvSpPr>
          <p:spPr>
            <a:xfrm>
              <a:off x="10318796" y="1665024"/>
              <a:ext cx="19934" cy="68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5" name="rc3175"/>
            <p:cNvSpPr/>
            <p:nvPr/>
          </p:nvSpPr>
          <p:spPr>
            <a:xfrm>
              <a:off x="10340945" y="1732681"/>
              <a:ext cx="19934" cy="6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6" name="rc3176"/>
            <p:cNvSpPr/>
            <p:nvPr/>
          </p:nvSpPr>
          <p:spPr>
            <a:xfrm>
              <a:off x="10363095" y="1765104"/>
              <a:ext cx="19934" cy="10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7" name="rc3177"/>
            <p:cNvSpPr/>
            <p:nvPr/>
          </p:nvSpPr>
          <p:spPr>
            <a:xfrm>
              <a:off x="10385245" y="1730566"/>
              <a:ext cx="19934" cy="7879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8" name="rc3178"/>
            <p:cNvSpPr/>
            <p:nvPr/>
          </p:nvSpPr>
          <p:spPr>
            <a:xfrm>
              <a:off x="10407395" y="1419126"/>
              <a:ext cx="19934" cy="156040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9" name="rc3179"/>
            <p:cNvSpPr/>
            <p:nvPr/>
          </p:nvSpPr>
          <p:spPr>
            <a:xfrm>
              <a:off x="10429545" y="1401937"/>
              <a:ext cx="19934" cy="43958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0" name="rc3180"/>
            <p:cNvSpPr/>
            <p:nvPr/>
          </p:nvSpPr>
          <p:spPr>
            <a:xfrm>
              <a:off x="10451694" y="1411129"/>
              <a:ext cx="19934" cy="39807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1" name="rc3181"/>
            <p:cNvSpPr/>
            <p:nvPr/>
          </p:nvSpPr>
          <p:spPr>
            <a:xfrm>
              <a:off x="10473844" y="1393415"/>
              <a:ext cx="19934" cy="14672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2" name="rc3182"/>
            <p:cNvSpPr/>
            <p:nvPr/>
          </p:nvSpPr>
          <p:spPr>
            <a:xfrm>
              <a:off x="10495994" y="2894265"/>
              <a:ext cx="19934" cy="1795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3" name="rc3183"/>
            <p:cNvSpPr/>
            <p:nvPr/>
          </p:nvSpPr>
          <p:spPr>
            <a:xfrm>
              <a:off x="10518144" y="2682599"/>
              <a:ext cx="19934" cy="4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4" name="rc3184"/>
            <p:cNvSpPr/>
            <p:nvPr/>
          </p:nvSpPr>
          <p:spPr>
            <a:xfrm>
              <a:off x="10540294" y="1511514"/>
              <a:ext cx="19934" cy="14356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5" name="rc3185"/>
            <p:cNvSpPr/>
            <p:nvPr/>
          </p:nvSpPr>
          <p:spPr>
            <a:xfrm>
              <a:off x="10562444" y="1504711"/>
              <a:ext cx="19934" cy="16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6" name="rc3186"/>
            <p:cNvSpPr/>
            <p:nvPr/>
          </p:nvSpPr>
          <p:spPr>
            <a:xfrm>
              <a:off x="10584593" y="1393310"/>
              <a:ext cx="19934" cy="3893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7" name="rc3187"/>
            <p:cNvSpPr/>
            <p:nvPr/>
          </p:nvSpPr>
          <p:spPr>
            <a:xfrm>
              <a:off x="10606743" y="1787992"/>
              <a:ext cx="19934" cy="15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8" name="rc3188"/>
            <p:cNvSpPr/>
            <p:nvPr/>
          </p:nvSpPr>
          <p:spPr>
            <a:xfrm>
              <a:off x="10628893" y="1598643"/>
              <a:ext cx="19934" cy="373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9" name="rc3189"/>
            <p:cNvSpPr/>
            <p:nvPr/>
          </p:nvSpPr>
          <p:spPr>
            <a:xfrm>
              <a:off x="10651043" y="1594595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0" name="rc3190"/>
            <p:cNvSpPr/>
            <p:nvPr/>
          </p:nvSpPr>
          <p:spPr>
            <a:xfrm>
              <a:off x="10673193" y="1392922"/>
              <a:ext cx="19934" cy="60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1" name="rc3191"/>
            <p:cNvSpPr/>
            <p:nvPr/>
          </p:nvSpPr>
          <p:spPr>
            <a:xfrm>
              <a:off x="10695342" y="1393726"/>
              <a:ext cx="19934" cy="179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2" name="rc3192"/>
            <p:cNvSpPr/>
            <p:nvPr/>
          </p:nvSpPr>
          <p:spPr>
            <a:xfrm>
              <a:off x="10717492" y="1466424"/>
              <a:ext cx="19934" cy="8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3" name="rc3193"/>
            <p:cNvSpPr/>
            <p:nvPr/>
          </p:nvSpPr>
          <p:spPr>
            <a:xfrm>
              <a:off x="10739642" y="1443054"/>
              <a:ext cx="19934" cy="2009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4" name="rc3194"/>
            <p:cNvSpPr/>
            <p:nvPr/>
          </p:nvSpPr>
          <p:spPr>
            <a:xfrm>
              <a:off x="10761792" y="1717247"/>
              <a:ext cx="19934" cy="2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5" name="rc3195"/>
            <p:cNvSpPr/>
            <p:nvPr/>
          </p:nvSpPr>
          <p:spPr>
            <a:xfrm>
              <a:off x="10783942" y="1478803"/>
              <a:ext cx="19934" cy="44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6" name="rc3196"/>
            <p:cNvSpPr/>
            <p:nvPr/>
          </p:nvSpPr>
          <p:spPr>
            <a:xfrm>
              <a:off x="10806092" y="1398763"/>
              <a:ext cx="19934" cy="5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7" name="rc3197"/>
            <p:cNvSpPr/>
            <p:nvPr/>
          </p:nvSpPr>
          <p:spPr>
            <a:xfrm>
              <a:off x="10828241" y="1396902"/>
              <a:ext cx="19934" cy="6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8" name="rc3198"/>
            <p:cNvSpPr/>
            <p:nvPr/>
          </p:nvSpPr>
          <p:spPr>
            <a:xfrm>
              <a:off x="10850391" y="1458050"/>
              <a:ext cx="19934" cy="10590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9" name="rc3199"/>
            <p:cNvSpPr/>
            <p:nvPr/>
          </p:nvSpPr>
          <p:spPr>
            <a:xfrm>
              <a:off x="10872541" y="1401347"/>
              <a:ext cx="19934" cy="64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0" name="rc3200"/>
            <p:cNvSpPr/>
            <p:nvPr/>
          </p:nvSpPr>
          <p:spPr>
            <a:xfrm>
              <a:off x="10894691" y="2212982"/>
              <a:ext cx="19934" cy="4905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1" name="rc3201"/>
            <p:cNvSpPr/>
            <p:nvPr/>
          </p:nvSpPr>
          <p:spPr>
            <a:xfrm>
              <a:off x="10916841" y="2334989"/>
              <a:ext cx="19934" cy="1748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2" name="rc3202"/>
            <p:cNvSpPr/>
            <p:nvPr/>
          </p:nvSpPr>
          <p:spPr>
            <a:xfrm>
              <a:off x="10938990" y="1401345"/>
              <a:ext cx="19934" cy="167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3" name="rc3203"/>
            <p:cNvSpPr/>
            <p:nvPr/>
          </p:nvSpPr>
          <p:spPr>
            <a:xfrm>
              <a:off x="10961140" y="1443919"/>
              <a:ext cx="19934" cy="1193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4" name="rc3204"/>
            <p:cNvSpPr/>
            <p:nvPr/>
          </p:nvSpPr>
          <p:spPr>
            <a:xfrm>
              <a:off x="10983290" y="2014935"/>
              <a:ext cx="19934" cy="31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5" name="rc3205"/>
            <p:cNvSpPr/>
            <p:nvPr/>
          </p:nvSpPr>
          <p:spPr>
            <a:xfrm>
              <a:off x="11005440" y="1396659"/>
              <a:ext cx="19934" cy="4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6" name="rc3206"/>
            <p:cNvSpPr/>
            <p:nvPr/>
          </p:nvSpPr>
          <p:spPr>
            <a:xfrm>
              <a:off x="11027590" y="1395240"/>
              <a:ext cx="19934" cy="3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7" name="rc3207"/>
            <p:cNvSpPr/>
            <p:nvPr/>
          </p:nvSpPr>
          <p:spPr>
            <a:xfrm>
              <a:off x="11049740" y="1397847"/>
              <a:ext cx="19934" cy="8927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8" name="rc3208"/>
            <p:cNvSpPr/>
            <p:nvPr/>
          </p:nvSpPr>
          <p:spPr>
            <a:xfrm>
              <a:off x="11071889" y="1400717"/>
              <a:ext cx="19934" cy="28600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9" name="rc3209"/>
            <p:cNvSpPr/>
            <p:nvPr/>
          </p:nvSpPr>
          <p:spPr>
            <a:xfrm>
              <a:off x="11094039" y="1429493"/>
              <a:ext cx="19934" cy="273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0" name="rc3210"/>
            <p:cNvSpPr/>
            <p:nvPr/>
          </p:nvSpPr>
          <p:spPr>
            <a:xfrm>
              <a:off x="11116189" y="1575197"/>
              <a:ext cx="19934" cy="1105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1" name="rc3211"/>
            <p:cNvSpPr/>
            <p:nvPr/>
          </p:nvSpPr>
          <p:spPr>
            <a:xfrm>
              <a:off x="11138339" y="1961575"/>
              <a:ext cx="19934" cy="5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2" name="rc3212"/>
            <p:cNvSpPr/>
            <p:nvPr/>
          </p:nvSpPr>
          <p:spPr>
            <a:xfrm>
              <a:off x="11160489" y="1829882"/>
              <a:ext cx="19934" cy="140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3" name="rc3213"/>
            <p:cNvSpPr/>
            <p:nvPr/>
          </p:nvSpPr>
          <p:spPr>
            <a:xfrm>
              <a:off x="11182638" y="1655693"/>
              <a:ext cx="19934" cy="20580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4" name="rc3214"/>
            <p:cNvSpPr/>
            <p:nvPr/>
          </p:nvSpPr>
          <p:spPr>
            <a:xfrm>
              <a:off x="11204788" y="1408346"/>
              <a:ext cx="19934" cy="33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5" name="rc3215"/>
            <p:cNvSpPr/>
            <p:nvPr/>
          </p:nvSpPr>
          <p:spPr>
            <a:xfrm>
              <a:off x="11226938" y="1398127"/>
              <a:ext cx="19934" cy="72010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6" name="rc3216"/>
            <p:cNvSpPr/>
            <p:nvPr/>
          </p:nvSpPr>
          <p:spPr>
            <a:xfrm>
              <a:off x="11249088" y="2108471"/>
              <a:ext cx="19934" cy="98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7" name="rc3217"/>
            <p:cNvSpPr/>
            <p:nvPr/>
          </p:nvSpPr>
          <p:spPr>
            <a:xfrm>
              <a:off x="11271238" y="1896438"/>
              <a:ext cx="19934" cy="1024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8" name="rc3218"/>
            <p:cNvSpPr/>
            <p:nvPr/>
          </p:nvSpPr>
          <p:spPr>
            <a:xfrm>
              <a:off x="11293387" y="1400782"/>
              <a:ext cx="19934" cy="2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9" name="rc3219"/>
            <p:cNvSpPr/>
            <p:nvPr/>
          </p:nvSpPr>
          <p:spPr>
            <a:xfrm>
              <a:off x="11315537" y="1445459"/>
              <a:ext cx="19934" cy="146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0" name="rc3220"/>
            <p:cNvSpPr/>
            <p:nvPr/>
          </p:nvSpPr>
          <p:spPr>
            <a:xfrm>
              <a:off x="11337687" y="1424042"/>
              <a:ext cx="19934" cy="18677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1" name="rc3221"/>
            <p:cNvSpPr/>
            <p:nvPr/>
          </p:nvSpPr>
          <p:spPr>
            <a:xfrm>
              <a:off x="11359837" y="1704752"/>
              <a:ext cx="19934" cy="325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2" name="rc3222"/>
            <p:cNvSpPr/>
            <p:nvPr/>
          </p:nvSpPr>
          <p:spPr>
            <a:xfrm>
              <a:off x="11381987" y="1613230"/>
              <a:ext cx="19934" cy="7298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3" name="rc3223"/>
            <p:cNvSpPr/>
            <p:nvPr/>
          </p:nvSpPr>
          <p:spPr>
            <a:xfrm>
              <a:off x="11404137" y="2558818"/>
              <a:ext cx="19934" cy="76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4" name="rc3224"/>
            <p:cNvSpPr/>
            <p:nvPr/>
          </p:nvSpPr>
          <p:spPr>
            <a:xfrm>
              <a:off x="11426286" y="1406621"/>
              <a:ext cx="19934" cy="8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5" name="rc3225"/>
            <p:cNvSpPr/>
            <p:nvPr/>
          </p:nvSpPr>
          <p:spPr>
            <a:xfrm>
              <a:off x="11448436" y="1408372"/>
              <a:ext cx="19934" cy="3914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6" name="rc3226"/>
            <p:cNvSpPr/>
            <p:nvPr/>
          </p:nvSpPr>
          <p:spPr>
            <a:xfrm>
              <a:off x="11470586" y="1444560"/>
              <a:ext cx="19934" cy="765388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7" name="rc3227"/>
            <p:cNvSpPr/>
            <p:nvPr/>
          </p:nvSpPr>
          <p:spPr>
            <a:xfrm>
              <a:off x="11492736" y="1866504"/>
              <a:ext cx="19934" cy="17329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8" name="rc3228"/>
            <p:cNvSpPr/>
            <p:nvPr/>
          </p:nvSpPr>
          <p:spPr>
            <a:xfrm>
              <a:off x="11514886" y="2654884"/>
              <a:ext cx="19934" cy="5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9" name="rc3229"/>
            <p:cNvSpPr/>
            <p:nvPr/>
          </p:nvSpPr>
          <p:spPr>
            <a:xfrm>
              <a:off x="11537035" y="1413640"/>
              <a:ext cx="19934" cy="9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0" name="rc3230"/>
            <p:cNvSpPr/>
            <p:nvPr/>
          </p:nvSpPr>
          <p:spPr>
            <a:xfrm>
              <a:off x="11559185" y="1398844"/>
              <a:ext cx="19934" cy="159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1" name="rc3231"/>
            <p:cNvSpPr/>
            <p:nvPr/>
          </p:nvSpPr>
          <p:spPr>
            <a:xfrm>
              <a:off x="11581335" y="1400412"/>
              <a:ext cx="19934" cy="25607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2" name="rc3232"/>
            <p:cNvSpPr/>
            <p:nvPr/>
          </p:nvSpPr>
          <p:spPr>
            <a:xfrm>
              <a:off x="11603485" y="1875512"/>
              <a:ext cx="19934" cy="96260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3" name="rc3233"/>
            <p:cNvSpPr/>
            <p:nvPr/>
          </p:nvSpPr>
          <p:spPr>
            <a:xfrm>
              <a:off x="11625635" y="1410042"/>
              <a:ext cx="19934" cy="14799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4" name="rc3234"/>
            <p:cNvSpPr/>
            <p:nvPr/>
          </p:nvSpPr>
          <p:spPr>
            <a:xfrm>
              <a:off x="11647785" y="1413206"/>
              <a:ext cx="19934" cy="168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5" name="rc3235"/>
            <p:cNvSpPr/>
            <p:nvPr/>
          </p:nvSpPr>
          <p:spPr>
            <a:xfrm>
              <a:off x="11669934" y="2086380"/>
              <a:ext cx="19934" cy="22722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6" name="rc3236"/>
            <p:cNvSpPr/>
            <p:nvPr/>
          </p:nvSpPr>
          <p:spPr>
            <a:xfrm>
              <a:off x="11692084" y="1800880"/>
              <a:ext cx="19934" cy="1834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7" name="rc3237"/>
            <p:cNvSpPr/>
            <p:nvPr/>
          </p:nvSpPr>
          <p:spPr>
            <a:xfrm>
              <a:off x="11714234" y="1401105"/>
              <a:ext cx="19934" cy="10497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8" name="rc3238"/>
            <p:cNvSpPr/>
            <p:nvPr/>
          </p:nvSpPr>
          <p:spPr>
            <a:xfrm>
              <a:off x="11736384" y="2350682"/>
              <a:ext cx="19934" cy="52680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9" name="rc3239"/>
            <p:cNvSpPr/>
            <p:nvPr/>
          </p:nvSpPr>
          <p:spPr>
            <a:xfrm>
              <a:off x="11758534" y="1525115"/>
              <a:ext cx="19934" cy="137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0" name="rc3240"/>
            <p:cNvSpPr/>
            <p:nvPr/>
          </p:nvSpPr>
          <p:spPr>
            <a:xfrm>
              <a:off x="11780683" y="2990351"/>
              <a:ext cx="19934" cy="41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1" name="rc3241"/>
            <p:cNvSpPr/>
            <p:nvPr/>
          </p:nvSpPr>
          <p:spPr>
            <a:xfrm>
              <a:off x="11802833" y="1819889"/>
              <a:ext cx="19934" cy="30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2" name="rc3242"/>
            <p:cNvSpPr/>
            <p:nvPr/>
          </p:nvSpPr>
          <p:spPr>
            <a:xfrm>
              <a:off x="11824983" y="1467524"/>
              <a:ext cx="19934" cy="5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3" name="rc3243"/>
            <p:cNvSpPr/>
            <p:nvPr/>
          </p:nvSpPr>
          <p:spPr>
            <a:xfrm>
              <a:off x="11847133" y="2310529"/>
              <a:ext cx="19934" cy="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4" name="rc3244"/>
            <p:cNvSpPr/>
            <p:nvPr/>
          </p:nvSpPr>
          <p:spPr>
            <a:xfrm>
              <a:off x="11869283" y="1397140"/>
              <a:ext cx="19934" cy="25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5" name="rc3245"/>
            <p:cNvSpPr/>
            <p:nvPr/>
          </p:nvSpPr>
          <p:spPr>
            <a:xfrm>
              <a:off x="11891433" y="1870435"/>
              <a:ext cx="19934" cy="6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6" name="rc3246"/>
            <p:cNvSpPr/>
            <p:nvPr/>
          </p:nvSpPr>
          <p:spPr>
            <a:xfrm>
              <a:off x="8967657" y="2279323"/>
              <a:ext cx="19934" cy="7122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7" name="rc3247"/>
            <p:cNvSpPr/>
            <p:nvPr/>
          </p:nvSpPr>
          <p:spPr>
            <a:xfrm>
              <a:off x="8989806" y="1472543"/>
              <a:ext cx="19934" cy="15190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8" name="rc3248"/>
            <p:cNvSpPr/>
            <p:nvPr/>
          </p:nvSpPr>
          <p:spPr>
            <a:xfrm>
              <a:off x="9011956" y="1569266"/>
              <a:ext cx="19934" cy="14223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9" name="rc3249"/>
            <p:cNvSpPr/>
            <p:nvPr/>
          </p:nvSpPr>
          <p:spPr>
            <a:xfrm>
              <a:off x="9034106" y="1441294"/>
              <a:ext cx="19934" cy="15503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0" name="rc3250"/>
            <p:cNvSpPr/>
            <p:nvPr/>
          </p:nvSpPr>
          <p:spPr>
            <a:xfrm>
              <a:off x="9056256" y="1399448"/>
              <a:ext cx="19934" cy="15921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1" name="rc3251"/>
            <p:cNvSpPr/>
            <p:nvPr/>
          </p:nvSpPr>
          <p:spPr>
            <a:xfrm>
              <a:off x="9078406" y="1781951"/>
              <a:ext cx="19934" cy="120966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2" name="rc3252"/>
            <p:cNvSpPr/>
            <p:nvPr/>
          </p:nvSpPr>
          <p:spPr>
            <a:xfrm>
              <a:off x="9100556" y="2976011"/>
              <a:ext cx="19934" cy="1560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3" name="rc3253"/>
            <p:cNvSpPr/>
            <p:nvPr/>
          </p:nvSpPr>
          <p:spPr>
            <a:xfrm>
              <a:off x="9122705" y="1394798"/>
              <a:ext cx="19934" cy="15968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4" name="rc3254"/>
            <p:cNvSpPr/>
            <p:nvPr/>
          </p:nvSpPr>
          <p:spPr>
            <a:xfrm>
              <a:off x="9144855" y="1394270"/>
              <a:ext cx="19934" cy="159734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5" name="rc3255"/>
            <p:cNvSpPr/>
            <p:nvPr/>
          </p:nvSpPr>
          <p:spPr>
            <a:xfrm>
              <a:off x="9167005" y="1812061"/>
              <a:ext cx="19934" cy="11795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6" name="rc3256"/>
            <p:cNvSpPr/>
            <p:nvPr/>
          </p:nvSpPr>
          <p:spPr>
            <a:xfrm>
              <a:off x="9189155" y="1401660"/>
              <a:ext cx="19934" cy="15899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7" name="rc3257"/>
            <p:cNvSpPr/>
            <p:nvPr/>
          </p:nvSpPr>
          <p:spPr>
            <a:xfrm>
              <a:off x="9211305" y="1773721"/>
              <a:ext cx="19934" cy="12178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8" name="rc3258"/>
            <p:cNvSpPr/>
            <p:nvPr/>
          </p:nvSpPr>
          <p:spPr>
            <a:xfrm>
              <a:off x="9233454" y="1398140"/>
              <a:ext cx="19934" cy="15934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9" name="rc3259"/>
            <p:cNvSpPr/>
            <p:nvPr/>
          </p:nvSpPr>
          <p:spPr>
            <a:xfrm>
              <a:off x="9255604" y="1395306"/>
              <a:ext cx="19934" cy="15963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0" name="rc3260"/>
            <p:cNvSpPr/>
            <p:nvPr/>
          </p:nvSpPr>
          <p:spPr>
            <a:xfrm>
              <a:off x="9277754" y="1401252"/>
              <a:ext cx="19934" cy="15903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1" name="rc3261"/>
            <p:cNvSpPr/>
            <p:nvPr/>
          </p:nvSpPr>
          <p:spPr>
            <a:xfrm>
              <a:off x="9299904" y="1440960"/>
              <a:ext cx="19934" cy="15506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2" name="rc3262"/>
            <p:cNvSpPr/>
            <p:nvPr/>
          </p:nvSpPr>
          <p:spPr>
            <a:xfrm>
              <a:off x="9322054" y="2361753"/>
              <a:ext cx="19934" cy="6298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3" name="rc3263"/>
            <p:cNvSpPr/>
            <p:nvPr/>
          </p:nvSpPr>
          <p:spPr>
            <a:xfrm>
              <a:off x="9344204" y="1439189"/>
              <a:ext cx="19934" cy="15524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4" name="rc3264"/>
            <p:cNvSpPr/>
            <p:nvPr/>
          </p:nvSpPr>
          <p:spPr>
            <a:xfrm>
              <a:off x="9366353" y="1394621"/>
              <a:ext cx="19934" cy="15969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5" name="rc3265"/>
            <p:cNvSpPr/>
            <p:nvPr/>
          </p:nvSpPr>
          <p:spPr>
            <a:xfrm>
              <a:off x="9388503" y="1538666"/>
              <a:ext cx="19934" cy="14529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6" name="rc3266"/>
            <p:cNvSpPr/>
            <p:nvPr/>
          </p:nvSpPr>
          <p:spPr>
            <a:xfrm>
              <a:off x="9410653" y="1501630"/>
              <a:ext cx="19934" cy="14899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7" name="rc3267"/>
            <p:cNvSpPr/>
            <p:nvPr/>
          </p:nvSpPr>
          <p:spPr>
            <a:xfrm>
              <a:off x="9432803" y="1798622"/>
              <a:ext cx="19934" cy="11929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8" name="rc3268"/>
            <p:cNvSpPr/>
            <p:nvPr/>
          </p:nvSpPr>
          <p:spPr>
            <a:xfrm>
              <a:off x="9454953" y="1548974"/>
              <a:ext cx="19934" cy="144263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9" name="rc3269"/>
            <p:cNvSpPr/>
            <p:nvPr/>
          </p:nvSpPr>
          <p:spPr>
            <a:xfrm>
              <a:off x="9477102" y="2006465"/>
              <a:ext cx="19934" cy="9851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0" name="rc3270"/>
            <p:cNvSpPr/>
            <p:nvPr/>
          </p:nvSpPr>
          <p:spPr>
            <a:xfrm>
              <a:off x="9499252" y="2947104"/>
              <a:ext cx="19934" cy="445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1" name="rc3271"/>
            <p:cNvSpPr/>
            <p:nvPr/>
          </p:nvSpPr>
          <p:spPr>
            <a:xfrm>
              <a:off x="9521402" y="1397100"/>
              <a:ext cx="19934" cy="159451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2" name="rc3272"/>
            <p:cNvSpPr/>
            <p:nvPr/>
          </p:nvSpPr>
          <p:spPr>
            <a:xfrm>
              <a:off x="9543552" y="1797921"/>
              <a:ext cx="19934" cy="11936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3" name="rc3273"/>
            <p:cNvSpPr/>
            <p:nvPr/>
          </p:nvSpPr>
          <p:spPr>
            <a:xfrm>
              <a:off x="9565702" y="1645344"/>
              <a:ext cx="19934" cy="13462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4" name="rc3274"/>
            <p:cNvSpPr/>
            <p:nvPr/>
          </p:nvSpPr>
          <p:spPr>
            <a:xfrm>
              <a:off x="9587852" y="2959061"/>
              <a:ext cx="19934" cy="3255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5" name="rc3275"/>
            <p:cNvSpPr/>
            <p:nvPr/>
          </p:nvSpPr>
          <p:spPr>
            <a:xfrm>
              <a:off x="9610001" y="1621157"/>
              <a:ext cx="19934" cy="137045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6" name="rc3276"/>
            <p:cNvSpPr/>
            <p:nvPr/>
          </p:nvSpPr>
          <p:spPr>
            <a:xfrm>
              <a:off x="9632151" y="1398646"/>
              <a:ext cx="19934" cy="15929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7" name="rc3277"/>
            <p:cNvSpPr/>
            <p:nvPr/>
          </p:nvSpPr>
          <p:spPr>
            <a:xfrm>
              <a:off x="9654301" y="1776357"/>
              <a:ext cx="19934" cy="121525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8" name="rc3278"/>
            <p:cNvSpPr/>
            <p:nvPr/>
          </p:nvSpPr>
          <p:spPr>
            <a:xfrm>
              <a:off x="9676451" y="1715536"/>
              <a:ext cx="19934" cy="127607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9" name="rc3279"/>
            <p:cNvSpPr/>
            <p:nvPr/>
          </p:nvSpPr>
          <p:spPr>
            <a:xfrm>
              <a:off x="9698601" y="1730422"/>
              <a:ext cx="19934" cy="126119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0" name="rc3280"/>
            <p:cNvSpPr/>
            <p:nvPr/>
          </p:nvSpPr>
          <p:spPr>
            <a:xfrm>
              <a:off x="9720750" y="1452222"/>
              <a:ext cx="19934" cy="15393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1" name="rc3281"/>
            <p:cNvSpPr/>
            <p:nvPr/>
          </p:nvSpPr>
          <p:spPr>
            <a:xfrm>
              <a:off x="9742900" y="2095077"/>
              <a:ext cx="19934" cy="89653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2" name="rc3282"/>
            <p:cNvSpPr/>
            <p:nvPr/>
          </p:nvSpPr>
          <p:spPr>
            <a:xfrm>
              <a:off x="9765050" y="1397848"/>
              <a:ext cx="19934" cy="159376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3" name="rc3283"/>
            <p:cNvSpPr/>
            <p:nvPr/>
          </p:nvSpPr>
          <p:spPr>
            <a:xfrm>
              <a:off x="9787200" y="1396622"/>
              <a:ext cx="19934" cy="15949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4" name="rc3284"/>
            <p:cNvSpPr/>
            <p:nvPr/>
          </p:nvSpPr>
          <p:spPr>
            <a:xfrm>
              <a:off x="9809350" y="1394341"/>
              <a:ext cx="19934" cy="15972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5" name="rc3285"/>
            <p:cNvSpPr/>
            <p:nvPr/>
          </p:nvSpPr>
          <p:spPr>
            <a:xfrm>
              <a:off x="9831500" y="2447066"/>
              <a:ext cx="19934" cy="54454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6" name="rc3286"/>
            <p:cNvSpPr/>
            <p:nvPr/>
          </p:nvSpPr>
          <p:spPr>
            <a:xfrm>
              <a:off x="9853649" y="2173697"/>
              <a:ext cx="19934" cy="81791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7" name="rc3287"/>
            <p:cNvSpPr/>
            <p:nvPr/>
          </p:nvSpPr>
          <p:spPr>
            <a:xfrm>
              <a:off x="9875799" y="2062943"/>
              <a:ext cx="19934" cy="9286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8" name="rc3288"/>
            <p:cNvSpPr/>
            <p:nvPr/>
          </p:nvSpPr>
          <p:spPr>
            <a:xfrm>
              <a:off x="9897949" y="1848421"/>
              <a:ext cx="19934" cy="114319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9" name="rc3289"/>
            <p:cNvSpPr/>
            <p:nvPr/>
          </p:nvSpPr>
          <p:spPr>
            <a:xfrm>
              <a:off x="9920099" y="1538279"/>
              <a:ext cx="19934" cy="14533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0" name="rc3290"/>
            <p:cNvSpPr/>
            <p:nvPr/>
          </p:nvSpPr>
          <p:spPr>
            <a:xfrm>
              <a:off x="9942249" y="1417470"/>
              <a:ext cx="19934" cy="157414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1" name="rc3291"/>
            <p:cNvSpPr/>
            <p:nvPr/>
          </p:nvSpPr>
          <p:spPr>
            <a:xfrm>
              <a:off x="9964398" y="1723158"/>
              <a:ext cx="19934" cy="12684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2" name="rc3292"/>
            <p:cNvSpPr/>
            <p:nvPr/>
          </p:nvSpPr>
          <p:spPr>
            <a:xfrm>
              <a:off x="9986548" y="1962881"/>
              <a:ext cx="19934" cy="10287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3" name="rc3293"/>
            <p:cNvSpPr/>
            <p:nvPr/>
          </p:nvSpPr>
          <p:spPr>
            <a:xfrm>
              <a:off x="10008698" y="2189287"/>
              <a:ext cx="19934" cy="80232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4" name="rc3294"/>
            <p:cNvSpPr/>
            <p:nvPr/>
          </p:nvSpPr>
          <p:spPr>
            <a:xfrm>
              <a:off x="10030848" y="1690556"/>
              <a:ext cx="19934" cy="130105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5" name="rc3295"/>
            <p:cNvSpPr/>
            <p:nvPr/>
          </p:nvSpPr>
          <p:spPr>
            <a:xfrm>
              <a:off x="10052998" y="1765877"/>
              <a:ext cx="19934" cy="122573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6" name="rc3296"/>
            <p:cNvSpPr/>
            <p:nvPr/>
          </p:nvSpPr>
          <p:spPr>
            <a:xfrm>
              <a:off x="10075148" y="1394608"/>
              <a:ext cx="19934" cy="159700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7" name="rc3297"/>
            <p:cNvSpPr/>
            <p:nvPr/>
          </p:nvSpPr>
          <p:spPr>
            <a:xfrm>
              <a:off x="10097297" y="1825223"/>
              <a:ext cx="19934" cy="11663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8" name="rc3298"/>
            <p:cNvSpPr/>
            <p:nvPr/>
          </p:nvSpPr>
          <p:spPr>
            <a:xfrm>
              <a:off x="10119447" y="1396025"/>
              <a:ext cx="19934" cy="15955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9" name="rc3299"/>
            <p:cNvSpPr/>
            <p:nvPr/>
          </p:nvSpPr>
          <p:spPr>
            <a:xfrm>
              <a:off x="10141597" y="1556821"/>
              <a:ext cx="19934" cy="14347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0" name="rc3300"/>
            <p:cNvSpPr/>
            <p:nvPr/>
          </p:nvSpPr>
          <p:spPr>
            <a:xfrm>
              <a:off x="10163747" y="2257349"/>
              <a:ext cx="19934" cy="73426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1" name="rc3301"/>
            <p:cNvSpPr/>
            <p:nvPr/>
          </p:nvSpPr>
          <p:spPr>
            <a:xfrm>
              <a:off x="10185897" y="1587562"/>
              <a:ext cx="19934" cy="140405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2" name="rc3302"/>
            <p:cNvSpPr/>
            <p:nvPr/>
          </p:nvSpPr>
          <p:spPr>
            <a:xfrm>
              <a:off x="10208046" y="2986032"/>
              <a:ext cx="19934" cy="558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3" name="rc3303"/>
            <p:cNvSpPr/>
            <p:nvPr/>
          </p:nvSpPr>
          <p:spPr>
            <a:xfrm>
              <a:off x="10230196" y="1951214"/>
              <a:ext cx="19934" cy="10403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4" name="rc3304"/>
            <p:cNvSpPr/>
            <p:nvPr/>
          </p:nvSpPr>
          <p:spPr>
            <a:xfrm>
              <a:off x="10252346" y="1719752"/>
              <a:ext cx="19934" cy="127186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5" name="rc3305"/>
            <p:cNvSpPr/>
            <p:nvPr/>
          </p:nvSpPr>
          <p:spPr>
            <a:xfrm>
              <a:off x="10274496" y="2971795"/>
              <a:ext cx="19934" cy="198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6" name="rc3306"/>
            <p:cNvSpPr/>
            <p:nvPr/>
          </p:nvSpPr>
          <p:spPr>
            <a:xfrm>
              <a:off x="10296646" y="2148879"/>
              <a:ext cx="19934" cy="84273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7" name="rc3307"/>
            <p:cNvSpPr/>
            <p:nvPr/>
          </p:nvSpPr>
          <p:spPr>
            <a:xfrm>
              <a:off x="10318796" y="1665705"/>
              <a:ext cx="19934" cy="132590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8" name="rc3308"/>
            <p:cNvSpPr/>
            <p:nvPr/>
          </p:nvSpPr>
          <p:spPr>
            <a:xfrm>
              <a:off x="10340945" y="1733338"/>
              <a:ext cx="19934" cy="12582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9" name="rc3309"/>
            <p:cNvSpPr/>
            <p:nvPr/>
          </p:nvSpPr>
          <p:spPr>
            <a:xfrm>
              <a:off x="10363095" y="1766142"/>
              <a:ext cx="19934" cy="12254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0" name="rc3310"/>
            <p:cNvSpPr/>
            <p:nvPr/>
          </p:nvSpPr>
          <p:spPr>
            <a:xfrm>
              <a:off x="10385245" y="2518488"/>
              <a:ext cx="19934" cy="4731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1" name="rc3311"/>
            <p:cNvSpPr/>
            <p:nvPr/>
          </p:nvSpPr>
          <p:spPr>
            <a:xfrm>
              <a:off x="10407395" y="2979531"/>
              <a:ext cx="19934" cy="120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2" name="rc3312"/>
            <p:cNvSpPr/>
            <p:nvPr/>
          </p:nvSpPr>
          <p:spPr>
            <a:xfrm>
              <a:off x="10429545" y="1841521"/>
              <a:ext cx="19934" cy="11500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3" name="rc3313"/>
            <p:cNvSpPr/>
            <p:nvPr/>
          </p:nvSpPr>
          <p:spPr>
            <a:xfrm>
              <a:off x="10451694" y="1809204"/>
              <a:ext cx="19934" cy="11824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4" name="rc3314"/>
            <p:cNvSpPr/>
            <p:nvPr/>
          </p:nvSpPr>
          <p:spPr>
            <a:xfrm>
              <a:off x="10473844" y="1540137"/>
              <a:ext cx="19934" cy="145147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5" name="rc3315"/>
            <p:cNvSpPr/>
            <p:nvPr/>
          </p:nvSpPr>
          <p:spPr>
            <a:xfrm>
              <a:off x="10495994" y="2912218"/>
              <a:ext cx="19934" cy="7939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6" name="rc3316"/>
            <p:cNvSpPr/>
            <p:nvPr/>
          </p:nvSpPr>
          <p:spPr>
            <a:xfrm>
              <a:off x="10518144" y="2683092"/>
              <a:ext cx="19934" cy="3085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7" name="rc3317"/>
            <p:cNvSpPr/>
            <p:nvPr/>
          </p:nvSpPr>
          <p:spPr>
            <a:xfrm>
              <a:off x="10540294" y="2947141"/>
              <a:ext cx="19934" cy="444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8" name="rc3318"/>
            <p:cNvSpPr/>
            <p:nvPr/>
          </p:nvSpPr>
          <p:spPr>
            <a:xfrm>
              <a:off x="10562444" y="1506363"/>
              <a:ext cx="19934" cy="148525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9" name="rc3319"/>
            <p:cNvSpPr/>
            <p:nvPr/>
          </p:nvSpPr>
          <p:spPr>
            <a:xfrm>
              <a:off x="10584593" y="1432240"/>
              <a:ext cx="19934" cy="155937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0" name="rc3320"/>
            <p:cNvSpPr/>
            <p:nvPr/>
          </p:nvSpPr>
          <p:spPr>
            <a:xfrm>
              <a:off x="10606743" y="1789552"/>
              <a:ext cx="19934" cy="120206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1" name="rc3321"/>
            <p:cNvSpPr/>
            <p:nvPr/>
          </p:nvSpPr>
          <p:spPr>
            <a:xfrm>
              <a:off x="10628893" y="1602380"/>
              <a:ext cx="19934" cy="138923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2" name="rc3322"/>
            <p:cNvSpPr/>
            <p:nvPr/>
          </p:nvSpPr>
          <p:spPr>
            <a:xfrm>
              <a:off x="10651043" y="1594595"/>
              <a:ext cx="19934" cy="139701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3" name="rc3323"/>
            <p:cNvSpPr/>
            <p:nvPr/>
          </p:nvSpPr>
          <p:spPr>
            <a:xfrm>
              <a:off x="10673193" y="1393528"/>
              <a:ext cx="19934" cy="159808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4" name="rc3324"/>
            <p:cNvSpPr/>
            <p:nvPr/>
          </p:nvSpPr>
          <p:spPr>
            <a:xfrm>
              <a:off x="10695342" y="1395524"/>
              <a:ext cx="19934" cy="15960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5" name="rc3325"/>
            <p:cNvSpPr/>
            <p:nvPr/>
          </p:nvSpPr>
          <p:spPr>
            <a:xfrm>
              <a:off x="10717492" y="1467316"/>
              <a:ext cx="19934" cy="15242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6" name="rc3326"/>
            <p:cNvSpPr/>
            <p:nvPr/>
          </p:nvSpPr>
          <p:spPr>
            <a:xfrm>
              <a:off x="10739642" y="1644040"/>
              <a:ext cx="19934" cy="134757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7" name="rc3327"/>
            <p:cNvSpPr/>
            <p:nvPr/>
          </p:nvSpPr>
          <p:spPr>
            <a:xfrm>
              <a:off x="10761792" y="1717509"/>
              <a:ext cx="19934" cy="127410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8" name="rc3328"/>
            <p:cNvSpPr/>
            <p:nvPr/>
          </p:nvSpPr>
          <p:spPr>
            <a:xfrm>
              <a:off x="10783942" y="1479244"/>
              <a:ext cx="19934" cy="151236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9" name="rc3329"/>
            <p:cNvSpPr/>
            <p:nvPr/>
          </p:nvSpPr>
          <p:spPr>
            <a:xfrm>
              <a:off x="10806092" y="1399338"/>
              <a:ext cx="19934" cy="15922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0" name="rc3330"/>
            <p:cNvSpPr/>
            <p:nvPr/>
          </p:nvSpPr>
          <p:spPr>
            <a:xfrm>
              <a:off x="10828241" y="1397537"/>
              <a:ext cx="19934" cy="15940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1" name="rc3331"/>
            <p:cNvSpPr/>
            <p:nvPr/>
          </p:nvSpPr>
          <p:spPr>
            <a:xfrm>
              <a:off x="10850391" y="1563959"/>
              <a:ext cx="19934" cy="142765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2" name="rc3332"/>
            <p:cNvSpPr/>
            <p:nvPr/>
          </p:nvSpPr>
          <p:spPr>
            <a:xfrm>
              <a:off x="10872541" y="1401989"/>
              <a:ext cx="19934" cy="158962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3" name="rc3333"/>
            <p:cNvSpPr/>
            <p:nvPr/>
          </p:nvSpPr>
          <p:spPr>
            <a:xfrm>
              <a:off x="10894691" y="2262041"/>
              <a:ext cx="19934" cy="72957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4" name="rc3334"/>
            <p:cNvSpPr/>
            <p:nvPr/>
          </p:nvSpPr>
          <p:spPr>
            <a:xfrm>
              <a:off x="10916841" y="2352476"/>
              <a:ext cx="19934" cy="63913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5" name="rc3335"/>
            <p:cNvSpPr/>
            <p:nvPr/>
          </p:nvSpPr>
          <p:spPr>
            <a:xfrm>
              <a:off x="10938990" y="1403024"/>
              <a:ext cx="19934" cy="158858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6" name="rc3336"/>
            <p:cNvSpPr/>
            <p:nvPr/>
          </p:nvSpPr>
          <p:spPr>
            <a:xfrm>
              <a:off x="10961140" y="1563253"/>
              <a:ext cx="19934" cy="14283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7" name="rc3337"/>
            <p:cNvSpPr/>
            <p:nvPr/>
          </p:nvSpPr>
          <p:spPr>
            <a:xfrm>
              <a:off x="10983290" y="2015246"/>
              <a:ext cx="19934" cy="9763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8" name="rc3338"/>
            <p:cNvSpPr/>
            <p:nvPr/>
          </p:nvSpPr>
          <p:spPr>
            <a:xfrm>
              <a:off x="11005440" y="1397115"/>
              <a:ext cx="19934" cy="15944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9" name="rc3339"/>
            <p:cNvSpPr/>
            <p:nvPr/>
          </p:nvSpPr>
          <p:spPr>
            <a:xfrm>
              <a:off x="11027590" y="1395594"/>
              <a:ext cx="19934" cy="15960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0" name="rc3340"/>
            <p:cNvSpPr/>
            <p:nvPr/>
          </p:nvSpPr>
          <p:spPr>
            <a:xfrm>
              <a:off x="11049740" y="2290631"/>
              <a:ext cx="19934" cy="70098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1" name="rc3341"/>
            <p:cNvSpPr/>
            <p:nvPr/>
          </p:nvSpPr>
          <p:spPr>
            <a:xfrm>
              <a:off x="11071889" y="1686726"/>
              <a:ext cx="19934" cy="13048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2" name="rc3342"/>
            <p:cNvSpPr/>
            <p:nvPr/>
          </p:nvSpPr>
          <p:spPr>
            <a:xfrm>
              <a:off x="11094039" y="1432231"/>
              <a:ext cx="19934" cy="155938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3" name="rc3343"/>
            <p:cNvSpPr/>
            <p:nvPr/>
          </p:nvSpPr>
          <p:spPr>
            <a:xfrm>
              <a:off x="11116189" y="1586253"/>
              <a:ext cx="19934" cy="140535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4" name="rc3344"/>
            <p:cNvSpPr/>
            <p:nvPr/>
          </p:nvSpPr>
          <p:spPr>
            <a:xfrm>
              <a:off x="11138339" y="1962146"/>
              <a:ext cx="19934" cy="102946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5" name="rc3345"/>
            <p:cNvSpPr/>
            <p:nvPr/>
          </p:nvSpPr>
          <p:spPr>
            <a:xfrm>
              <a:off x="11160489" y="1831283"/>
              <a:ext cx="19934" cy="11603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6" name="rc3346"/>
            <p:cNvSpPr/>
            <p:nvPr/>
          </p:nvSpPr>
          <p:spPr>
            <a:xfrm>
              <a:off x="11182638" y="1861496"/>
              <a:ext cx="19934" cy="11301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7" name="rc3347"/>
            <p:cNvSpPr/>
            <p:nvPr/>
          </p:nvSpPr>
          <p:spPr>
            <a:xfrm>
              <a:off x="11204788" y="1411696"/>
              <a:ext cx="19934" cy="157991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8" name="rc3348"/>
            <p:cNvSpPr/>
            <p:nvPr/>
          </p:nvSpPr>
          <p:spPr>
            <a:xfrm>
              <a:off x="11226938" y="2118235"/>
              <a:ext cx="19934" cy="87337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9" name="rc3349"/>
            <p:cNvSpPr/>
            <p:nvPr/>
          </p:nvSpPr>
          <p:spPr>
            <a:xfrm>
              <a:off x="11249088" y="2109455"/>
              <a:ext cx="19934" cy="88215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0" name="rc3350"/>
            <p:cNvSpPr/>
            <p:nvPr/>
          </p:nvSpPr>
          <p:spPr>
            <a:xfrm>
              <a:off x="11271238" y="1906679"/>
              <a:ext cx="19934" cy="108493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1" name="rc3351"/>
            <p:cNvSpPr/>
            <p:nvPr/>
          </p:nvSpPr>
          <p:spPr>
            <a:xfrm>
              <a:off x="11293387" y="1401075"/>
              <a:ext cx="19934" cy="159053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2" name="rc3352"/>
            <p:cNvSpPr/>
            <p:nvPr/>
          </p:nvSpPr>
          <p:spPr>
            <a:xfrm>
              <a:off x="11315537" y="1446921"/>
              <a:ext cx="19934" cy="154469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3" name="rc3353"/>
            <p:cNvSpPr/>
            <p:nvPr/>
          </p:nvSpPr>
          <p:spPr>
            <a:xfrm>
              <a:off x="11337687" y="1610816"/>
              <a:ext cx="19934" cy="138079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4" name="rc3354"/>
            <p:cNvSpPr/>
            <p:nvPr/>
          </p:nvSpPr>
          <p:spPr>
            <a:xfrm>
              <a:off x="11359837" y="1708004"/>
              <a:ext cx="19934" cy="128360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5" name="rc3355"/>
            <p:cNvSpPr/>
            <p:nvPr/>
          </p:nvSpPr>
          <p:spPr>
            <a:xfrm>
              <a:off x="11381987" y="2343123"/>
              <a:ext cx="19934" cy="64848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6" name="rc3356"/>
            <p:cNvSpPr/>
            <p:nvPr/>
          </p:nvSpPr>
          <p:spPr>
            <a:xfrm>
              <a:off x="11404137" y="2559581"/>
              <a:ext cx="19934" cy="43203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7" name="rc3357"/>
            <p:cNvSpPr/>
            <p:nvPr/>
          </p:nvSpPr>
          <p:spPr>
            <a:xfrm>
              <a:off x="11426286" y="1407442"/>
              <a:ext cx="19934" cy="158417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8" name="rc3358"/>
            <p:cNvSpPr/>
            <p:nvPr/>
          </p:nvSpPr>
          <p:spPr>
            <a:xfrm>
              <a:off x="11448436" y="1799865"/>
              <a:ext cx="19934" cy="119174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9" name="rc3359"/>
            <p:cNvSpPr/>
            <p:nvPr/>
          </p:nvSpPr>
          <p:spPr>
            <a:xfrm>
              <a:off x="11470586" y="2209949"/>
              <a:ext cx="19934" cy="78166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0" name="rc3360"/>
            <p:cNvSpPr/>
            <p:nvPr/>
          </p:nvSpPr>
          <p:spPr>
            <a:xfrm>
              <a:off x="11492736" y="1883833"/>
              <a:ext cx="19934" cy="110777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1" name="rc3361"/>
            <p:cNvSpPr/>
            <p:nvPr/>
          </p:nvSpPr>
          <p:spPr>
            <a:xfrm>
              <a:off x="11514886" y="2655439"/>
              <a:ext cx="19934" cy="33617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2" name="rc3362"/>
            <p:cNvSpPr/>
            <p:nvPr/>
          </p:nvSpPr>
          <p:spPr>
            <a:xfrm>
              <a:off x="11537035" y="1414615"/>
              <a:ext cx="19934" cy="157699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3" name="rc3363"/>
            <p:cNvSpPr/>
            <p:nvPr/>
          </p:nvSpPr>
          <p:spPr>
            <a:xfrm>
              <a:off x="11559185" y="1400438"/>
              <a:ext cx="19934" cy="159117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4" name="rc3364"/>
            <p:cNvSpPr/>
            <p:nvPr/>
          </p:nvSpPr>
          <p:spPr>
            <a:xfrm>
              <a:off x="11581335" y="1656482"/>
              <a:ext cx="19934" cy="133513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5" name="rc3365"/>
            <p:cNvSpPr/>
            <p:nvPr/>
          </p:nvSpPr>
          <p:spPr>
            <a:xfrm>
              <a:off x="11603485" y="2838115"/>
              <a:ext cx="19934" cy="1534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6" name="rc3366"/>
            <p:cNvSpPr/>
            <p:nvPr/>
          </p:nvSpPr>
          <p:spPr>
            <a:xfrm>
              <a:off x="11625635" y="2889946"/>
              <a:ext cx="19934" cy="10166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7" name="rc3367"/>
            <p:cNvSpPr/>
            <p:nvPr/>
          </p:nvSpPr>
          <p:spPr>
            <a:xfrm>
              <a:off x="11647785" y="1414893"/>
              <a:ext cx="19934" cy="157671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8" name="rc3368"/>
            <p:cNvSpPr/>
            <p:nvPr/>
          </p:nvSpPr>
          <p:spPr>
            <a:xfrm>
              <a:off x="11669934" y="2313605"/>
              <a:ext cx="19934" cy="678008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9" name="rc3369"/>
            <p:cNvSpPr/>
            <p:nvPr/>
          </p:nvSpPr>
          <p:spPr>
            <a:xfrm>
              <a:off x="11692084" y="1984293"/>
              <a:ext cx="19934" cy="10073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0" name="rc3370"/>
            <p:cNvSpPr/>
            <p:nvPr/>
          </p:nvSpPr>
          <p:spPr>
            <a:xfrm>
              <a:off x="11714234" y="2450810"/>
              <a:ext cx="19934" cy="540802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1" name="rc3371"/>
            <p:cNvSpPr/>
            <p:nvPr/>
          </p:nvSpPr>
          <p:spPr>
            <a:xfrm>
              <a:off x="11736384" y="2877488"/>
              <a:ext cx="19934" cy="114125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2" name="rc3372"/>
            <p:cNvSpPr/>
            <p:nvPr/>
          </p:nvSpPr>
          <p:spPr>
            <a:xfrm>
              <a:off x="11758534" y="1526489"/>
              <a:ext cx="19934" cy="1465123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3" name="rc3373"/>
            <p:cNvSpPr/>
            <p:nvPr/>
          </p:nvSpPr>
          <p:spPr>
            <a:xfrm>
              <a:off x="11780683" y="2990764"/>
              <a:ext cx="19934" cy="849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4" name="rc3374"/>
            <p:cNvSpPr/>
            <p:nvPr/>
          </p:nvSpPr>
          <p:spPr>
            <a:xfrm>
              <a:off x="11802833" y="1820193"/>
              <a:ext cx="19934" cy="1171420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5" name="rc3375"/>
            <p:cNvSpPr/>
            <p:nvPr/>
          </p:nvSpPr>
          <p:spPr>
            <a:xfrm>
              <a:off x="11824983" y="1468058"/>
              <a:ext cx="19934" cy="152355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6" name="rc3376"/>
            <p:cNvSpPr/>
            <p:nvPr/>
          </p:nvSpPr>
          <p:spPr>
            <a:xfrm>
              <a:off x="11847133" y="2310529"/>
              <a:ext cx="19934" cy="681084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7" name="rc3377"/>
            <p:cNvSpPr/>
            <p:nvPr/>
          </p:nvSpPr>
          <p:spPr>
            <a:xfrm>
              <a:off x="11869283" y="1397391"/>
              <a:ext cx="19934" cy="1594221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8" name="rc3378"/>
            <p:cNvSpPr/>
            <p:nvPr/>
          </p:nvSpPr>
          <p:spPr>
            <a:xfrm>
              <a:off x="11891433" y="1871126"/>
              <a:ext cx="19934" cy="1120486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9" name="rc3379"/>
            <p:cNvSpPr/>
            <p:nvPr/>
          </p:nvSpPr>
          <p:spPr>
            <a:xfrm>
              <a:off x="2431476" y="1284891"/>
              <a:ext cx="890422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0" name="tx3380"/>
            <p:cNvSpPr/>
            <p:nvPr/>
          </p:nvSpPr>
          <p:spPr>
            <a:xfrm>
              <a:off x="2804175" y="1296847"/>
              <a:ext cx="145023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3381" name="rc3381"/>
            <p:cNvSpPr/>
            <p:nvPr/>
          </p:nvSpPr>
          <p:spPr>
            <a:xfrm>
              <a:off x="3372508" y="1284891"/>
              <a:ext cx="2396610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2" name="tx3382"/>
            <p:cNvSpPr/>
            <p:nvPr/>
          </p:nvSpPr>
          <p:spPr>
            <a:xfrm>
              <a:off x="4464697" y="1296847"/>
              <a:ext cx="21223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3383" name="rc3383"/>
            <p:cNvSpPr/>
            <p:nvPr/>
          </p:nvSpPr>
          <p:spPr>
            <a:xfrm>
              <a:off x="5819729" y="1284891"/>
              <a:ext cx="1577066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4" name="tx3384"/>
            <p:cNvSpPr/>
            <p:nvPr/>
          </p:nvSpPr>
          <p:spPr>
            <a:xfrm>
              <a:off x="6493002" y="1296847"/>
              <a:ext cx="23052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3385" name="rc3385"/>
            <p:cNvSpPr/>
            <p:nvPr/>
          </p:nvSpPr>
          <p:spPr>
            <a:xfrm>
              <a:off x="7447406" y="1284891"/>
              <a:ext cx="1466317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6" name="tx3386"/>
            <p:cNvSpPr/>
            <p:nvPr/>
          </p:nvSpPr>
          <p:spPr>
            <a:xfrm>
              <a:off x="8106727" y="1296847"/>
              <a:ext cx="14767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3387" name="rc3387"/>
            <p:cNvSpPr/>
            <p:nvPr/>
          </p:nvSpPr>
          <p:spPr>
            <a:xfrm>
              <a:off x="8964334" y="1284891"/>
              <a:ext cx="2950355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8" name="tx3388"/>
            <p:cNvSpPr/>
            <p:nvPr/>
          </p:nvSpPr>
          <p:spPr>
            <a:xfrm>
              <a:off x="10296637" y="1296847"/>
              <a:ext cx="28575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3389" name="pl3389"/>
            <p:cNvSpPr/>
            <p:nvPr/>
          </p:nvSpPr>
          <p:spPr>
            <a:xfrm>
              <a:off x="2431476" y="2991773"/>
              <a:ext cx="890422" cy="0"/>
            </a:xfrm>
            <a:custGeom>
              <a:avLst/>
              <a:pathLst>
                <a:path w="890422" h="0">
                  <a:moveTo>
                    <a:pt x="0" y="0"/>
                  </a:moveTo>
                  <a:lnTo>
                    <a:pt x="89042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24447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24669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24890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25112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25333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25555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25776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25998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26219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26441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26662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26884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27105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27327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27548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27770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27991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28213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28434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28656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28877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29099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29320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29542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29763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29985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30206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30428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30649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30871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31092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31314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31535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31757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31978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32200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32421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32643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32864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33086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tx3430"/>
            <p:cNvSpPr/>
            <p:nvPr/>
          </p:nvSpPr>
          <p:spPr>
            <a:xfrm>
              <a:off x="224240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DLN031</a:t>
              </a:r>
            </a:p>
          </p:txBody>
        </p:sp>
        <p:sp>
          <p:nvSpPr>
            <p:cNvPr id="3431" name="tx3431"/>
            <p:cNvSpPr/>
            <p:nvPr/>
          </p:nvSpPr>
          <p:spPr>
            <a:xfrm>
              <a:off x="2208003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DLN031_a</a:t>
              </a:r>
            </a:p>
          </p:txBody>
        </p:sp>
        <p:sp>
          <p:nvSpPr>
            <p:cNvPr id="3432" name="tx3432"/>
            <p:cNvSpPr/>
            <p:nvPr/>
          </p:nvSpPr>
          <p:spPr>
            <a:xfrm>
              <a:off x="222896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DLN055_1</a:t>
              </a:r>
            </a:p>
          </p:txBody>
        </p:sp>
        <p:sp>
          <p:nvSpPr>
            <p:cNvPr id="3433" name="tx3433"/>
            <p:cNvSpPr/>
            <p:nvPr/>
          </p:nvSpPr>
          <p:spPr>
            <a:xfrm>
              <a:off x="22511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DLN055_2</a:t>
              </a:r>
            </a:p>
          </p:txBody>
        </p:sp>
        <p:sp>
          <p:nvSpPr>
            <p:cNvPr id="3434" name="tx3434"/>
            <p:cNvSpPr/>
            <p:nvPr/>
          </p:nvSpPr>
          <p:spPr>
            <a:xfrm>
              <a:off x="2331008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DLN057</a:t>
              </a:r>
            </a:p>
          </p:txBody>
        </p:sp>
        <p:sp>
          <p:nvSpPr>
            <p:cNvPr id="3435" name="tx3435"/>
            <p:cNvSpPr/>
            <p:nvPr/>
          </p:nvSpPr>
          <p:spPr>
            <a:xfrm>
              <a:off x="229541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DLN060_1</a:t>
              </a:r>
            </a:p>
          </p:txBody>
        </p:sp>
        <p:sp>
          <p:nvSpPr>
            <p:cNvPr id="3436" name="tx3436"/>
            <p:cNvSpPr/>
            <p:nvPr/>
          </p:nvSpPr>
          <p:spPr>
            <a:xfrm>
              <a:off x="23175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DLN060_2</a:t>
              </a:r>
            </a:p>
          </p:txBody>
        </p:sp>
        <p:sp>
          <p:nvSpPr>
            <p:cNvPr id="3437" name="tx3437"/>
            <p:cNvSpPr/>
            <p:nvPr/>
          </p:nvSpPr>
          <p:spPr>
            <a:xfrm>
              <a:off x="239745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DLN061</a:t>
              </a:r>
            </a:p>
          </p:txBody>
        </p:sp>
        <p:sp>
          <p:nvSpPr>
            <p:cNvPr id="3438" name="tx3438"/>
            <p:cNvSpPr/>
            <p:nvPr/>
          </p:nvSpPr>
          <p:spPr>
            <a:xfrm>
              <a:off x="241960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DLN063</a:t>
              </a:r>
            </a:p>
          </p:txBody>
        </p:sp>
        <p:sp>
          <p:nvSpPr>
            <p:cNvPr id="3439" name="tx3439"/>
            <p:cNvSpPr/>
            <p:nvPr/>
          </p:nvSpPr>
          <p:spPr>
            <a:xfrm>
              <a:off x="244175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DLN064</a:t>
              </a:r>
            </a:p>
          </p:txBody>
        </p:sp>
        <p:sp>
          <p:nvSpPr>
            <p:cNvPr id="3440" name="tx3440"/>
            <p:cNvSpPr/>
            <p:nvPr/>
          </p:nvSpPr>
          <p:spPr>
            <a:xfrm>
              <a:off x="24061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DLN065_1</a:t>
              </a:r>
            </a:p>
          </p:txBody>
        </p:sp>
        <p:sp>
          <p:nvSpPr>
            <p:cNvPr id="3441" name="tx3441"/>
            <p:cNvSpPr/>
            <p:nvPr/>
          </p:nvSpPr>
          <p:spPr>
            <a:xfrm>
              <a:off x="242831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DLN065_2</a:t>
              </a:r>
            </a:p>
          </p:txBody>
        </p:sp>
        <p:sp>
          <p:nvSpPr>
            <p:cNvPr id="3442" name="tx3442"/>
            <p:cNvSpPr/>
            <p:nvPr/>
          </p:nvSpPr>
          <p:spPr>
            <a:xfrm>
              <a:off x="245046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DLN066_1</a:t>
              </a:r>
            </a:p>
          </p:txBody>
        </p:sp>
        <p:sp>
          <p:nvSpPr>
            <p:cNvPr id="3443" name="tx3443"/>
            <p:cNvSpPr/>
            <p:nvPr/>
          </p:nvSpPr>
          <p:spPr>
            <a:xfrm>
              <a:off x="247261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DLN066_2</a:t>
              </a:r>
            </a:p>
          </p:txBody>
        </p:sp>
        <p:sp>
          <p:nvSpPr>
            <p:cNvPr id="3444" name="tx3444"/>
            <p:cNvSpPr/>
            <p:nvPr/>
          </p:nvSpPr>
          <p:spPr>
            <a:xfrm>
              <a:off x="25525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DLN068</a:t>
              </a:r>
            </a:p>
          </p:txBody>
        </p:sp>
        <p:sp>
          <p:nvSpPr>
            <p:cNvPr id="3445" name="tx3445"/>
            <p:cNvSpPr/>
            <p:nvPr/>
          </p:nvSpPr>
          <p:spPr>
            <a:xfrm>
              <a:off x="257465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DLN069</a:t>
              </a:r>
            </a:p>
          </p:txBody>
        </p:sp>
        <p:sp>
          <p:nvSpPr>
            <p:cNvPr id="3446" name="tx3446"/>
            <p:cNvSpPr/>
            <p:nvPr/>
          </p:nvSpPr>
          <p:spPr>
            <a:xfrm>
              <a:off x="25968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DLN072</a:t>
              </a:r>
            </a:p>
          </p:txBody>
        </p:sp>
        <p:sp>
          <p:nvSpPr>
            <p:cNvPr id="3447" name="tx3447"/>
            <p:cNvSpPr/>
            <p:nvPr/>
          </p:nvSpPr>
          <p:spPr>
            <a:xfrm>
              <a:off x="261895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DLN073</a:t>
              </a:r>
            </a:p>
          </p:txBody>
        </p:sp>
        <p:sp>
          <p:nvSpPr>
            <p:cNvPr id="3448" name="tx3448"/>
            <p:cNvSpPr/>
            <p:nvPr/>
          </p:nvSpPr>
          <p:spPr>
            <a:xfrm>
              <a:off x="264110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DLN135</a:t>
              </a:r>
            </a:p>
          </p:txBody>
        </p:sp>
        <p:sp>
          <p:nvSpPr>
            <p:cNvPr id="3449" name="tx3449"/>
            <p:cNvSpPr/>
            <p:nvPr/>
          </p:nvSpPr>
          <p:spPr>
            <a:xfrm>
              <a:off x="260551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DLN197_1</a:t>
              </a:r>
            </a:p>
          </p:txBody>
        </p:sp>
        <p:sp>
          <p:nvSpPr>
            <p:cNvPr id="3450" name="tx3450"/>
            <p:cNvSpPr/>
            <p:nvPr/>
          </p:nvSpPr>
          <p:spPr>
            <a:xfrm>
              <a:off x="262766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DLN197_2</a:t>
              </a:r>
            </a:p>
          </p:txBody>
        </p:sp>
        <p:sp>
          <p:nvSpPr>
            <p:cNvPr id="3451" name="tx3451"/>
            <p:cNvSpPr/>
            <p:nvPr/>
          </p:nvSpPr>
          <p:spPr>
            <a:xfrm>
              <a:off x="270755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DLN218</a:t>
              </a:r>
            </a:p>
          </p:txBody>
        </p:sp>
        <p:sp>
          <p:nvSpPr>
            <p:cNvPr id="3452" name="tx3452"/>
            <p:cNvSpPr/>
            <p:nvPr/>
          </p:nvSpPr>
          <p:spPr>
            <a:xfrm>
              <a:off x="260374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WMT_SWP51</a:t>
              </a:r>
            </a:p>
          </p:txBody>
        </p:sp>
        <p:sp>
          <p:nvSpPr>
            <p:cNvPr id="3453" name="tx3453"/>
            <p:cNvSpPr/>
            <p:nvPr/>
          </p:nvSpPr>
          <p:spPr>
            <a:xfrm>
              <a:off x="262589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WMT_SWP52</a:t>
              </a:r>
            </a:p>
          </p:txBody>
        </p:sp>
        <p:sp>
          <p:nvSpPr>
            <p:cNvPr id="3454" name="tx3454"/>
            <p:cNvSpPr/>
            <p:nvPr/>
          </p:nvSpPr>
          <p:spPr>
            <a:xfrm>
              <a:off x="264804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WMT_SWP53</a:t>
              </a:r>
            </a:p>
          </p:txBody>
        </p:sp>
        <p:sp>
          <p:nvSpPr>
            <p:cNvPr id="3455" name="tx3455"/>
            <p:cNvSpPr/>
            <p:nvPr/>
          </p:nvSpPr>
          <p:spPr>
            <a:xfrm>
              <a:off x="267019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WMT_SWP54</a:t>
              </a:r>
            </a:p>
          </p:txBody>
        </p:sp>
        <p:sp>
          <p:nvSpPr>
            <p:cNvPr id="3456" name="tx3456"/>
            <p:cNvSpPr/>
            <p:nvPr/>
          </p:nvSpPr>
          <p:spPr>
            <a:xfrm>
              <a:off x="269234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WMT_SWP55</a:t>
              </a:r>
            </a:p>
          </p:txBody>
        </p:sp>
        <p:sp>
          <p:nvSpPr>
            <p:cNvPr id="3457" name="tx3457"/>
            <p:cNvSpPr/>
            <p:nvPr/>
          </p:nvSpPr>
          <p:spPr>
            <a:xfrm>
              <a:off x="271449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WMT_SWP56</a:t>
              </a:r>
            </a:p>
          </p:txBody>
        </p:sp>
        <p:sp>
          <p:nvSpPr>
            <p:cNvPr id="3458" name="tx3458"/>
            <p:cNvSpPr/>
            <p:nvPr/>
          </p:nvSpPr>
          <p:spPr>
            <a:xfrm>
              <a:off x="273664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WMT_SWP57</a:t>
              </a:r>
            </a:p>
          </p:txBody>
        </p:sp>
        <p:sp>
          <p:nvSpPr>
            <p:cNvPr id="3459" name="tx3459"/>
            <p:cNvSpPr/>
            <p:nvPr/>
          </p:nvSpPr>
          <p:spPr>
            <a:xfrm>
              <a:off x="275879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WMT_SWP58</a:t>
              </a:r>
            </a:p>
          </p:txBody>
        </p:sp>
        <p:sp>
          <p:nvSpPr>
            <p:cNvPr id="3460" name="tx3460"/>
            <p:cNvSpPr/>
            <p:nvPr/>
          </p:nvSpPr>
          <p:spPr>
            <a:xfrm>
              <a:off x="278094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WMT_SWP59</a:t>
              </a:r>
            </a:p>
          </p:txBody>
        </p:sp>
        <p:sp>
          <p:nvSpPr>
            <p:cNvPr id="3461" name="tx3461"/>
            <p:cNvSpPr/>
            <p:nvPr/>
          </p:nvSpPr>
          <p:spPr>
            <a:xfrm>
              <a:off x="28030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WMT_SWP60</a:t>
              </a:r>
            </a:p>
          </p:txBody>
        </p:sp>
        <p:sp>
          <p:nvSpPr>
            <p:cNvPr id="3462" name="tx3462"/>
            <p:cNvSpPr/>
            <p:nvPr/>
          </p:nvSpPr>
          <p:spPr>
            <a:xfrm>
              <a:off x="28252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WMT_SWP61</a:t>
              </a:r>
            </a:p>
          </p:txBody>
        </p:sp>
        <p:sp>
          <p:nvSpPr>
            <p:cNvPr id="3463" name="tx3463"/>
            <p:cNvSpPr/>
            <p:nvPr/>
          </p:nvSpPr>
          <p:spPr>
            <a:xfrm>
              <a:off x="28473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WMT_SWP62</a:t>
              </a:r>
            </a:p>
          </p:txBody>
        </p:sp>
        <p:sp>
          <p:nvSpPr>
            <p:cNvPr id="3464" name="tx3464"/>
            <p:cNvSpPr/>
            <p:nvPr/>
          </p:nvSpPr>
          <p:spPr>
            <a:xfrm>
              <a:off x="28695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WMT_SWP63</a:t>
              </a:r>
            </a:p>
          </p:txBody>
        </p:sp>
        <p:sp>
          <p:nvSpPr>
            <p:cNvPr id="3465" name="tx3465"/>
            <p:cNvSpPr/>
            <p:nvPr/>
          </p:nvSpPr>
          <p:spPr>
            <a:xfrm>
              <a:off x="28916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WMT_SWP64</a:t>
              </a:r>
            </a:p>
          </p:txBody>
        </p:sp>
        <p:sp>
          <p:nvSpPr>
            <p:cNvPr id="3466" name="tx3466"/>
            <p:cNvSpPr/>
            <p:nvPr/>
          </p:nvSpPr>
          <p:spPr>
            <a:xfrm>
              <a:off x="29138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WMT_SWP65</a:t>
              </a:r>
            </a:p>
          </p:txBody>
        </p:sp>
        <p:sp>
          <p:nvSpPr>
            <p:cNvPr id="3467" name="tx3467"/>
            <p:cNvSpPr/>
            <p:nvPr/>
          </p:nvSpPr>
          <p:spPr>
            <a:xfrm>
              <a:off x="293599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WMT_SWP66</a:t>
              </a:r>
            </a:p>
          </p:txBody>
        </p:sp>
        <p:sp>
          <p:nvSpPr>
            <p:cNvPr id="3468" name="tx3468"/>
            <p:cNvSpPr/>
            <p:nvPr/>
          </p:nvSpPr>
          <p:spPr>
            <a:xfrm>
              <a:off x="295814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WMT_SWP67</a:t>
              </a:r>
            </a:p>
          </p:txBody>
        </p:sp>
        <p:sp>
          <p:nvSpPr>
            <p:cNvPr id="3469" name="tx3469"/>
            <p:cNvSpPr/>
            <p:nvPr/>
          </p:nvSpPr>
          <p:spPr>
            <a:xfrm>
              <a:off x="298029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WMT_SWP68</a:t>
              </a:r>
            </a:p>
          </p:txBody>
        </p:sp>
        <p:sp>
          <p:nvSpPr>
            <p:cNvPr id="3470" name="pl3470"/>
            <p:cNvSpPr/>
            <p:nvPr/>
          </p:nvSpPr>
          <p:spPr>
            <a:xfrm>
              <a:off x="3372508" y="2991773"/>
              <a:ext cx="2396610" cy="0"/>
            </a:xfrm>
            <a:custGeom>
              <a:avLst/>
              <a:pathLst>
                <a:path w="2396610" h="0">
                  <a:moveTo>
                    <a:pt x="0" y="0"/>
                  </a:moveTo>
                  <a:lnTo>
                    <a:pt x="239661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338579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340794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343009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345224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347439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349654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351869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354084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356299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358514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360729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362944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365159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367374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369589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371804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37401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376234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37844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380664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38287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38509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387309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38952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391739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39395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396169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398384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400599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402814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405029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407244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40945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41167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41388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41610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41831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42053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422749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424964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427179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429394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431609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43382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43603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43825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44046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44268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44489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447113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449328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451543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453758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455973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45818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46040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46261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46483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46704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46926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471478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473693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475908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478123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80338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8255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8476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8698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8919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141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362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495843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8058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500273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502488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504703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506918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509133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511348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513563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515778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517993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520208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522423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524638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526853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529068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531283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533498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535713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537928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540143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542358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544573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546788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549003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551218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553433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555648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557863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560078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562293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564508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566722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568937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571152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573367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575582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tx3579"/>
            <p:cNvSpPr/>
            <p:nvPr/>
          </p:nvSpPr>
          <p:spPr>
            <a:xfrm>
              <a:off x="3183442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DLN002</a:t>
              </a:r>
            </a:p>
          </p:txBody>
        </p:sp>
        <p:sp>
          <p:nvSpPr>
            <p:cNvPr id="3580" name="tx3580"/>
            <p:cNvSpPr/>
            <p:nvPr/>
          </p:nvSpPr>
          <p:spPr>
            <a:xfrm>
              <a:off x="320559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DLN007</a:t>
              </a:r>
            </a:p>
          </p:txBody>
        </p:sp>
        <p:sp>
          <p:nvSpPr>
            <p:cNvPr id="3581" name="tx3581"/>
            <p:cNvSpPr/>
            <p:nvPr/>
          </p:nvSpPr>
          <p:spPr>
            <a:xfrm>
              <a:off x="322774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DLN009</a:t>
              </a:r>
            </a:p>
          </p:txBody>
        </p:sp>
        <p:sp>
          <p:nvSpPr>
            <p:cNvPr id="3582" name="tx3582"/>
            <p:cNvSpPr/>
            <p:nvPr/>
          </p:nvSpPr>
          <p:spPr>
            <a:xfrm>
              <a:off x="324989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DLN010</a:t>
              </a:r>
            </a:p>
          </p:txBody>
        </p:sp>
        <p:sp>
          <p:nvSpPr>
            <p:cNvPr id="3583" name="tx3583"/>
            <p:cNvSpPr/>
            <p:nvPr/>
          </p:nvSpPr>
          <p:spPr>
            <a:xfrm>
              <a:off x="3215485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DLN012_a</a:t>
              </a:r>
            </a:p>
          </p:txBody>
        </p:sp>
        <p:sp>
          <p:nvSpPr>
            <p:cNvPr id="3584" name="tx3584"/>
            <p:cNvSpPr/>
            <p:nvPr/>
          </p:nvSpPr>
          <p:spPr>
            <a:xfrm>
              <a:off x="3240835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DLN012_c</a:t>
              </a:r>
            </a:p>
          </p:txBody>
        </p:sp>
        <p:sp>
          <p:nvSpPr>
            <p:cNvPr id="3585" name="tx3585"/>
            <p:cNvSpPr/>
            <p:nvPr/>
          </p:nvSpPr>
          <p:spPr>
            <a:xfrm>
              <a:off x="3259785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DLN013_a</a:t>
              </a:r>
            </a:p>
          </p:txBody>
        </p:sp>
        <p:sp>
          <p:nvSpPr>
            <p:cNvPr id="3586" name="tx3586"/>
            <p:cNvSpPr/>
            <p:nvPr/>
          </p:nvSpPr>
          <p:spPr>
            <a:xfrm>
              <a:off x="3281935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DLN016_a</a:t>
              </a:r>
            </a:p>
          </p:txBody>
        </p:sp>
        <p:sp>
          <p:nvSpPr>
            <p:cNvPr id="3587" name="tx3587"/>
            <p:cNvSpPr/>
            <p:nvPr/>
          </p:nvSpPr>
          <p:spPr>
            <a:xfrm>
              <a:off x="3307285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DLN018_c</a:t>
              </a:r>
            </a:p>
          </p:txBody>
        </p:sp>
        <p:sp>
          <p:nvSpPr>
            <p:cNvPr id="3588" name="tx3588"/>
            <p:cNvSpPr/>
            <p:nvPr/>
          </p:nvSpPr>
          <p:spPr>
            <a:xfrm>
              <a:off x="3325137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DLN019_b</a:t>
              </a:r>
            </a:p>
          </p:txBody>
        </p:sp>
        <p:sp>
          <p:nvSpPr>
            <p:cNvPr id="3589" name="tx3589"/>
            <p:cNvSpPr/>
            <p:nvPr/>
          </p:nvSpPr>
          <p:spPr>
            <a:xfrm>
              <a:off x="3348384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DLN020_a</a:t>
              </a:r>
            </a:p>
          </p:txBody>
        </p:sp>
        <p:sp>
          <p:nvSpPr>
            <p:cNvPr id="3590" name="tx3590"/>
            <p:cNvSpPr/>
            <p:nvPr/>
          </p:nvSpPr>
          <p:spPr>
            <a:xfrm>
              <a:off x="342709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</a:t>
              </a:r>
            </a:p>
          </p:txBody>
        </p:sp>
        <p:sp>
          <p:nvSpPr>
            <p:cNvPr id="3591" name="tx3591"/>
            <p:cNvSpPr/>
            <p:nvPr/>
          </p:nvSpPr>
          <p:spPr>
            <a:xfrm>
              <a:off x="3391586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DLN021_b</a:t>
              </a:r>
            </a:p>
          </p:txBody>
        </p:sp>
        <p:sp>
          <p:nvSpPr>
            <p:cNvPr id="3592" name="tx3592"/>
            <p:cNvSpPr/>
            <p:nvPr/>
          </p:nvSpPr>
          <p:spPr>
            <a:xfrm>
              <a:off x="3418034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DLN021_c</a:t>
              </a:r>
            </a:p>
          </p:txBody>
        </p:sp>
        <p:sp>
          <p:nvSpPr>
            <p:cNvPr id="3593" name="tx3593"/>
            <p:cNvSpPr/>
            <p:nvPr/>
          </p:nvSpPr>
          <p:spPr>
            <a:xfrm>
              <a:off x="3436983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DLN022_a</a:t>
              </a:r>
            </a:p>
          </p:txBody>
        </p:sp>
        <p:sp>
          <p:nvSpPr>
            <p:cNvPr id="3594" name="tx3594"/>
            <p:cNvSpPr/>
            <p:nvPr/>
          </p:nvSpPr>
          <p:spPr>
            <a:xfrm>
              <a:off x="3462334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DLN022_c</a:t>
              </a:r>
            </a:p>
          </p:txBody>
        </p:sp>
        <p:sp>
          <p:nvSpPr>
            <p:cNvPr id="3595" name="tx3595"/>
            <p:cNvSpPr/>
            <p:nvPr/>
          </p:nvSpPr>
          <p:spPr>
            <a:xfrm>
              <a:off x="3481283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DLN024_a</a:t>
              </a:r>
            </a:p>
          </p:txBody>
        </p:sp>
        <p:sp>
          <p:nvSpPr>
            <p:cNvPr id="3596" name="tx3596"/>
            <p:cNvSpPr/>
            <p:nvPr/>
          </p:nvSpPr>
          <p:spPr>
            <a:xfrm>
              <a:off x="3502336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DLN024_b</a:t>
              </a:r>
            </a:p>
          </p:txBody>
        </p:sp>
        <p:sp>
          <p:nvSpPr>
            <p:cNvPr id="3597" name="tx3597"/>
            <p:cNvSpPr/>
            <p:nvPr/>
          </p:nvSpPr>
          <p:spPr>
            <a:xfrm>
              <a:off x="3528783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DLN024_c</a:t>
              </a:r>
            </a:p>
          </p:txBody>
        </p:sp>
        <p:sp>
          <p:nvSpPr>
            <p:cNvPr id="3598" name="tx3598"/>
            <p:cNvSpPr/>
            <p:nvPr/>
          </p:nvSpPr>
          <p:spPr>
            <a:xfrm>
              <a:off x="3547732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DLN025_a</a:t>
              </a:r>
            </a:p>
          </p:txBody>
        </p:sp>
        <p:sp>
          <p:nvSpPr>
            <p:cNvPr id="3599" name="tx3599"/>
            <p:cNvSpPr/>
            <p:nvPr/>
          </p:nvSpPr>
          <p:spPr>
            <a:xfrm>
              <a:off x="3568785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DLN025_b</a:t>
              </a:r>
            </a:p>
          </p:txBody>
        </p:sp>
        <p:sp>
          <p:nvSpPr>
            <p:cNvPr id="3600" name="tx3600"/>
            <p:cNvSpPr/>
            <p:nvPr/>
          </p:nvSpPr>
          <p:spPr>
            <a:xfrm>
              <a:off x="3595233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DLN025_c</a:t>
              </a:r>
            </a:p>
          </p:txBody>
        </p:sp>
        <p:sp>
          <p:nvSpPr>
            <p:cNvPr id="3601" name="tx3601"/>
            <p:cNvSpPr/>
            <p:nvPr/>
          </p:nvSpPr>
          <p:spPr>
            <a:xfrm>
              <a:off x="3614182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DLN026_a</a:t>
              </a:r>
            </a:p>
          </p:txBody>
        </p:sp>
        <p:sp>
          <p:nvSpPr>
            <p:cNvPr id="3602" name="tx3602"/>
            <p:cNvSpPr/>
            <p:nvPr/>
          </p:nvSpPr>
          <p:spPr>
            <a:xfrm>
              <a:off x="3639532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DLN026_c</a:t>
              </a:r>
            </a:p>
          </p:txBody>
        </p:sp>
        <p:sp>
          <p:nvSpPr>
            <p:cNvPr id="3603" name="tx3603"/>
            <p:cNvSpPr/>
            <p:nvPr/>
          </p:nvSpPr>
          <p:spPr>
            <a:xfrm>
              <a:off x="3658482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DLN027_a</a:t>
              </a:r>
            </a:p>
          </p:txBody>
        </p:sp>
        <p:sp>
          <p:nvSpPr>
            <p:cNvPr id="3604" name="tx3604"/>
            <p:cNvSpPr/>
            <p:nvPr/>
          </p:nvSpPr>
          <p:spPr>
            <a:xfrm>
              <a:off x="3679534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DLN027_b</a:t>
              </a:r>
            </a:p>
          </p:txBody>
        </p:sp>
        <p:sp>
          <p:nvSpPr>
            <p:cNvPr id="3605" name="tx3605"/>
            <p:cNvSpPr/>
            <p:nvPr/>
          </p:nvSpPr>
          <p:spPr>
            <a:xfrm>
              <a:off x="3705982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DLN027_c</a:t>
              </a:r>
            </a:p>
          </p:txBody>
        </p:sp>
        <p:sp>
          <p:nvSpPr>
            <p:cNvPr id="3606" name="tx3606"/>
            <p:cNvSpPr/>
            <p:nvPr/>
          </p:nvSpPr>
          <p:spPr>
            <a:xfrm>
              <a:off x="3724931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DLN028_a</a:t>
              </a:r>
            </a:p>
          </p:txBody>
        </p:sp>
        <p:sp>
          <p:nvSpPr>
            <p:cNvPr id="3607" name="tx3607"/>
            <p:cNvSpPr/>
            <p:nvPr/>
          </p:nvSpPr>
          <p:spPr>
            <a:xfrm>
              <a:off x="3745984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DLN028_b</a:t>
              </a:r>
            </a:p>
          </p:txBody>
        </p:sp>
        <p:sp>
          <p:nvSpPr>
            <p:cNvPr id="3608" name="tx3608"/>
            <p:cNvSpPr/>
            <p:nvPr/>
          </p:nvSpPr>
          <p:spPr>
            <a:xfrm>
              <a:off x="3772431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DLN028_c</a:t>
              </a:r>
            </a:p>
          </p:txBody>
        </p:sp>
        <p:sp>
          <p:nvSpPr>
            <p:cNvPr id="3609" name="tx3609"/>
            <p:cNvSpPr/>
            <p:nvPr/>
          </p:nvSpPr>
          <p:spPr>
            <a:xfrm>
              <a:off x="3791380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DLN029_a</a:t>
              </a:r>
            </a:p>
          </p:txBody>
        </p:sp>
        <p:sp>
          <p:nvSpPr>
            <p:cNvPr id="3610" name="tx3610"/>
            <p:cNvSpPr/>
            <p:nvPr/>
          </p:nvSpPr>
          <p:spPr>
            <a:xfrm>
              <a:off x="3754689" y="3037322"/>
              <a:ext cx="6355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DLN029_b_1</a:t>
              </a:r>
            </a:p>
          </p:txBody>
        </p:sp>
        <p:sp>
          <p:nvSpPr>
            <p:cNvPr id="3611" name="tx3611"/>
            <p:cNvSpPr/>
            <p:nvPr/>
          </p:nvSpPr>
          <p:spPr>
            <a:xfrm>
              <a:off x="3776838" y="3037322"/>
              <a:ext cx="6355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DLN029_b_2</a:t>
              </a:r>
            </a:p>
          </p:txBody>
        </p:sp>
        <p:sp>
          <p:nvSpPr>
            <p:cNvPr id="3612" name="tx3612"/>
            <p:cNvSpPr/>
            <p:nvPr/>
          </p:nvSpPr>
          <p:spPr>
            <a:xfrm>
              <a:off x="3861030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DLN029_c</a:t>
              </a:r>
            </a:p>
          </p:txBody>
        </p:sp>
        <p:sp>
          <p:nvSpPr>
            <p:cNvPr id="3613" name="tx3613"/>
            <p:cNvSpPr/>
            <p:nvPr/>
          </p:nvSpPr>
          <p:spPr>
            <a:xfrm>
              <a:off x="3878882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DLN030_b</a:t>
              </a:r>
            </a:p>
          </p:txBody>
        </p:sp>
        <p:sp>
          <p:nvSpPr>
            <p:cNvPr id="3614" name="tx3614"/>
            <p:cNvSpPr/>
            <p:nvPr/>
          </p:nvSpPr>
          <p:spPr>
            <a:xfrm>
              <a:off x="3905330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DLN030_c</a:t>
              </a:r>
            </a:p>
          </p:txBody>
        </p:sp>
        <p:sp>
          <p:nvSpPr>
            <p:cNvPr id="3615" name="tx3615"/>
            <p:cNvSpPr/>
            <p:nvPr/>
          </p:nvSpPr>
          <p:spPr>
            <a:xfrm>
              <a:off x="398083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DLN032</a:t>
              </a:r>
            </a:p>
          </p:txBody>
        </p:sp>
        <p:sp>
          <p:nvSpPr>
            <p:cNvPr id="3616" name="tx3616"/>
            <p:cNvSpPr/>
            <p:nvPr/>
          </p:nvSpPr>
          <p:spPr>
            <a:xfrm>
              <a:off x="400298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DLN033</a:t>
              </a:r>
            </a:p>
          </p:txBody>
        </p:sp>
        <p:sp>
          <p:nvSpPr>
            <p:cNvPr id="3617" name="tx3617"/>
            <p:cNvSpPr/>
            <p:nvPr/>
          </p:nvSpPr>
          <p:spPr>
            <a:xfrm>
              <a:off x="402513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DLN034</a:t>
              </a:r>
            </a:p>
          </p:txBody>
        </p:sp>
        <p:sp>
          <p:nvSpPr>
            <p:cNvPr id="3618" name="tx3618"/>
            <p:cNvSpPr/>
            <p:nvPr/>
          </p:nvSpPr>
          <p:spPr>
            <a:xfrm>
              <a:off x="398954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DLN035_1</a:t>
              </a:r>
            </a:p>
          </p:txBody>
        </p:sp>
        <p:sp>
          <p:nvSpPr>
            <p:cNvPr id="3619" name="tx3619"/>
            <p:cNvSpPr/>
            <p:nvPr/>
          </p:nvSpPr>
          <p:spPr>
            <a:xfrm>
              <a:off x="401169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DLN035_2</a:t>
              </a:r>
            </a:p>
          </p:txBody>
        </p:sp>
        <p:sp>
          <p:nvSpPr>
            <p:cNvPr id="3620" name="tx3620"/>
            <p:cNvSpPr/>
            <p:nvPr/>
          </p:nvSpPr>
          <p:spPr>
            <a:xfrm>
              <a:off x="403384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DLN036_1</a:t>
              </a:r>
            </a:p>
          </p:txBody>
        </p:sp>
        <p:sp>
          <p:nvSpPr>
            <p:cNvPr id="3621" name="tx3621"/>
            <p:cNvSpPr/>
            <p:nvPr/>
          </p:nvSpPr>
          <p:spPr>
            <a:xfrm>
              <a:off x="405599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DLN036_2</a:t>
              </a:r>
            </a:p>
          </p:txBody>
        </p:sp>
        <p:sp>
          <p:nvSpPr>
            <p:cNvPr id="3622" name="tx3622"/>
            <p:cNvSpPr/>
            <p:nvPr/>
          </p:nvSpPr>
          <p:spPr>
            <a:xfrm>
              <a:off x="407813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DLN036_3</a:t>
              </a:r>
            </a:p>
          </p:txBody>
        </p:sp>
        <p:sp>
          <p:nvSpPr>
            <p:cNvPr id="3623" name="tx3623"/>
            <p:cNvSpPr/>
            <p:nvPr/>
          </p:nvSpPr>
          <p:spPr>
            <a:xfrm>
              <a:off x="410028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DLN037_1</a:t>
              </a:r>
            </a:p>
          </p:txBody>
        </p:sp>
        <p:sp>
          <p:nvSpPr>
            <p:cNvPr id="3624" name="tx3624"/>
            <p:cNvSpPr/>
            <p:nvPr/>
          </p:nvSpPr>
          <p:spPr>
            <a:xfrm>
              <a:off x="412243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DLN037_2</a:t>
              </a:r>
            </a:p>
          </p:txBody>
        </p:sp>
        <p:sp>
          <p:nvSpPr>
            <p:cNvPr id="3625" name="tx3625"/>
            <p:cNvSpPr/>
            <p:nvPr/>
          </p:nvSpPr>
          <p:spPr>
            <a:xfrm>
              <a:off x="414458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DLN039_1</a:t>
              </a:r>
            </a:p>
          </p:txBody>
        </p:sp>
        <p:sp>
          <p:nvSpPr>
            <p:cNvPr id="3626" name="tx3626"/>
            <p:cNvSpPr/>
            <p:nvPr/>
          </p:nvSpPr>
          <p:spPr>
            <a:xfrm>
              <a:off x="416673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DLN039_2</a:t>
              </a:r>
            </a:p>
          </p:txBody>
        </p:sp>
        <p:sp>
          <p:nvSpPr>
            <p:cNvPr id="3627" name="tx3627"/>
            <p:cNvSpPr/>
            <p:nvPr/>
          </p:nvSpPr>
          <p:spPr>
            <a:xfrm>
              <a:off x="418888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DLN039_3</a:t>
              </a:r>
            </a:p>
          </p:txBody>
        </p:sp>
        <p:sp>
          <p:nvSpPr>
            <p:cNvPr id="3628" name="tx3628"/>
            <p:cNvSpPr/>
            <p:nvPr/>
          </p:nvSpPr>
          <p:spPr>
            <a:xfrm>
              <a:off x="426878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DLN041</a:t>
              </a:r>
            </a:p>
          </p:txBody>
        </p:sp>
        <p:sp>
          <p:nvSpPr>
            <p:cNvPr id="3629" name="tx3629"/>
            <p:cNvSpPr/>
            <p:nvPr/>
          </p:nvSpPr>
          <p:spPr>
            <a:xfrm>
              <a:off x="4290932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</a:t>
              </a:r>
            </a:p>
          </p:txBody>
        </p:sp>
        <p:sp>
          <p:nvSpPr>
            <p:cNvPr id="3630" name="tx3630"/>
            <p:cNvSpPr/>
            <p:nvPr/>
          </p:nvSpPr>
          <p:spPr>
            <a:xfrm>
              <a:off x="4256527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DLN042_a</a:t>
              </a:r>
            </a:p>
          </p:txBody>
        </p:sp>
        <p:sp>
          <p:nvSpPr>
            <p:cNvPr id="3631" name="tx3631"/>
            <p:cNvSpPr/>
            <p:nvPr/>
          </p:nvSpPr>
          <p:spPr>
            <a:xfrm>
              <a:off x="4277579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DLN042_b</a:t>
              </a:r>
            </a:p>
          </p:txBody>
        </p:sp>
        <p:sp>
          <p:nvSpPr>
            <p:cNvPr id="3632" name="tx3632"/>
            <p:cNvSpPr/>
            <p:nvPr/>
          </p:nvSpPr>
          <p:spPr>
            <a:xfrm>
              <a:off x="4304027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DLN042_c</a:t>
              </a:r>
            </a:p>
          </p:txBody>
        </p:sp>
        <p:sp>
          <p:nvSpPr>
            <p:cNvPr id="3633" name="tx3633"/>
            <p:cNvSpPr/>
            <p:nvPr/>
          </p:nvSpPr>
          <p:spPr>
            <a:xfrm>
              <a:off x="4321879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DLN043_b</a:t>
              </a:r>
            </a:p>
          </p:txBody>
        </p:sp>
        <p:sp>
          <p:nvSpPr>
            <p:cNvPr id="3634" name="tx3634"/>
            <p:cNvSpPr/>
            <p:nvPr/>
          </p:nvSpPr>
          <p:spPr>
            <a:xfrm>
              <a:off x="4348326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DLN043_c</a:t>
              </a:r>
            </a:p>
          </p:txBody>
        </p:sp>
        <p:sp>
          <p:nvSpPr>
            <p:cNvPr id="3635" name="tx3635"/>
            <p:cNvSpPr/>
            <p:nvPr/>
          </p:nvSpPr>
          <p:spPr>
            <a:xfrm>
              <a:off x="4370476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DLN045_c</a:t>
              </a:r>
            </a:p>
          </p:txBody>
        </p:sp>
        <p:sp>
          <p:nvSpPr>
            <p:cNvPr id="3636" name="tx3636"/>
            <p:cNvSpPr/>
            <p:nvPr/>
          </p:nvSpPr>
          <p:spPr>
            <a:xfrm>
              <a:off x="444598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DLN051</a:t>
              </a:r>
            </a:p>
          </p:txBody>
        </p:sp>
        <p:sp>
          <p:nvSpPr>
            <p:cNvPr id="3637" name="tx3637"/>
            <p:cNvSpPr/>
            <p:nvPr/>
          </p:nvSpPr>
          <p:spPr>
            <a:xfrm>
              <a:off x="4374496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</a:t>
              </a:r>
            </a:p>
          </p:txBody>
        </p:sp>
        <p:sp>
          <p:nvSpPr>
            <p:cNvPr id="3638" name="tx3638"/>
            <p:cNvSpPr/>
            <p:nvPr/>
          </p:nvSpPr>
          <p:spPr>
            <a:xfrm>
              <a:off x="436432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</a:t>
              </a:r>
            </a:p>
          </p:txBody>
        </p:sp>
        <p:sp>
          <p:nvSpPr>
            <p:cNvPr id="3639" name="tx3639"/>
            <p:cNvSpPr/>
            <p:nvPr/>
          </p:nvSpPr>
          <p:spPr>
            <a:xfrm>
              <a:off x="438647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</a:t>
              </a:r>
            </a:p>
          </p:txBody>
        </p:sp>
        <p:sp>
          <p:nvSpPr>
            <p:cNvPr id="3640" name="tx3640"/>
            <p:cNvSpPr/>
            <p:nvPr/>
          </p:nvSpPr>
          <p:spPr>
            <a:xfrm>
              <a:off x="440862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</a:t>
              </a:r>
            </a:p>
          </p:txBody>
        </p:sp>
        <p:sp>
          <p:nvSpPr>
            <p:cNvPr id="3641" name="tx3641"/>
            <p:cNvSpPr/>
            <p:nvPr/>
          </p:nvSpPr>
          <p:spPr>
            <a:xfrm>
              <a:off x="443077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</a:t>
              </a:r>
            </a:p>
          </p:txBody>
        </p:sp>
        <p:sp>
          <p:nvSpPr>
            <p:cNvPr id="3642" name="tx3642"/>
            <p:cNvSpPr/>
            <p:nvPr/>
          </p:nvSpPr>
          <p:spPr>
            <a:xfrm>
              <a:off x="445292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</a:t>
              </a:r>
            </a:p>
          </p:txBody>
        </p:sp>
        <p:sp>
          <p:nvSpPr>
            <p:cNvPr id="3643" name="tx3643"/>
            <p:cNvSpPr/>
            <p:nvPr/>
          </p:nvSpPr>
          <p:spPr>
            <a:xfrm>
              <a:off x="447507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</a:t>
              </a:r>
            </a:p>
          </p:txBody>
        </p:sp>
        <p:sp>
          <p:nvSpPr>
            <p:cNvPr id="3644" name="tx3644"/>
            <p:cNvSpPr/>
            <p:nvPr/>
          </p:nvSpPr>
          <p:spPr>
            <a:xfrm>
              <a:off x="449722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</a:t>
              </a:r>
            </a:p>
          </p:txBody>
        </p:sp>
        <p:sp>
          <p:nvSpPr>
            <p:cNvPr id="3645" name="tx3645"/>
            <p:cNvSpPr/>
            <p:nvPr/>
          </p:nvSpPr>
          <p:spPr>
            <a:xfrm>
              <a:off x="451937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</a:t>
              </a:r>
            </a:p>
          </p:txBody>
        </p:sp>
        <p:sp>
          <p:nvSpPr>
            <p:cNvPr id="3646" name="tx3646"/>
            <p:cNvSpPr/>
            <p:nvPr/>
          </p:nvSpPr>
          <p:spPr>
            <a:xfrm>
              <a:off x="454152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WMT_SWP18</a:t>
              </a:r>
            </a:p>
          </p:txBody>
        </p:sp>
        <p:sp>
          <p:nvSpPr>
            <p:cNvPr id="3647" name="tx3647"/>
            <p:cNvSpPr/>
            <p:nvPr/>
          </p:nvSpPr>
          <p:spPr>
            <a:xfrm>
              <a:off x="456367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WMT_SWP19</a:t>
              </a:r>
            </a:p>
          </p:txBody>
        </p:sp>
        <p:sp>
          <p:nvSpPr>
            <p:cNvPr id="3648" name="tx3648"/>
            <p:cNvSpPr/>
            <p:nvPr/>
          </p:nvSpPr>
          <p:spPr>
            <a:xfrm>
              <a:off x="4618144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</a:t>
              </a:r>
            </a:p>
          </p:txBody>
        </p:sp>
        <p:sp>
          <p:nvSpPr>
            <p:cNvPr id="3649" name="tx3649"/>
            <p:cNvSpPr/>
            <p:nvPr/>
          </p:nvSpPr>
          <p:spPr>
            <a:xfrm>
              <a:off x="4607970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WMT_SWP20</a:t>
              </a:r>
            </a:p>
          </p:txBody>
        </p:sp>
        <p:sp>
          <p:nvSpPr>
            <p:cNvPr id="3650" name="tx3650"/>
            <p:cNvSpPr/>
            <p:nvPr/>
          </p:nvSpPr>
          <p:spPr>
            <a:xfrm>
              <a:off x="4630120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WMT_SWP21</a:t>
              </a:r>
            </a:p>
          </p:txBody>
        </p:sp>
        <p:sp>
          <p:nvSpPr>
            <p:cNvPr id="3651" name="tx3651"/>
            <p:cNvSpPr/>
            <p:nvPr/>
          </p:nvSpPr>
          <p:spPr>
            <a:xfrm>
              <a:off x="4652270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WMT_SWP22</a:t>
              </a:r>
            </a:p>
          </p:txBody>
        </p:sp>
        <p:sp>
          <p:nvSpPr>
            <p:cNvPr id="3652" name="tx3652"/>
            <p:cNvSpPr/>
            <p:nvPr/>
          </p:nvSpPr>
          <p:spPr>
            <a:xfrm>
              <a:off x="4674420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WMT_SWP23</a:t>
              </a:r>
            </a:p>
          </p:txBody>
        </p:sp>
        <p:sp>
          <p:nvSpPr>
            <p:cNvPr id="3653" name="tx3653"/>
            <p:cNvSpPr/>
            <p:nvPr/>
          </p:nvSpPr>
          <p:spPr>
            <a:xfrm>
              <a:off x="469656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WMT_SWP24</a:t>
              </a:r>
            </a:p>
          </p:txBody>
        </p:sp>
        <p:sp>
          <p:nvSpPr>
            <p:cNvPr id="3654" name="tx3654"/>
            <p:cNvSpPr/>
            <p:nvPr/>
          </p:nvSpPr>
          <p:spPr>
            <a:xfrm>
              <a:off x="471871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WMT_SWP25</a:t>
              </a:r>
            </a:p>
          </p:txBody>
        </p:sp>
        <p:sp>
          <p:nvSpPr>
            <p:cNvPr id="3655" name="tx3655"/>
            <p:cNvSpPr/>
            <p:nvPr/>
          </p:nvSpPr>
          <p:spPr>
            <a:xfrm>
              <a:off x="474086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WMT_SWP26</a:t>
              </a:r>
            </a:p>
          </p:txBody>
        </p:sp>
        <p:sp>
          <p:nvSpPr>
            <p:cNvPr id="3656" name="tx3656"/>
            <p:cNvSpPr/>
            <p:nvPr/>
          </p:nvSpPr>
          <p:spPr>
            <a:xfrm>
              <a:off x="476301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WMT_SWP27</a:t>
              </a:r>
            </a:p>
          </p:txBody>
        </p:sp>
        <p:sp>
          <p:nvSpPr>
            <p:cNvPr id="3657" name="tx3657"/>
            <p:cNvSpPr/>
            <p:nvPr/>
          </p:nvSpPr>
          <p:spPr>
            <a:xfrm>
              <a:off x="478516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WMT_SWP28</a:t>
              </a:r>
            </a:p>
          </p:txBody>
        </p:sp>
        <p:sp>
          <p:nvSpPr>
            <p:cNvPr id="3658" name="tx3658"/>
            <p:cNvSpPr/>
            <p:nvPr/>
          </p:nvSpPr>
          <p:spPr>
            <a:xfrm>
              <a:off x="480731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WMT_SWP29</a:t>
              </a:r>
            </a:p>
          </p:txBody>
        </p:sp>
        <p:sp>
          <p:nvSpPr>
            <p:cNvPr id="3659" name="tx3659"/>
            <p:cNvSpPr/>
            <p:nvPr/>
          </p:nvSpPr>
          <p:spPr>
            <a:xfrm>
              <a:off x="4861792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</a:t>
              </a:r>
            </a:p>
          </p:txBody>
        </p:sp>
        <p:sp>
          <p:nvSpPr>
            <p:cNvPr id="3660" name="tx3660"/>
            <p:cNvSpPr/>
            <p:nvPr/>
          </p:nvSpPr>
          <p:spPr>
            <a:xfrm>
              <a:off x="4851618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WMT_SWP30</a:t>
              </a:r>
            </a:p>
          </p:txBody>
        </p:sp>
        <p:sp>
          <p:nvSpPr>
            <p:cNvPr id="3661" name="tx3661"/>
            <p:cNvSpPr/>
            <p:nvPr/>
          </p:nvSpPr>
          <p:spPr>
            <a:xfrm>
              <a:off x="4873768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WMT_SWP31</a:t>
              </a:r>
            </a:p>
          </p:txBody>
        </p:sp>
        <p:sp>
          <p:nvSpPr>
            <p:cNvPr id="3662" name="tx3662"/>
            <p:cNvSpPr/>
            <p:nvPr/>
          </p:nvSpPr>
          <p:spPr>
            <a:xfrm>
              <a:off x="4895918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WMT_SWP32</a:t>
              </a:r>
            </a:p>
          </p:txBody>
        </p:sp>
        <p:sp>
          <p:nvSpPr>
            <p:cNvPr id="3663" name="tx3663"/>
            <p:cNvSpPr/>
            <p:nvPr/>
          </p:nvSpPr>
          <p:spPr>
            <a:xfrm>
              <a:off x="4918068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WMT_SWP33</a:t>
              </a:r>
            </a:p>
          </p:txBody>
        </p:sp>
        <p:sp>
          <p:nvSpPr>
            <p:cNvPr id="3664" name="tx3664"/>
            <p:cNvSpPr/>
            <p:nvPr/>
          </p:nvSpPr>
          <p:spPr>
            <a:xfrm>
              <a:off x="494021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WMT_SWP34</a:t>
              </a:r>
            </a:p>
          </p:txBody>
        </p:sp>
        <p:sp>
          <p:nvSpPr>
            <p:cNvPr id="3665" name="tx3665"/>
            <p:cNvSpPr/>
            <p:nvPr/>
          </p:nvSpPr>
          <p:spPr>
            <a:xfrm>
              <a:off x="496236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WMT_SWP35</a:t>
              </a:r>
            </a:p>
          </p:txBody>
        </p:sp>
        <p:sp>
          <p:nvSpPr>
            <p:cNvPr id="3666" name="tx3666"/>
            <p:cNvSpPr/>
            <p:nvPr/>
          </p:nvSpPr>
          <p:spPr>
            <a:xfrm>
              <a:off x="498451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WMT_SWP36</a:t>
              </a:r>
            </a:p>
          </p:txBody>
        </p:sp>
        <p:sp>
          <p:nvSpPr>
            <p:cNvPr id="3667" name="tx3667"/>
            <p:cNvSpPr/>
            <p:nvPr/>
          </p:nvSpPr>
          <p:spPr>
            <a:xfrm>
              <a:off x="500666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WMT_SWP37</a:t>
              </a:r>
            </a:p>
          </p:txBody>
        </p:sp>
        <p:sp>
          <p:nvSpPr>
            <p:cNvPr id="3668" name="tx3668"/>
            <p:cNvSpPr/>
            <p:nvPr/>
          </p:nvSpPr>
          <p:spPr>
            <a:xfrm>
              <a:off x="502881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WMT_SWP38</a:t>
              </a:r>
            </a:p>
          </p:txBody>
        </p:sp>
        <p:sp>
          <p:nvSpPr>
            <p:cNvPr id="3669" name="tx3669"/>
            <p:cNvSpPr/>
            <p:nvPr/>
          </p:nvSpPr>
          <p:spPr>
            <a:xfrm>
              <a:off x="5050967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WMT_SWP39</a:t>
              </a:r>
            </a:p>
          </p:txBody>
        </p:sp>
        <p:sp>
          <p:nvSpPr>
            <p:cNvPr id="3670" name="tx3670"/>
            <p:cNvSpPr/>
            <p:nvPr/>
          </p:nvSpPr>
          <p:spPr>
            <a:xfrm>
              <a:off x="5105440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</a:t>
              </a:r>
            </a:p>
          </p:txBody>
        </p:sp>
        <p:sp>
          <p:nvSpPr>
            <p:cNvPr id="3671" name="tx3671"/>
            <p:cNvSpPr/>
            <p:nvPr/>
          </p:nvSpPr>
          <p:spPr>
            <a:xfrm>
              <a:off x="509526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WMT_SWP40</a:t>
              </a:r>
            </a:p>
          </p:txBody>
        </p:sp>
        <p:sp>
          <p:nvSpPr>
            <p:cNvPr id="3672" name="tx3672"/>
            <p:cNvSpPr/>
            <p:nvPr/>
          </p:nvSpPr>
          <p:spPr>
            <a:xfrm>
              <a:off x="511741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WMT_SWP41</a:t>
              </a:r>
            </a:p>
          </p:txBody>
        </p:sp>
        <p:sp>
          <p:nvSpPr>
            <p:cNvPr id="3673" name="tx3673"/>
            <p:cNvSpPr/>
            <p:nvPr/>
          </p:nvSpPr>
          <p:spPr>
            <a:xfrm>
              <a:off x="513956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WMT_SWP42</a:t>
              </a:r>
            </a:p>
          </p:txBody>
        </p:sp>
        <p:sp>
          <p:nvSpPr>
            <p:cNvPr id="3674" name="tx3674"/>
            <p:cNvSpPr/>
            <p:nvPr/>
          </p:nvSpPr>
          <p:spPr>
            <a:xfrm>
              <a:off x="516171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WMT_SWP43</a:t>
              </a:r>
            </a:p>
          </p:txBody>
        </p:sp>
        <p:sp>
          <p:nvSpPr>
            <p:cNvPr id="3675" name="tx3675"/>
            <p:cNvSpPr/>
            <p:nvPr/>
          </p:nvSpPr>
          <p:spPr>
            <a:xfrm>
              <a:off x="518386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WMT_SWP44</a:t>
              </a:r>
            </a:p>
          </p:txBody>
        </p:sp>
        <p:sp>
          <p:nvSpPr>
            <p:cNvPr id="3676" name="tx3676"/>
            <p:cNvSpPr/>
            <p:nvPr/>
          </p:nvSpPr>
          <p:spPr>
            <a:xfrm>
              <a:off x="520601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WMT_SWP45</a:t>
              </a:r>
            </a:p>
          </p:txBody>
        </p:sp>
        <p:sp>
          <p:nvSpPr>
            <p:cNvPr id="3677" name="tx3677"/>
            <p:cNvSpPr/>
            <p:nvPr/>
          </p:nvSpPr>
          <p:spPr>
            <a:xfrm>
              <a:off x="522816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WMT_SWP46</a:t>
              </a:r>
            </a:p>
          </p:txBody>
        </p:sp>
        <p:sp>
          <p:nvSpPr>
            <p:cNvPr id="3678" name="tx3678"/>
            <p:cNvSpPr/>
            <p:nvPr/>
          </p:nvSpPr>
          <p:spPr>
            <a:xfrm>
              <a:off x="525031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WMT_SWP47</a:t>
              </a:r>
            </a:p>
          </p:txBody>
        </p:sp>
        <p:sp>
          <p:nvSpPr>
            <p:cNvPr id="3679" name="tx3679"/>
            <p:cNvSpPr/>
            <p:nvPr/>
          </p:nvSpPr>
          <p:spPr>
            <a:xfrm>
              <a:off x="527246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WMT_SWP48</a:t>
              </a:r>
            </a:p>
          </p:txBody>
        </p:sp>
        <p:sp>
          <p:nvSpPr>
            <p:cNvPr id="3680" name="tx3680"/>
            <p:cNvSpPr/>
            <p:nvPr/>
          </p:nvSpPr>
          <p:spPr>
            <a:xfrm>
              <a:off x="529461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WMT_SWP49</a:t>
              </a:r>
            </a:p>
          </p:txBody>
        </p:sp>
        <p:sp>
          <p:nvSpPr>
            <p:cNvPr id="3681" name="tx3681"/>
            <p:cNvSpPr/>
            <p:nvPr/>
          </p:nvSpPr>
          <p:spPr>
            <a:xfrm>
              <a:off x="5349088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</a:t>
              </a:r>
            </a:p>
          </p:txBody>
        </p:sp>
        <p:sp>
          <p:nvSpPr>
            <p:cNvPr id="3682" name="tx3682"/>
            <p:cNvSpPr/>
            <p:nvPr/>
          </p:nvSpPr>
          <p:spPr>
            <a:xfrm>
              <a:off x="533891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WMT_SWP50</a:t>
              </a:r>
            </a:p>
          </p:txBody>
        </p:sp>
        <p:sp>
          <p:nvSpPr>
            <p:cNvPr id="3683" name="tx3683"/>
            <p:cNvSpPr/>
            <p:nvPr/>
          </p:nvSpPr>
          <p:spPr>
            <a:xfrm>
              <a:off x="5393388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</a:t>
              </a:r>
            </a:p>
          </p:txBody>
        </p:sp>
        <p:sp>
          <p:nvSpPr>
            <p:cNvPr id="3684" name="tx3684"/>
            <p:cNvSpPr/>
            <p:nvPr/>
          </p:nvSpPr>
          <p:spPr>
            <a:xfrm>
              <a:off x="5415538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</a:t>
              </a:r>
            </a:p>
          </p:txBody>
        </p:sp>
        <p:sp>
          <p:nvSpPr>
            <p:cNvPr id="3685" name="tx3685"/>
            <p:cNvSpPr/>
            <p:nvPr/>
          </p:nvSpPr>
          <p:spPr>
            <a:xfrm>
              <a:off x="5437688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</a:t>
              </a:r>
            </a:p>
          </p:txBody>
        </p:sp>
        <p:sp>
          <p:nvSpPr>
            <p:cNvPr id="3686" name="tx3686"/>
            <p:cNvSpPr/>
            <p:nvPr/>
          </p:nvSpPr>
          <p:spPr>
            <a:xfrm>
              <a:off x="5459837" y="3037322"/>
              <a:ext cx="5919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</a:t>
              </a:r>
            </a:p>
          </p:txBody>
        </p:sp>
        <p:sp>
          <p:nvSpPr>
            <p:cNvPr id="3687" name="pl3687"/>
            <p:cNvSpPr/>
            <p:nvPr/>
          </p:nvSpPr>
          <p:spPr>
            <a:xfrm>
              <a:off x="5819729" y="2991773"/>
              <a:ext cx="1577066" cy="0"/>
            </a:xfrm>
            <a:custGeom>
              <a:avLst/>
              <a:pathLst>
                <a:path w="1577066" h="0">
                  <a:moveTo>
                    <a:pt x="0" y="0"/>
                  </a:moveTo>
                  <a:lnTo>
                    <a:pt x="157706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583301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585516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58773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589946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9216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94376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9659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9880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601021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60323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605451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60766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609881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61209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614311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61652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618741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62095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62317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62538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62760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62981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63203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63424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63646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63867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64089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64310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64532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64753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64975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65196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65418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65639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65861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66082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66304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66525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66747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66968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67190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67411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67633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67854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68076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68297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68519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68740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68962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69183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69405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69626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69848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70069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70291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70512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70734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70955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71177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71398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71620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71841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72063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72284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72506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72727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72949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73170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733920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736135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738350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tx3759"/>
            <p:cNvSpPr/>
            <p:nvPr/>
          </p:nvSpPr>
          <p:spPr>
            <a:xfrm>
              <a:off x="557291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DLN074_1</a:t>
              </a:r>
            </a:p>
          </p:txBody>
        </p:sp>
        <p:sp>
          <p:nvSpPr>
            <p:cNvPr id="3760" name="tx3760"/>
            <p:cNvSpPr/>
            <p:nvPr/>
          </p:nvSpPr>
          <p:spPr>
            <a:xfrm>
              <a:off x="559506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DLN074_2</a:t>
              </a:r>
            </a:p>
          </p:txBody>
        </p:sp>
        <p:sp>
          <p:nvSpPr>
            <p:cNvPr id="3761" name="tx3761"/>
            <p:cNvSpPr/>
            <p:nvPr/>
          </p:nvSpPr>
          <p:spPr>
            <a:xfrm>
              <a:off x="561721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DLN075_1</a:t>
              </a:r>
            </a:p>
          </p:txBody>
        </p:sp>
        <p:sp>
          <p:nvSpPr>
            <p:cNvPr id="3762" name="tx3762"/>
            <p:cNvSpPr/>
            <p:nvPr/>
          </p:nvSpPr>
          <p:spPr>
            <a:xfrm>
              <a:off x="563936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DLN075_2</a:t>
              </a:r>
            </a:p>
          </p:txBody>
        </p:sp>
        <p:sp>
          <p:nvSpPr>
            <p:cNvPr id="3763" name="tx3763"/>
            <p:cNvSpPr/>
            <p:nvPr/>
          </p:nvSpPr>
          <p:spPr>
            <a:xfrm>
              <a:off x="571926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DLN076</a:t>
              </a:r>
            </a:p>
          </p:txBody>
        </p:sp>
        <p:sp>
          <p:nvSpPr>
            <p:cNvPr id="3764" name="tx3764"/>
            <p:cNvSpPr/>
            <p:nvPr/>
          </p:nvSpPr>
          <p:spPr>
            <a:xfrm>
              <a:off x="568366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DLN077_1</a:t>
              </a:r>
            </a:p>
          </p:txBody>
        </p:sp>
        <p:sp>
          <p:nvSpPr>
            <p:cNvPr id="3765" name="tx3765"/>
            <p:cNvSpPr/>
            <p:nvPr/>
          </p:nvSpPr>
          <p:spPr>
            <a:xfrm>
              <a:off x="570581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DLN077_2</a:t>
              </a:r>
            </a:p>
          </p:txBody>
        </p:sp>
        <p:sp>
          <p:nvSpPr>
            <p:cNvPr id="3766" name="tx3766"/>
            <p:cNvSpPr/>
            <p:nvPr/>
          </p:nvSpPr>
          <p:spPr>
            <a:xfrm>
              <a:off x="578571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DLN078</a:t>
              </a:r>
            </a:p>
          </p:txBody>
        </p:sp>
        <p:sp>
          <p:nvSpPr>
            <p:cNvPr id="3767" name="tx3767"/>
            <p:cNvSpPr/>
            <p:nvPr/>
          </p:nvSpPr>
          <p:spPr>
            <a:xfrm>
              <a:off x="580786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DLN079</a:t>
              </a:r>
            </a:p>
          </p:txBody>
        </p:sp>
        <p:sp>
          <p:nvSpPr>
            <p:cNvPr id="3768" name="tx3768"/>
            <p:cNvSpPr/>
            <p:nvPr/>
          </p:nvSpPr>
          <p:spPr>
            <a:xfrm>
              <a:off x="583001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DLN080</a:t>
              </a:r>
            </a:p>
          </p:txBody>
        </p:sp>
        <p:sp>
          <p:nvSpPr>
            <p:cNvPr id="3769" name="tx3769"/>
            <p:cNvSpPr/>
            <p:nvPr/>
          </p:nvSpPr>
          <p:spPr>
            <a:xfrm>
              <a:off x="585216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DLN082</a:t>
              </a:r>
            </a:p>
          </p:txBody>
        </p:sp>
        <p:sp>
          <p:nvSpPr>
            <p:cNvPr id="3770" name="tx3770"/>
            <p:cNvSpPr/>
            <p:nvPr/>
          </p:nvSpPr>
          <p:spPr>
            <a:xfrm>
              <a:off x="587431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DLN083</a:t>
              </a:r>
            </a:p>
          </p:txBody>
        </p:sp>
        <p:sp>
          <p:nvSpPr>
            <p:cNvPr id="3771" name="tx3771"/>
            <p:cNvSpPr/>
            <p:nvPr/>
          </p:nvSpPr>
          <p:spPr>
            <a:xfrm>
              <a:off x="583871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DLN084_1</a:t>
              </a:r>
            </a:p>
          </p:txBody>
        </p:sp>
        <p:sp>
          <p:nvSpPr>
            <p:cNvPr id="3772" name="tx3772"/>
            <p:cNvSpPr/>
            <p:nvPr/>
          </p:nvSpPr>
          <p:spPr>
            <a:xfrm>
              <a:off x="586086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DLN084_2</a:t>
              </a:r>
            </a:p>
          </p:txBody>
        </p:sp>
        <p:sp>
          <p:nvSpPr>
            <p:cNvPr id="3773" name="tx3773"/>
            <p:cNvSpPr/>
            <p:nvPr/>
          </p:nvSpPr>
          <p:spPr>
            <a:xfrm>
              <a:off x="594075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DLN085</a:t>
              </a:r>
            </a:p>
          </p:txBody>
        </p:sp>
        <p:sp>
          <p:nvSpPr>
            <p:cNvPr id="3774" name="tx3774"/>
            <p:cNvSpPr/>
            <p:nvPr/>
          </p:nvSpPr>
          <p:spPr>
            <a:xfrm>
              <a:off x="590516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DLN086_1</a:t>
              </a:r>
            </a:p>
          </p:txBody>
        </p:sp>
        <p:sp>
          <p:nvSpPr>
            <p:cNvPr id="3775" name="tx3775"/>
            <p:cNvSpPr/>
            <p:nvPr/>
          </p:nvSpPr>
          <p:spPr>
            <a:xfrm>
              <a:off x="592731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DLN086_2</a:t>
              </a:r>
            </a:p>
          </p:txBody>
        </p:sp>
        <p:sp>
          <p:nvSpPr>
            <p:cNvPr id="3776" name="tx3776"/>
            <p:cNvSpPr/>
            <p:nvPr/>
          </p:nvSpPr>
          <p:spPr>
            <a:xfrm>
              <a:off x="600720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DLN087</a:t>
              </a:r>
            </a:p>
          </p:txBody>
        </p:sp>
        <p:sp>
          <p:nvSpPr>
            <p:cNvPr id="3777" name="tx3777"/>
            <p:cNvSpPr/>
            <p:nvPr/>
          </p:nvSpPr>
          <p:spPr>
            <a:xfrm>
              <a:off x="59716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DLN088_1</a:t>
              </a:r>
            </a:p>
          </p:txBody>
        </p:sp>
        <p:sp>
          <p:nvSpPr>
            <p:cNvPr id="3778" name="tx3778"/>
            <p:cNvSpPr/>
            <p:nvPr/>
          </p:nvSpPr>
          <p:spPr>
            <a:xfrm>
              <a:off x="599376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DLN088_2</a:t>
              </a:r>
            </a:p>
          </p:txBody>
        </p:sp>
        <p:sp>
          <p:nvSpPr>
            <p:cNvPr id="3779" name="tx3779"/>
            <p:cNvSpPr/>
            <p:nvPr/>
          </p:nvSpPr>
          <p:spPr>
            <a:xfrm>
              <a:off x="60159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DLN089_1</a:t>
              </a:r>
            </a:p>
          </p:txBody>
        </p:sp>
        <p:sp>
          <p:nvSpPr>
            <p:cNvPr id="3780" name="tx3780"/>
            <p:cNvSpPr/>
            <p:nvPr/>
          </p:nvSpPr>
          <p:spPr>
            <a:xfrm>
              <a:off x="603806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DLN089_2</a:t>
              </a:r>
            </a:p>
          </p:txBody>
        </p:sp>
        <p:sp>
          <p:nvSpPr>
            <p:cNvPr id="3781" name="tx3781"/>
            <p:cNvSpPr/>
            <p:nvPr/>
          </p:nvSpPr>
          <p:spPr>
            <a:xfrm>
              <a:off x="60602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DLN090_1</a:t>
              </a:r>
            </a:p>
          </p:txBody>
        </p:sp>
        <p:sp>
          <p:nvSpPr>
            <p:cNvPr id="3782" name="tx3782"/>
            <p:cNvSpPr/>
            <p:nvPr/>
          </p:nvSpPr>
          <p:spPr>
            <a:xfrm>
              <a:off x="60823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DLN090_2</a:t>
              </a:r>
            </a:p>
          </p:txBody>
        </p:sp>
        <p:sp>
          <p:nvSpPr>
            <p:cNvPr id="3783" name="tx3783"/>
            <p:cNvSpPr/>
            <p:nvPr/>
          </p:nvSpPr>
          <p:spPr>
            <a:xfrm>
              <a:off x="6162258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DLN092</a:t>
              </a:r>
            </a:p>
          </p:txBody>
        </p:sp>
        <p:sp>
          <p:nvSpPr>
            <p:cNvPr id="3784" name="tx3784"/>
            <p:cNvSpPr/>
            <p:nvPr/>
          </p:nvSpPr>
          <p:spPr>
            <a:xfrm>
              <a:off x="618440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DLN093</a:t>
              </a:r>
            </a:p>
          </p:txBody>
        </p:sp>
        <p:sp>
          <p:nvSpPr>
            <p:cNvPr id="3785" name="tx3785"/>
            <p:cNvSpPr/>
            <p:nvPr/>
          </p:nvSpPr>
          <p:spPr>
            <a:xfrm>
              <a:off x="620655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DLN094</a:t>
              </a:r>
            </a:p>
          </p:txBody>
        </p:sp>
        <p:sp>
          <p:nvSpPr>
            <p:cNvPr id="3786" name="tx3786"/>
            <p:cNvSpPr/>
            <p:nvPr/>
          </p:nvSpPr>
          <p:spPr>
            <a:xfrm>
              <a:off x="622870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DLN095</a:t>
              </a:r>
            </a:p>
          </p:txBody>
        </p:sp>
        <p:sp>
          <p:nvSpPr>
            <p:cNvPr id="3787" name="tx3787"/>
            <p:cNvSpPr/>
            <p:nvPr/>
          </p:nvSpPr>
          <p:spPr>
            <a:xfrm>
              <a:off x="625085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DLN096</a:t>
              </a:r>
            </a:p>
          </p:txBody>
        </p:sp>
        <p:sp>
          <p:nvSpPr>
            <p:cNvPr id="3788" name="tx3788"/>
            <p:cNvSpPr/>
            <p:nvPr/>
          </p:nvSpPr>
          <p:spPr>
            <a:xfrm>
              <a:off x="621526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DLN097_1</a:t>
              </a:r>
            </a:p>
          </p:txBody>
        </p:sp>
        <p:sp>
          <p:nvSpPr>
            <p:cNvPr id="3789" name="tx3789"/>
            <p:cNvSpPr/>
            <p:nvPr/>
          </p:nvSpPr>
          <p:spPr>
            <a:xfrm>
              <a:off x="623741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DLN097_2</a:t>
              </a:r>
            </a:p>
          </p:txBody>
        </p:sp>
        <p:sp>
          <p:nvSpPr>
            <p:cNvPr id="3790" name="tx3790"/>
            <p:cNvSpPr/>
            <p:nvPr/>
          </p:nvSpPr>
          <p:spPr>
            <a:xfrm>
              <a:off x="63173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DLN098</a:t>
              </a:r>
            </a:p>
          </p:txBody>
        </p:sp>
        <p:sp>
          <p:nvSpPr>
            <p:cNvPr id="3791" name="tx3791"/>
            <p:cNvSpPr/>
            <p:nvPr/>
          </p:nvSpPr>
          <p:spPr>
            <a:xfrm>
              <a:off x="633945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DLN099</a:t>
              </a:r>
            </a:p>
          </p:txBody>
        </p:sp>
        <p:sp>
          <p:nvSpPr>
            <p:cNvPr id="3792" name="tx3792"/>
            <p:cNvSpPr/>
            <p:nvPr/>
          </p:nvSpPr>
          <p:spPr>
            <a:xfrm>
              <a:off x="63616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DLN100</a:t>
              </a:r>
            </a:p>
          </p:txBody>
        </p:sp>
        <p:sp>
          <p:nvSpPr>
            <p:cNvPr id="3793" name="tx3793"/>
            <p:cNvSpPr/>
            <p:nvPr/>
          </p:nvSpPr>
          <p:spPr>
            <a:xfrm>
              <a:off x="632601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DLN101_1</a:t>
              </a:r>
            </a:p>
          </p:txBody>
        </p:sp>
        <p:sp>
          <p:nvSpPr>
            <p:cNvPr id="3794" name="tx3794"/>
            <p:cNvSpPr/>
            <p:nvPr/>
          </p:nvSpPr>
          <p:spPr>
            <a:xfrm>
              <a:off x="634816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DLN101_2</a:t>
              </a:r>
            </a:p>
          </p:txBody>
        </p:sp>
        <p:sp>
          <p:nvSpPr>
            <p:cNvPr id="3795" name="tx3795"/>
            <p:cNvSpPr/>
            <p:nvPr/>
          </p:nvSpPr>
          <p:spPr>
            <a:xfrm>
              <a:off x="637031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DLN102_1</a:t>
              </a:r>
            </a:p>
          </p:txBody>
        </p:sp>
        <p:sp>
          <p:nvSpPr>
            <p:cNvPr id="3796" name="tx3796"/>
            <p:cNvSpPr/>
            <p:nvPr/>
          </p:nvSpPr>
          <p:spPr>
            <a:xfrm>
              <a:off x="639246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DLN102_2</a:t>
              </a:r>
            </a:p>
          </p:txBody>
        </p:sp>
        <p:sp>
          <p:nvSpPr>
            <p:cNvPr id="3797" name="tx3797"/>
            <p:cNvSpPr/>
            <p:nvPr/>
          </p:nvSpPr>
          <p:spPr>
            <a:xfrm>
              <a:off x="6419000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DLN102_c</a:t>
              </a:r>
            </a:p>
          </p:txBody>
        </p:sp>
        <p:sp>
          <p:nvSpPr>
            <p:cNvPr id="3798" name="tx3798"/>
            <p:cNvSpPr/>
            <p:nvPr/>
          </p:nvSpPr>
          <p:spPr>
            <a:xfrm>
              <a:off x="649450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DLN103</a:t>
              </a:r>
            </a:p>
          </p:txBody>
        </p:sp>
        <p:sp>
          <p:nvSpPr>
            <p:cNvPr id="3799" name="tx3799"/>
            <p:cNvSpPr/>
            <p:nvPr/>
          </p:nvSpPr>
          <p:spPr>
            <a:xfrm>
              <a:off x="651665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DLN104</a:t>
              </a:r>
            </a:p>
          </p:txBody>
        </p:sp>
        <p:sp>
          <p:nvSpPr>
            <p:cNvPr id="3800" name="tx3800"/>
            <p:cNvSpPr/>
            <p:nvPr/>
          </p:nvSpPr>
          <p:spPr>
            <a:xfrm>
              <a:off x="641284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WMT_SWP69</a:t>
              </a:r>
            </a:p>
          </p:txBody>
        </p:sp>
        <p:sp>
          <p:nvSpPr>
            <p:cNvPr id="3801" name="tx3801"/>
            <p:cNvSpPr/>
            <p:nvPr/>
          </p:nvSpPr>
          <p:spPr>
            <a:xfrm>
              <a:off x="643499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WMT_SWP70</a:t>
              </a:r>
            </a:p>
          </p:txBody>
        </p:sp>
        <p:sp>
          <p:nvSpPr>
            <p:cNvPr id="3802" name="tx3802"/>
            <p:cNvSpPr/>
            <p:nvPr/>
          </p:nvSpPr>
          <p:spPr>
            <a:xfrm>
              <a:off x="6457146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WMT_SWP71</a:t>
              </a:r>
            </a:p>
          </p:txBody>
        </p:sp>
        <p:sp>
          <p:nvSpPr>
            <p:cNvPr id="3803" name="tx3803"/>
            <p:cNvSpPr/>
            <p:nvPr/>
          </p:nvSpPr>
          <p:spPr>
            <a:xfrm>
              <a:off x="647929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WMT_SWP72</a:t>
              </a:r>
            </a:p>
          </p:txBody>
        </p:sp>
        <p:sp>
          <p:nvSpPr>
            <p:cNvPr id="3804" name="tx3804"/>
            <p:cNvSpPr/>
            <p:nvPr/>
          </p:nvSpPr>
          <p:spPr>
            <a:xfrm>
              <a:off x="650144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WMT_SWP73</a:t>
              </a:r>
            </a:p>
          </p:txBody>
        </p:sp>
        <p:sp>
          <p:nvSpPr>
            <p:cNvPr id="3805" name="tx3805"/>
            <p:cNvSpPr/>
            <p:nvPr/>
          </p:nvSpPr>
          <p:spPr>
            <a:xfrm>
              <a:off x="652359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WMT_SWP74</a:t>
              </a:r>
            </a:p>
          </p:txBody>
        </p:sp>
        <p:sp>
          <p:nvSpPr>
            <p:cNvPr id="3806" name="tx3806"/>
            <p:cNvSpPr/>
            <p:nvPr/>
          </p:nvSpPr>
          <p:spPr>
            <a:xfrm>
              <a:off x="654574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WMT_SWP75</a:t>
              </a:r>
            </a:p>
          </p:txBody>
        </p:sp>
        <p:sp>
          <p:nvSpPr>
            <p:cNvPr id="3807" name="tx3807"/>
            <p:cNvSpPr/>
            <p:nvPr/>
          </p:nvSpPr>
          <p:spPr>
            <a:xfrm>
              <a:off x="6567895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WMT_SWP76</a:t>
              </a:r>
            </a:p>
          </p:txBody>
        </p:sp>
        <p:sp>
          <p:nvSpPr>
            <p:cNvPr id="3808" name="tx3808"/>
            <p:cNvSpPr/>
            <p:nvPr/>
          </p:nvSpPr>
          <p:spPr>
            <a:xfrm>
              <a:off x="65900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WMT_SWP77</a:t>
              </a:r>
            </a:p>
          </p:txBody>
        </p:sp>
        <p:sp>
          <p:nvSpPr>
            <p:cNvPr id="3809" name="tx3809"/>
            <p:cNvSpPr/>
            <p:nvPr/>
          </p:nvSpPr>
          <p:spPr>
            <a:xfrm>
              <a:off x="66121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WMT_SWP78</a:t>
              </a:r>
            </a:p>
          </p:txBody>
        </p:sp>
        <p:sp>
          <p:nvSpPr>
            <p:cNvPr id="3810" name="tx3810"/>
            <p:cNvSpPr/>
            <p:nvPr/>
          </p:nvSpPr>
          <p:spPr>
            <a:xfrm>
              <a:off x="66343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WMT_SWP79</a:t>
              </a:r>
            </a:p>
          </p:txBody>
        </p:sp>
        <p:sp>
          <p:nvSpPr>
            <p:cNvPr id="3811" name="tx3811"/>
            <p:cNvSpPr/>
            <p:nvPr/>
          </p:nvSpPr>
          <p:spPr>
            <a:xfrm>
              <a:off x="66564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WMT_SWP80</a:t>
              </a:r>
            </a:p>
          </p:txBody>
        </p:sp>
        <p:sp>
          <p:nvSpPr>
            <p:cNvPr id="3812" name="tx3812"/>
            <p:cNvSpPr/>
            <p:nvPr/>
          </p:nvSpPr>
          <p:spPr>
            <a:xfrm>
              <a:off x="667864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WMT_SWP81</a:t>
              </a:r>
            </a:p>
          </p:txBody>
        </p:sp>
        <p:sp>
          <p:nvSpPr>
            <p:cNvPr id="3813" name="tx3813"/>
            <p:cNvSpPr/>
            <p:nvPr/>
          </p:nvSpPr>
          <p:spPr>
            <a:xfrm>
              <a:off x="6700794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WMT_SWP82</a:t>
              </a:r>
            </a:p>
          </p:txBody>
        </p:sp>
        <p:sp>
          <p:nvSpPr>
            <p:cNvPr id="3814" name="tx3814"/>
            <p:cNvSpPr/>
            <p:nvPr/>
          </p:nvSpPr>
          <p:spPr>
            <a:xfrm>
              <a:off x="672294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WMT_SWP83</a:t>
              </a:r>
            </a:p>
          </p:txBody>
        </p:sp>
        <p:sp>
          <p:nvSpPr>
            <p:cNvPr id="3815" name="tx3815"/>
            <p:cNvSpPr/>
            <p:nvPr/>
          </p:nvSpPr>
          <p:spPr>
            <a:xfrm>
              <a:off x="674509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WMT_SWP84</a:t>
              </a:r>
            </a:p>
          </p:txBody>
        </p:sp>
        <p:sp>
          <p:nvSpPr>
            <p:cNvPr id="3816" name="tx3816"/>
            <p:cNvSpPr/>
            <p:nvPr/>
          </p:nvSpPr>
          <p:spPr>
            <a:xfrm>
              <a:off x="676724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WMT_SWP85</a:t>
              </a:r>
            </a:p>
          </p:txBody>
        </p:sp>
        <p:sp>
          <p:nvSpPr>
            <p:cNvPr id="3817" name="tx3817"/>
            <p:cNvSpPr/>
            <p:nvPr/>
          </p:nvSpPr>
          <p:spPr>
            <a:xfrm>
              <a:off x="678939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WMT_SWP86</a:t>
              </a:r>
            </a:p>
          </p:txBody>
        </p:sp>
        <p:sp>
          <p:nvSpPr>
            <p:cNvPr id="3818" name="tx3818"/>
            <p:cNvSpPr/>
            <p:nvPr/>
          </p:nvSpPr>
          <p:spPr>
            <a:xfrm>
              <a:off x="6811543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WMT_SWP87</a:t>
              </a:r>
            </a:p>
          </p:txBody>
        </p:sp>
        <p:sp>
          <p:nvSpPr>
            <p:cNvPr id="3819" name="tx3819"/>
            <p:cNvSpPr/>
            <p:nvPr/>
          </p:nvSpPr>
          <p:spPr>
            <a:xfrm>
              <a:off x="683369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WMT_SWP88</a:t>
              </a:r>
            </a:p>
          </p:txBody>
        </p:sp>
        <p:sp>
          <p:nvSpPr>
            <p:cNvPr id="3820" name="tx3820"/>
            <p:cNvSpPr/>
            <p:nvPr/>
          </p:nvSpPr>
          <p:spPr>
            <a:xfrm>
              <a:off x="685584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WMT_SWP89</a:t>
              </a:r>
            </a:p>
          </p:txBody>
        </p:sp>
        <p:sp>
          <p:nvSpPr>
            <p:cNvPr id="3821" name="tx3821"/>
            <p:cNvSpPr/>
            <p:nvPr/>
          </p:nvSpPr>
          <p:spPr>
            <a:xfrm>
              <a:off x="687799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WMT_SWP90</a:t>
              </a:r>
            </a:p>
          </p:txBody>
        </p:sp>
        <p:sp>
          <p:nvSpPr>
            <p:cNvPr id="3822" name="tx3822"/>
            <p:cNvSpPr/>
            <p:nvPr/>
          </p:nvSpPr>
          <p:spPr>
            <a:xfrm>
              <a:off x="690014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WMT_SWP91</a:t>
              </a:r>
            </a:p>
          </p:txBody>
        </p:sp>
        <p:sp>
          <p:nvSpPr>
            <p:cNvPr id="3823" name="tx3823"/>
            <p:cNvSpPr/>
            <p:nvPr/>
          </p:nvSpPr>
          <p:spPr>
            <a:xfrm>
              <a:off x="692229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WMT_SWP92</a:t>
              </a:r>
            </a:p>
          </p:txBody>
        </p:sp>
        <p:sp>
          <p:nvSpPr>
            <p:cNvPr id="3824" name="tx3824"/>
            <p:cNvSpPr/>
            <p:nvPr/>
          </p:nvSpPr>
          <p:spPr>
            <a:xfrm>
              <a:off x="6944442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WMT_SWP93</a:t>
              </a:r>
            </a:p>
          </p:txBody>
        </p:sp>
        <p:sp>
          <p:nvSpPr>
            <p:cNvPr id="3825" name="tx3825"/>
            <p:cNvSpPr/>
            <p:nvPr/>
          </p:nvSpPr>
          <p:spPr>
            <a:xfrm>
              <a:off x="696659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WMT_SWP94</a:t>
              </a:r>
            </a:p>
          </p:txBody>
        </p:sp>
        <p:sp>
          <p:nvSpPr>
            <p:cNvPr id="3826" name="tx3826"/>
            <p:cNvSpPr/>
            <p:nvPr/>
          </p:nvSpPr>
          <p:spPr>
            <a:xfrm>
              <a:off x="698874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WMT_SWP95</a:t>
              </a:r>
            </a:p>
          </p:txBody>
        </p:sp>
        <p:sp>
          <p:nvSpPr>
            <p:cNvPr id="3827" name="tx3827"/>
            <p:cNvSpPr/>
            <p:nvPr/>
          </p:nvSpPr>
          <p:spPr>
            <a:xfrm>
              <a:off x="701089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WMT_SWP96</a:t>
              </a:r>
            </a:p>
          </p:txBody>
        </p:sp>
        <p:sp>
          <p:nvSpPr>
            <p:cNvPr id="3828" name="tx3828"/>
            <p:cNvSpPr/>
            <p:nvPr/>
          </p:nvSpPr>
          <p:spPr>
            <a:xfrm>
              <a:off x="703304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WMT_SWP97</a:t>
              </a:r>
            </a:p>
          </p:txBody>
        </p:sp>
        <p:sp>
          <p:nvSpPr>
            <p:cNvPr id="3829" name="tx3829"/>
            <p:cNvSpPr/>
            <p:nvPr/>
          </p:nvSpPr>
          <p:spPr>
            <a:xfrm>
              <a:off x="7055191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WMT_SWP98</a:t>
              </a:r>
            </a:p>
          </p:txBody>
        </p:sp>
        <p:sp>
          <p:nvSpPr>
            <p:cNvPr id="3830" name="pl3830"/>
            <p:cNvSpPr/>
            <p:nvPr/>
          </p:nvSpPr>
          <p:spPr>
            <a:xfrm>
              <a:off x="7447406" y="2991773"/>
              <a:ext cx="1466317" cy="0"/>
            </a:xfrm>
            <a:custGeom>
              <a:avLst/>
              <a:pathLst>
                <a:path w="1466317" h="0">
                  <a:moveTo>
                    <a:pt x="0" y="0"/>
                  </a:moveTo>
                  <a:lnTo>
                    <a:pt x="146631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746069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748284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750499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752714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75492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757144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75935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761574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763789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76600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768219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77043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772649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774864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777079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779294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781509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783724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785939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78815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79036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79258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79479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797014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799229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801444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803659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805874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808089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810304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81251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81473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81694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81916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821379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823594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825808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828023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830238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832453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834668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83688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83909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84131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84352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845743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847958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850173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852388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854603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856818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859033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86124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86346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86567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86789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870108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872323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874538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876753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878968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881183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883398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885613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887828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890043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tx3897"/>
            <p:cNvSpPr/>
            <p:nvPr/>
          </p:nvSpPr>
          <p:spPr>
            <a:xfrm>
              <a:off x="725833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DLN106</a:t>
              </a:r>
            </a:p>
          </p:txBody>
        </p:sp>
        <p:sp>
          <p:nvSpPr>
            <p:cNvPr id="3898" name="tx3898"/>
            <p:cNvSpPr/>
            <p:nvPr/>
          </p:nvSpPr>
          <p:spPr>
            <a:xfrm>
              <a:off x="722274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DLN107_1</a:t>
              </a:r>
            </a:p>
          </p:txBody>
        </p:sp>
        <p:sp>
          <p:nvSpPr>
            <p:cNvPr id="3899" name="tx3899"/>
            <p:cNvSpPr/>
            <p:nvPr/>
          </p:nvSpPr>
          <p:spPr>
            <a:xfrm>
              <a:off x="7244895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DLN107_2</a:t>
              </a:r>
            </a:p>
          </p:txBody>
        </p:sp>
        <p:sp>
          <p:nvSpPr>
            <p:cNvPr id="3900" name="tx3900"/>
            <p:cNvSpPr/>
            <p:nvPr/>
          </p:nvSpPr>
          <p:spPr>
            <a:xfrm>
              <a:off x="732478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DLN109</a:t>
              </a:r>
            </a:p>
          </p:txBody>
        </p:sp>
        <p:sp>
          <p:nvSpPr>
            <p:cNvPr id="3901" name="tx3901"/>
            <p:cNvSpPr/>
            <p:nvPr/>
          </p:nvSpPr>
          <p:spPr>
            <a:xfrm>
              <a:off x="734693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DLN110</a:t>
              </a:r>
            </a:p>
          </p:txBody>
        </p:sp>
        <p:sp>
          <p:nvSpPr>
            <p:cNvPr id="3902" name="tx3902"/>
            <p:cNvSpPr/>
            <p:nvPr/>
          </p:nvSpPr>
          <p:spPr>
            <a:xfrm>
              <a:off x="7315733" y="3037322"/>
              <a:ext cx="51142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DLN111_c</a:t>
              </a:r>
            </a:p>
          </p:txBody>
        </p:sp>
        <p:sp>
          <p:nvSpPr>
            <p:cNvPr id="3903" name="tx3903"/>
            <p:cNvSpPr/>
            <p:nvPr/>
          </p:nvSpPr>
          <p:spPr>
            <a:xfrm>
              <a:off x="7334683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DLN112_a</a:t>
              </a:r>
            </a:p>
          </p:txBody>
        </p:sp>
        <p:sp>
          <p:nvSpPr>
            <p:cNvPr id="3904" name="tx3904"/>
            <p:cNvSpPr/>
            <p:nvPr/>
          </p:nvSpPr>
          <p:spPr>
            <a:xfrm>
              <a:off x="7355735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DLN112_b</a:t>
              </a:r>
            </a:p>
          </p:txBody>
        </p:sp>
        <p:sp>
          <p:nvSpPr>
            <p:cNvPr id="3905" name="tx3905"/>
            <p:cNvSpPr/>
            <p:nvPr/>
          </p:nvSpPr>
          <p:spPr>
            <a:xfrm>
              <a:off x="7378982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DLN113_a</a:t>
              </a:r>
            </a:p>
          </p:txBody>
        </p:sp>
        <p:sp>
          <p:nvSpPr>
            <p:cNvPr id="3906" name="tx3906"/>
            <p:cNvSpPr/>
            <p:nvPr/>
          </p:nvSpPr>
          <p:spPr>
            <a:xfrm>
              <a:off x="7400035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DLN113_b</a:t>
              </a:r>
            </a:p>
          </p:txBody>
        </p:sp>
        <p:sp>
          <p:nvSpPr>
            <p:cNvPr id="3907" name="tx3907"/>
            <p:cNvSpPr/>
            <p:nvPr/>
          </p:nvSpPr>
          <p:spPr>
            <a:xfrm>
              <a:off x="7422185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DLN114_b</a:t>
              </a:r>
            </a:p>
          </p:txBody>
        </p:sp>
        <p:sp>
          <p:nvSpPr>
            <p:cNvPr id="3908" name="tx3908"/>
            <p:cNvSpPr/>
            <p:nvPr/>
          </p:nvSpPr>
          <p:spPr>
            <a:xfrm>
              <a:off x="7445432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DLN115_a</a:t>
              </a:r>
            </a:p>
          </p:txBody>
        </p:sp>
        <p:sp>
          <p:nvSpPr>
            <p:cNvPr id="3909" name="tx3909"/>
            <p:cNvSpPr/>
            <p:nvPr/>
          </p:nvSpPr>
          <p:spPr>
            <a:xfrm>
              <a:off x="7466484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DLN115_b</a:t>
              </a:r>
            </a:p>
          </p:txBody>
        </p:sp>
        <p:sp>
          <p:nvSpPr>
            <p:cNvPr id="3910" name="tx3910"/>
            <p:cNvSpPr/>
            <p:nvPr/>
          </p:nvSpPr>
          <p:spPr>
            <a:xfrm>
              <a:off x="754628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</a:t>
              </a:r>
            </a:p>
          </p:txBody>
        </p:sp>
        <p:sp>
          <p:nvSpPr>
            <p:cNvPr id="3911" name="tx3911"/>
            <p:cNvSpPr/>
            <p:nvPr/>
          </p:nvSpPr>
          <p:spPr>
            <a:xfrm>
              <a:off x="7511881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DLN116_a</a:t>
              </a:r>
            </a:p>
          </p:txBody>
        </p:sp>
        <p:sp>
          <p:nvSpPr>
            <p:cNvPr id="3912" name="tx3912"/>
            <p:cNvSpPr/>
            <p:nvPr/>
          </p:nvSpPr>
          <p:spPr>
            <a:xfrm>
              <a:off x="7532934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DLN116_b</a:t>
              </a:r>
            </a:p>
          </p:txBody>
        </p:sp>
        <p:sp>
          <p:nvSpPr>
            <p:cNvPr id="3913" name="tx3913"/>
            <p:cNvSpPr/>
            <p:nvPr/>
          </p:nvSpPr>
          <p:spPr>
            <a:xfrm>
              <a:off x="7501637" y="3037322"/>
              <a:ext cx="6269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DLN116_c_1</a:t>
              </a:r>
            </a:p>
          </p:txBody>
        </p:sp>
        <p:sp>
          <p:nvSpPr>
            <p:cNvPr id="3914" name="tx3914"/>
            <p:cNvSpPr/>
            <p:nvPr/>
          </p:nvSpPr>
          <p:spPr>
            <a:xfrm>
              <a:off x="7523787" y="3037322"/>
              <a:ext cx="62691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DLN116_c_2</a:t>
              </a:r>
            </a:p>
          </p:txBody>
        </p:sp>
        <p:sp>
          <p:nvSpPr>
            <p:cNvPr id="3915" name="tx3915"/>
            <p:cNvSpPr/>
            <p:nvPr/>
          </p:nvSpPr>
          <p:spPr>
            <a:xfrm>
              <a:off x="765703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DLN117</a:t>
              </a:r>
            </a:p>
          </p:txBody>
        </p:sp>
        <p:sp>
          <p:nvSpPr>
            <p:cNvPr id="3916" name="tx3916"/>
            <p:cNvSpPr/>
            <p:nvPr/>
          </p:nvSpPr>
          <p:spPr>
            <a:xfrm>
              <a:off x="7621533" y="3037322"/>
              <a:ext cx="52001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DLN117_b</a:t>
              </a:r>
            </a:p>
          </p:txBody>
        </p:sp>
        <p:sp>
          <p:nvSpPr>
            <p:cNvPr id="3917" name="tx3917"/>
            <p:cNvSpPr/>
            <p:nvPr/>
          </p:nvSpPr>
          <p:spPr>
            <a:xfrm>
              <a:off x="770133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DLN118</a:t>
              </a:r>
            </a:p>
          </p:txBody>
        </p:sp>
        <p:sp>
          <p:nvSpPr>
            <p:cNvPr id="3918" name="tx3918"/>
            <p:cNvSpPr/>
            <p:nvPr/>
          </p:nvSpPr>
          <p:spPr>
            <a:xfrm>
              <a:off x="772348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DLN120</a:t>
              </a:r>
            </a:p>
          </p:txBody>
        </p:sp>
        <p:sp>
          <p:nvSpPr>
            <p:cNvPr id="3919" name="tx3919"/>
            <p:cNvSpPr/>
            <p:nvPr/>
          </p:nvSpPr>
          <p:spPr>
            <a:xfrm>
              <a:off x="7689080" y="3037322"/>
              <a:ext cx="51782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DLN120_a</a:t>
              </a:r>
            </a:p>
          </p:txBody>
        </p:sp>
        <p:sp>
          <p:nvSpPr>
            <p:cNvPr id="3920" name="tx3920"/>
            <p:cNvSpPr/>
            <p:nvPr/>
          </p:nvSpPr>
          <p:spPr>
            <a:xfrm>
              <a:off x="776778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DLN121</a:t>
              </a:r>
            </a:p>
          </p:txBody>
        </p:sp>
        <p:sp>
          <p:nvSpPr>
            <p:cNvPr id="3921" name="tx3921"/>
            <p:cNvSpPr/>
            <p:nvPr/>
          </p:nvSpPr>
          <p:spPr>
            <a:xfrm>
              <a:off x="778993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DLN122</a:t>
              </a:r>
            </a:p>
          </p:txBody>
        </p:sp>
        <p:sp>
          <p:nvSpPr>
            <p:cNvPr id="3922" name="tx3922"/>
            <p:cNvSpPr/>
            <p:nvPr/>
          </p:nvSpPr>
          <p:spPr>
            <a:xfrm>
              <a:off x="781208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DLN123</a:t>
              </a:r>
            </a:p>
          </p:txBody>
        </p:sp>
        <p:sp>
          <p:nvSpPr>
            <p:cNvPr id="3923" name="tx3923"/>
            <p:cNvSpPr/>
            <p:nvPr/>
          </p:nvSpPr>
          <p:spPr>
            <a:xfrm>
              <a:off x="777649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DLN126_1</a:t>
              </a:r>
            </a:p>
          </p:txBody>
        </p:sp>
        <p:sp>
          <p:nvSpPr>
            <p:cNvPr id="3924" name="tx3924"/>
            <p:cNvSpPr/>
            <p:nvPr/>
          </p:nvSpPr>
          <p:spPr>
            <a:xfrm>
              <a:off x="779864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DLN126_2</a:t>
              </a:r>
            </a:p>
          </p:txBody>
        </p:sp>
        <p:sp>
          <p:nvSpPr>
            <p:cNvPr id="3925" name="tx3925"/>
            <p:cNvSpPr/>
            <p:nvPr/>
          </p:nvSpPr>
          <p:spPr>
            <a:xfrm>
              <a:off x="787853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DLN127</a:t>
              </a:r>
            </a:p>
          </p:txBody>
        </p:sp>
        <p:sp>
          <p:nvSpPr>
            <p:cNvPr id="3926" name="tx3926"/>
            <p:cNvSpPr/>
            <p:nvPr/>
          </p:nvSpPr>
          <p:spPr>
            <a:xfrm>
              <a:off x="784294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DLN128_1</a:t>
              </a:r>
            </a:p>
          </p:txBody>
        </p:sp>
        <p:sp>
          <p:nvSpPr>
            <p:cNvPr id="3927" name="tx3927"/>
            <p:cNvSpPr/>
            <p:nvPr/>
          </p:nvSpPr>
          <p:spPr>
            <a:xfrm>
              <a:off x="786508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DLN128_2</a:t>
              </a:r>
            </a:p>
          </p:txBody>
        </p:sp>
        <p:sp>
          <p:nvSpPr>
            <p:cNvPr id="3928" name="tx3928"/>
            <p:cNvSpPr/>
            <p:nvPr/>
          </p:nvSpPr>
          <p:spPr>
            <a:xfrm>
              <a:off x="788723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DLN129_1</a:t>
              </a:r>
            </a:p>
          </p:txBody>
        </p:sp>
        <p:sp>
          <p:nvSpPr>
            <p:cNvPr id="3929" name="tx3929"/>
            <p:cNvSpPr/>
            <p:nvPr/>
          </p:nvSpPr>
          <p:spPr>
            <a:xfrm>
              <a:off x="790938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DLN129_2</a:t>
              </a:r>
            </a:p>
          </p:txBody>
        </p:sp>
        <p:sp>
          <p:nvSpPr>
            <p:cNvPr id="3930" name="tx3930"/>
            <p:cNvSpPr/>
            <p:nvPr/>
          </p:nvSpPr>
          <p:spPr>
            <a:xfrm>
              <a:off x="798928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DLN130</a:t>
              </a:r>
            </a:p>
          </p:txBody>
        </p:sp>
        <p:sp>
          <p:nvSpPr>
            <p:cNvPr id="3931" name="tx3931"/>
            <p:cNvSpPr/>
            <p:nvPr/>
          </p:nvSpPr>
          <p:spPr>
            <a:xfrm>
              <a:off x="795368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DLN131_1</a:t>
              </a:r>
            </a:p>
          </p:txBody>
        </p:sp>
        <p:sp>
          <p:nvSpPr>
            <p:cNvPr id="3932" name="tx3932"/>
            <p:cNvSpPr/>
            <p:nvPr/>
          </p:nvSpPr>
          <p:spPr>
            <a:xfrm>
              <a:off x="797583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DLN131_2</a:t>
              </a:r>
            </a:p>
          </p:txBody>
        </p:sp>
        <p:sp>
          <p:nvSpPr>
            <p:cNvPr id="3933" name="tx3933"/>
            <p:cNvSpPr/>
            <p:nvPr/>
          </p:nvSpPr>
          <p:spPr>
            <a:xfrm>
              <a:off x="799798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DLN133_1</a:t>
              </a:r>
            </a:p>
          </p:txBody>
        </p:sp>
        <p:sp>
          <p:nvSpPr>
            <p:cNvPr id="3934" name="tx3934"/>
            <p:cNvSpPr/>
            <p:nvPr/>
          </p:nvSpPr>
          <p:spPr>
            <a:xfrm>
              <a:off x="802013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DLN133_2</a:t>
              </a:r>
            </a:p>
          </p:txBody>
        </p:sp>
        <p:sp>
          <p:nvSpPr>
            <p:cNvPr id="3935" name="tx3935"/>
            <p:cNvSpPr/>
            <p:nvPr/>
          </p:nvSpPr>
          <p:spPr>
            <a:xfrm>
              <a:off x="8100032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DLN134</a:t>
              </a:r>
            </a:p>
          </p:txBody>
        </p:sp>
        <p:sp>
          <p:nvSpPr>
            <p:cNvPr id="3936" name="tx3936"/>
            <p:cNvSpPr/>
            <p:nvPr/>
          </p:nvSpPr>
          <p:spPr>
            <a:xfrm>
              <a:off x="796389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WMT_SWP100</a:t>
              </a:r>
            </a:p>
          </p:txBody>
        </p:sp>
        <p:sp>
          <p:nvSpPr>
            <p:cNvPr id="3937" name="tx3937"/>
            <p:cNvSpPr/>
            <p:nvPr/>
          </p:nvSpPr>
          <p:spPr>
            <a:xfrm>
              <a:off x="798604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WMT_SWP101</a:t>
              </a:r>
            </a:p>
          </p:txBody>
        </p:sp>
        <p:sp>
          <p:nvSpPr>
            <p:cNvPr id="3938" name="tx3938"/>
            <p:cNvSpPr/>
            <p:nvPr/>
          </p:nvSpPr>
          <p:spPr>
            <a:xfrm>
              <a:off x="800819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WMT_SWP102</a:t>
              </a:r>
            </a:p>
          </p:txBody>
        </p:sp>
        <p:sp>
          <p:nvSpPr>
            <p:cNvPr id="3939" name="tx3939"/>
            <p:cNvSpPr/>
            <p:nvPr/>
          </p:nvSpPr>
          <p:spPr>
            <a:xfrm>
              <a:off x="803034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WMT_SWP103</a:t>
              </a:r>
            </a:p>
          </p:txBody>
        </p:sp>
        <p:sp>
          <p:nvSpPr>
            <p:cNvPr id="3940" name="tx3940"/>
            <p:cNvSpPr/>
            <p:nvPr/>
          </p:nvSpPr>
          <p:spPr>
            <a:xfrm>
              <a:off x="805249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WMT_SWP104</a:t>
              </a:r>
            </a:p>
          </p:txBody>
        </p:sp>
        <p:sp>
          <p:nvSpPr>
            <p:cNvPr id="3941" name="tx3941"/>
            <p:cNvSpPr/>
            <p:nvPr/>
          </p:nvSpPr>
          <p:spPr>
            <a:xfrm>
              <a:off x="807464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WMT_SWP105</a:t>
              </a:r>
            </a:p>
          </p:txBody>
        </p:sp>
        <p:sp>
          <p:nvSpPr>
            <p:cNvPr id="3942" name="tx3942"/>
            <p:cNvSpPr/>
            <p:nvPr/>
          </p:nvSpPr>
          <p:spPr>
            <a:xfrm>
              <a:off x="809679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WMT_SWP106</a:t>
              </a:r>
            </a:p>
          </p:txBody>
        </p:sp>
        <p:sp>
          <p:nvSpPr>
            <p:cNvPr id="3943" name="tx3943"/>
            <p:cNvSpPr/>
            <p:nvPr/>
          </p:nvSpPr>
          <p:spPr>
            <a:xfrm>
              <a:off x="811894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WMT_SWP107</a:t>
              </a:r>
            </a:p>
          </p:txBody>
        </p:sp>
        <p:sp>
          <p:nvSpPr>
            <p:cNvPr id="3944" name="tx3944"/>
            <p:cNvSpPr/>
            <p:nvPr/>
          </p:nvSpPr>
          <p:spPr>
            <a:xfrm>
              <a:off x="814109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WMT_SWP108</a:t>
              </a:r>
            </a:p>
          </p:txBody>
        </p:sp>
        <p:sp>
          <p:nvSpPr>
            <p:cNvPr id="3945" name="tx3945"/>
            <p:cNvSpPr/>
            <p:nvPr/>
          </p:nvSpPr>
          <p:spPr>
            <a:xfrm>
              <a:off x="816324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WMT_SWP109</a:t>
              </a:r>
            </a:p>
          </p:txBody>
        </p:sp>
        <p:sp>
          <p:nvSpPr>
            <p:cNvPr id="3946" name="tx3946"/>
            <p:cNvSpPr/>
            <p:nvPr/>
          </p:nvSpPr>
          <p:spPr>
            <a:xfrm>
              <a:off x="818539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WMT_SWP110</a:t>
              </a:r>
            </a:p>
          </p:txBody>
        </p:sp>
        <p:sp>
          <p:nvSpPr>
            <p:cNvPr id="3947" name="tx3947"/>
            <p:cNvSpPr/>
            <p:nvPr/>
          </p:nvSpPr>
          <p:spPr>
            <a:xfrm>
              <a:off x="820754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WMT_SWP111</a:t>
              </a:r>
            </a:p>
          </p:txBody>
        </p:sp>
        <p:sp>
          <p:nvSpPr>
            <p:cNvPr id="3948" name="tx3948"/>
            <p:cNvSpPr/>
            <p:nvPr/>
          </p:nvSpPr>
          <p:spPr>
            <a:xfrm>
              <a:off x="822969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WMT_SWP112</a:t>
              </a:r>
            </a:p>
          </p:txBody>
        </p:sp>
        <p:sp>
          <p:nvSpPr>
            <p:cNvPr id="3949" name="tx3949"/>
            <p:cNvSpPr/>
            <p:nvPr/>
          </p:nvSpPr>
          <p:spPr>
            <a:xfrm>
              <a:off x="825184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WMT_SWP113</a:t>
              </a:r>
            </a:p>
          </p:txBody>
        </p:sp>
        <p:sp>
          <p:nvSpPr>
            <p:cNvPr id="3950" name="tx3950"/>
            <p:cNvSpPr/>
            <p:nvPr/>
          </p:nvSpPr>
          <p:spPr>
            <a:xfrm>
              <a:off x="827399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WMT_SWP114</a:t>
              </a:r>
            </a:p>
          </p:txBody>
        </p:sp>
        <p:sp>
          <p:nvSpPr>
            <p:cNvPr id="3951" name="tx3951"/>
            <p:cNvSpPr/>
            <p:nvPr/>
          </p:nvSpPr>
          <p:spPr>
            <a:xfrm>
              <a:off x="829614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WMT_SWP115</a:t>
              </a:r>
            </a:p>
          </p:txBody>
        </p:sp>
        <p:sp>
          <p:nvSpPr>
            <p:cNvPr id="3952" name="tx3952"/>
            <p:cNvSpPr/>
            <p:nvPr/>
          </p:nvSpPr>
          <p:spPr>
            <a:xfrm>
              <a:off x="831829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WMT_SWP116</a:t>
              </a:r>
            </a:p>
          </p:txBody>
        </p:sp>
        <p:sp>
          <p:nvSpPr>
            <p:cNvPr id="3953" name="tx3953"/>
            <p:cNvSpPr/>
            <p:nvPr/>
          </p:nvSpPr>
          <p:spPr>
            <a:xfrm>
              <a:off x="834044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WMT_SWP117</a:t>
              </a:r>
            </a:p>
          </p:txBody>
        </p:sp>
        <p:sp>
          <p:nvSpPr>
            <p:cNvPr id="3954" name="tx3954"/>
            <p:cNvSpPr/>
            <p:nvPr/>
          </p:nvSpPr>
          <p:spPr>
            <a:xfrm>
              <a:off x="836259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WMT_SWP118</a:t>
              </a:r>
            </a:p>
          </p:txBody>
        </p:sp>
        <p:sp>
          <p:nvSpPr>
            <p:cNvPr id="3955" name="tx3955"/>
            <p:cNvSpPr/>
            <p:nvPr/>
          </p:nvSpPr>
          <p:spPr>
            <a:xfrm>
              <a:off x="838474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WMT_SWP119</a:t>
              </a:r>
            </a:p>
          </p:txBody>
        </p:sp>
        <p:sp>
          <p:nvSpPr>
            <p:cNvPr id="3956" name="tx3956"/>
            <p:cNvSpPr/>
            <p:nvPr/>
          </p:nvSpPr>
          <p:spPr>
            <a:xfrm>
              <a:off x="840689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WMT_SWP120</a:t>
              </a:r>
            </a:p>
          </p:txBody>
        </p:sp>
        <p:sp>
          <p:nvSpPr>
            <p:cNvPr id="3957" name="tx3957"/>
            <p:cNvSpPr/>
            <p:nvPr/>
          </p:nvSpPr>
          <p:spPr>
            <a:xfrm>
              <a:off x="842904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WMT_SWP121</a:t>
              </a:r>
            </a:p>
          </p:txBody>
        </p:sp>
        <p:sp>
          <p:nvSpPr>
            <p:cNvPr id="3958" name="tx3958"/>
            <p:cNvSpPr/>
            <p:nvPr/>
          </p:nvSpPr>
          <p:spPr>
            <a:xfrm>
              <a:off x="845119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WMT_SWP122</a:t>
              </a:r>
            </a:p>
          </p:txBody>
        </p:sp>
        <p:sp>
          <p:nvSpPr>
            <p:cNvPr id="3959" name="tx3959"/>
            <p:cNvSpPr/>
            <p:nvPr/>
          </p:nvSpPr>
          <p:spPr>
            <a:xfrm>
              <a:off x="847334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WMT_SWP123</a:t>
              </a:r>
            </a:p>
          </p:txBody>
        </p:sp>
        <p:sp>
          <p:nvSpPr>
            <p:cNvPr id="3960" name="tx3960"/>
            <p:cNvSpPr/>
            <p:nvPr/>
          </p:nvSpPr>
          <p:spPr>
            <a:xfrm>
              <a:off x="849549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WMT_SWP124</a:t>
              </a:r>
            </a:p>
          </p:txBody>
        </p:sp>
        <p:sp>
          <p:nvSpPr>
            <p:cNvPr id="3961" name="tx3961"/>
            <p:cNvSpPr/>
            <p:nvPr/>
          </p:nvSpPr>
          <p:spPr>
            <a:xfrm>
              <a:off x="851764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WMT_SWP125</a:t>
              </a:r>
            </a:p>
          </p:txBody>
        </p:sp>
        <p:sp>
          <p:nvSpPr>
            <p:cNvPr id="3962" name="tx3962"/>
            <p:cNvSpPr/>
            <p:nvPr/>
          </p:nvSpPr>
          <p:spPr>
            <a:xfrm>
              <a:off x="8572119" y="3037322"/>
              <a:ext cx="6566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WMT_SWP99</a:t>
              </a:r>
            </a:p>
          </p:txBody>
        </p:sp>
        <p:sp>
          <p:nvSpPr>
            <p:cNvPr id="3963" name="pl3963"/>
            <p:cNvSpPr/>
            <p:nvPr/>
          </p:nvSpPr>
          <p:spPr>
            <a:xfrm>
              <a:off x="8964334" y="2991773"/>
              <a:ext cx="2950355" cy="0"/>
            </a:xfrm>
            <a:custGeom>
              <a:avLst/>
              <a:pathLst>
                <a:path w="2950355" h="0">
                  <a:moveTo>
                    <a:pt x="0" y="0"/>
                  </a:moveTo>
                  <a:lnTo>
                    <a:pt x="295035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897762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899977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902192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904407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906622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908837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911052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913267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915482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917697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919912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922127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924342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926557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928772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930987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933202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935417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937632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939847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942062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944277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946492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948707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950922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953137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955351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957566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959781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961996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964211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966426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96864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970856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97307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975286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977501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97971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981931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98414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986361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988576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990791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99300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995221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99743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999651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1001866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100408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100629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100851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1010726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1012941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101515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101737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101958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1021801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1024016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102623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102844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103066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103287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1035091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1037306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103952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104173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104395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1046166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1048381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105059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105281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105502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105724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1059456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1061671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106388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106610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106831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1070531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1072746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107496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107717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107939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108160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1083820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10860359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108825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109046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109268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1094895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10971108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109932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110154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110375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110597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1108185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11104007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1112615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1114830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1117045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1119260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11214756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1123690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1125905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1128120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1130335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1132550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11347655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1136980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1139195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1141410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1143625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11458404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1148055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1150270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1152485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1154700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1156915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11591303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1161345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1163560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1165775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1167990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11702052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1172420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1174635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1176850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1179065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1181280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11834951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1185710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1187925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11901400" y="29917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tx4097"/>
            <p:cNvSpPr/>
            <p:nvPr/>
          </p:nvSpPr>
          <p:spPr>
            <a:xfrm>
              <a:off x="871752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DLN139_1</a:t>
              </a:r>
            </a:p>
          </p:txBody>
        </p:sp>
        <p:sp>
          <p:nvSpPr>
            <p:cNvPr id="4098" name="tx4098"/>
            <p:cNvSpPr/>
            <p:nvPr/>
          </p:nvSpPr>
          <p:spPr>
            <a:xfrm>
              <a:off x="873967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DLN139_2</a:t>
              </a:r>
            </a:p>
          </p:txBody>
        </p:sp>
        <p:sp>
          <p:nvSpPr>
            <p:cNvPr id="4099" name="tx4099"/>
            <p:cNvSpPr/>
            <p:nvPr/>
          </p:nvSpPr>
          <p:spPr>
            <a:xfrm>
              <a:off x="881956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DLN140</a:t>
              </a:r>
            </a:p>
          </p:txBody>
        </p:sp>
        <p:sp>
          <p:nvSpPr>
            <p:cNvPr id="4100" name="tx4100"/>
            <p:cNvSpPr/>
            <p:nvPr/>
          </p:nvSpPr>
          <p:spPr>
            <a:xfrm>
              <a:off x="878397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DLN142_1</a:t>
              </a:r>
            </a:p>
          </p:txBody>
        </p:sp>
        <p:sp>
          <p:nvSpPr>
            <p:cNvPr id="4101" name="tx4101"/>
            <p:cNvSpPr/>
            <p:nvPr/>
          </p:nvSpPr>
          <p:spPr>
            <a:xfrm>
              <a:off x="880612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DLN143_1</a:t>
              </a:r>
            </a:p>
          </p:txBody>
        </p:sp>
        <p:sp>
          <p:nvSpPr>
            <p:cNvPr id="4102" name="tx4102"/>
            <p:cNvSpPr/>
            <p:nvPr/>
          </p:nvSpPr>
          <p:spPr>
            <a:xfrm>
              <a:off x="882827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DLN143_2</a:t>
              </a:r>
            </a:p>
          </p:txBody>
        </p:sp>
        <p:sp>
          <p:nvSpPr>
            <p:cNvPr id="4103" name="tx4103"/>
            <p:cNvSpPr/>
            <p:nvPr/>
          </p:nvSpPr>
          <p:spPr>
            <a:xfrm>
              <a:off x="890816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DLN144</a:t>
              </a:r>
            </a:p>
          </p:txBody>
        </p:sp>
        <p:sp>
          <p:nvSpPr>
            <p:cNvPr id="4104" name="tx4104"/>
            <p:cNvSpPr/>
            <p:nvPr/>
          </p:nvSpPr>
          <p:spPr>
            <a:xfrm>
              <a:off x="893031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DLN145</a:t>
              </a:r>
            </a:p>
          </p:txBody>
        </p:sp>
        <p:sp>
          <p:nvSpPr>
            <p:cNvPr id="4105" name="tx4105"/>
            <p:cNvSpPr/>
            <p:nvPr/>
          </p:nvSpPr>
          <p:spPr>
            <a:xfrm>
              <a:off x="889472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DLN146_1</a:t>
              </a:r>
            </a:p>
          </p:txBody>
        </p:sp>
        <p:sp>
          <p:nvSpPr>
            <p:cNvPr id="4106" name="tx4106"/>
            <p:cNvSpPr/>
            <p:nvPr/>
          </p:nvSpPr>
          <p:spPr>
            <a:xfrm>
              <a:off x="891687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DLN146_2</a:t>
              </a:r>
            </a:p>
          </p:txBody>
        </p:sp>
        <p:sp>
          <p:nvSpPr>
            <p:cNvPr id="4107" name="tx4107"/>
            <p:cNvSpPr/>
            <p:nvPr/>
          </p:nvSpPr>
          <p:spPr>
            <a:xfrm>
              <a:off x="899676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DLN147</a:t>
              </a:r>
            </a:p>
          </p:txBody>
        </p:sp>
        <p:sp>
          <p:nvSpPr>
            <p:cNvPr id="4108" name="tx4108"/>
            <p:cNvSpPr/>
            <p:nvPr/>
          </p:nvSpPr>
          <p:spPr>
            <a:xfrm>
              <a:off x="901891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DLN148</a:t>
              </a:r>
            </a:p>
          </p:txBody>
        </p:sp>
        <p:sp>
          <p:nvSpPr>
            <p:cNvPr id="4109" name="tx4109"/>
            <p:cNvSpPr/>
            <p:nvPr/>
          </p:nvSpPr>
          <p:spPr>
            <a:xfrm>
              <a:off x="898332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DLN149_1</a:t>
              </a:r>
            </a:p>
          </p:txBody>
        </p:sp>
        <p:sp>
          <p:nvSpPr>
            <p:cNvPr id="4110" name="tx4110"/>
            <p:cNvSpPr/>
            <p:nvPr/>
          </p:nvSpPr>
          <p:spPr>
            <a:xfrm>
              <a:off x="900547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DLN149_2</a:t>
              </a:r>
            </a:p>
          </p:txBody>
        </p:sp>
        <p:sp>
          <p:nvSpPr>
            <p:cNvPr id="4111" name="tx4111"/>
            <p:cNvSpPr/>
            <p:nvPr/>
          </p:nvSpPr>
          <p:spPr>
            <a:xfrm>
              <a:off x="908536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DLN151</a:t>
              </a:r>
            </a:p>
          </p:txBody>
        </p:sp>
        <p:sp>
          <p:nvSpPr>
            <p:cNvPr id="4112" name="tx4112"/>
            <p:cNvSpPr/>
            <p:nvPr/>
          </p:nvSpPr>
          <p:spPr>
            <a:xfrm>
              <a:off x="910751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DLN152</a:t>
              </a:r>
            </a:p>
          </p:txBody>
        </p:sp>
        <p:sp>
          <p:nvSpPr>
            <p:cNvPr id="4113" name="tx4113"/>
            <p:cNvSpPr/>
            <p:nvPr/>
          </p:nvSpPr>
          <p:spPr>
            <a:xfrm>
              <a:off x="912966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DLN153</a:t>
              </a:r>
            </a:p>
          </p:txBody>
        </p:sp>
        <p:sp>
          <p:nvSpPr>
            <p:cNvPr id="4114" name="tx4114"/>
            <p:cNvSpPr/>
            <p:nvPr/>
          </p:nvSpPr>
          <p:spPr>
            <a:xfrm>
              <a:off x="915181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DLN154</a:t>
              </a:r>
            </a:p>
          </p:txBody>
        </p:sp>
        <p:sp>
          <p:nvSpPr>
            <p:cNvPr id="4115" name="tx4115"/>
            <p:cNvSpPr/>
            <p:nvPr/>
          </p:nvSpPr>
          <p:spPr>
            <a:xfrm>
              <a:off x="917396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DLN156</a:t>
              </a:r>
            </a:p>
          </p:txBody>
        </p:sp>
        <p:sp>
          <p:nvSpPr>
            <p:cNvPr id="4116" name="tx4116"/>
            <p:cNvSpPr/>
            <p:nvPr/>
          </p:nvSpPr>
          <p:spPr>
            <a:xfrm>
              <a:off x="919611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DLN157</a:t>
              </a:r>
            </a:p>
          </p:txBody>
        </p:sp>
        <p:sp>
          <p:nvSpPr>
            <p:cNvPr id="4117" name="tx4117"/>
            <p:cNvSpPr/>
            <p:nvPr/>
          </p:nvSpPr>
          <p:spPr>
            <a:xfrm>
              <a:off x="916051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DLN158_1</a:t>
              </a:r>
            </a:p>
          </p:txBody>
        </p:sp>
        <p:sp>
          <p:nvSpPr>
            <p:cNvPr id="4118" name="tx4118"/>
            <p:cNvSpPr/>
            <p:nvPr/>
          </p:nvSpPr>
          <p:spPr>
            <a:xfrm>
              <a:off x="918266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DLN158_2</a:t>
              </a:r>
            </a:p>
          </p:txBody>
        </p:sp>
        <p:sp>
          <p:nvSpPr>
            <p:cNvPr id="4119" name="tx4119"/>
            <p:cNvSpPr/>
            <p:nvPr/>
          </p:nvSpPr>
          <p:spPr>
            <a:xfrm>
              <a:off x="926256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DLN159</a:t>
              </a:r>
            </a:p>
          </p:txBody>
        </p:sp>
        <p:sp>
          <p:nvSpPr>
            <p:cNvPr id="4120" name="tx4120"/>
            <p:cNvSpPr/>
            <p:nvPr/>
          </p:nvSpPr>
          <p:spPr>
            <a:xfrm>
              <a:off x="922696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DLN161_1</a:t>
              </a:r>
            </a:p>
          </p:txBody>
        </p:sp>
        <p:sp>
          <p:nvSpPr>
            <p:cNvPr id="4121" name="tx4121"/>
            <p:cNvSpPr/>
            <p:nvPr/>
          </p:nvSpPr>
          <p:spPr>
            <a:xfrm>
              <a:off x="924911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DLN161_2</a:t>
              </a:r>
            </a:p>
          </p:txBody>
        </p:sp>
        <p:sp>
          <p:nvSpPr>
            <p:cNvPr id="4122" name="tx4122"/>
            <p:cNvSpPr/>
            <p:nvPr/>
          </p:nvSpPr>
          <p:spPr>
            <a:xfrm>
              <a:off x="932901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DLN164</a:t>
              </a:r>
            </a:p>
          </p:txBody>
        </p:sp>
        <p:sp>
          <p:nvSpPr>
            <p:cNvPr id="4123" name="tx4123"/>
            <p:cNvSpPr/>
            <p:nvPr/>
          </p:nvSpPr>
          <p:spPr>
            <a:xfrm>
              <a:off x="935116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DLN165</a:t>
              </a:r>
            </a:p>
          </p:txBody>
        </p:sp>
        <p:sp>
          <p:nvSpPr>
            <p:cNvPr id="4124" name="tx4124"/>
            <p:cNvSpPr/>
            <p:nvPr/>
          </p:nvSpPr>
          <p:spPr>
            <a:xfrm>
              <a:off x="9373312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DLN167</a:t>
              </a:r>
            </a:p>
          </p:txBody>
        </p:sp>
        <p:sp>
          <p:nvSpPr>
            <p:cNvPr id="4125" name="tx4125"/>
            <p:cNvSpPr/>
            <p:nvPr/>
          </p:nvSpPr>
          <p:spPr>
            <a:xfrm>
              <a:off x="9395462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DLN168</a:t>
              </a:r>
            </a:p>
          </p:txBody>
        </p:sp>
        <p:sp>
          <p:nvSpPr>
            <p:cNvPr id="4126" name="tx4126"/>
            <p:cNvSpPr/>
            <p:nvPr/>
          </p:nvSpPr>
          <p:spPr>
            <a:xfrm>
              <a:off x="935986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DLN169_1</a:t>
              </a:r>
            </a:p>
          </p:txBody>
        </p:sp>
        <p:sp>
          <p:nvSpPr>
            <p:cNvPr id="4127" name="tx4127"/>
            <p:cNvSpPr/>
            <p:nvPr/>
          </p:nvSpPr>
          <p:spPr>
            <a:xfrm>
              <a:off x="9382018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DLN169_2</a:t>
              </a:r>
            </a:p>
          </p:txBody>
        </p:sp>
        <p:sp>
          <p:nvSpPr>
            <p:cNvPr id="4128" name="tx4128"/>
            <p:cNvSpPr/>
            <p:nvPr/>
          </p:nvSpPr>
          <p:spPr>
            <a:xfrm>
              <a:off x="940416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DLN170_1</a:t>
              </a:r>
            </a:p>
          </p:txBody>
        </p:sp>
        <p:sp>
          <p:nvSpPr>
            <p:cNvPr id="4129" name="tx4129"/>
            <p:cNvSpPr/>
            <p:nvPr/>
          </p:nvSpPr>
          <p:spPr>
            <a:xfrm>
              <a:off x="9426317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DLN170_2</a:t>
              </a:r>
            </a:p>
          </p:txBody>
        </p:sp>
        <p:sp>
          <p:nvSpPr>
            <p:cNvPr id="4130" name="tx4130"/>
            <p:cNvSpPr/>
            <p:nvPr/>
          </p:nvSpPr>
          <p:spPr>
            <a:xfrm>
              <a:off x="950621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DLN171</a:t>
              </a:r>
            </a:p>
          </p:txBody>
        </p:sp>
        <p:sp>
          <p:nvSpPr>
            <p:cNvPr id="4131" name="tx4131"/>
            <p:cNvSpPr/>
            <p:nvPr/>
          </p:nvSpPr>
          <p:spPr>
            <a:xfrm>
              <a:off x="952836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DLN173</a:t>
              </a:r>
            </a:p>
          </p:txBody>
        </p:sp>
        <p:sp>
          <p:nvSpPr>
            <p:cNvPr id="4132" name="tx4132"/>
            <p:cNvSpPr/>
            <p:nvPr/>
          </p:nvSpPr>
          <p:spPr>
            <a:xfrm>
              <a:off x="955051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DLN174</a:t>
              </a:r>
            </a:p>
          </p:txBody>
        </p:sp>
        <p:sp>
          <p:nvSpPr>
            <p:cNvPr id="4133" name="tx4133"/>
            <p:cNvSpPr/>
            <p:nvPr/>
          </p:nvSpPr>
          <p:spPr>
            <a:xfrm>
              <a:off x="9572661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DLN175</a:t>
              </a:r>
            </a:p>
          </p:txBody>
        </p:sp>
        <p:sp>
          <p:nvSpPr>
            <p:cNvPr id="4134" name="tx4134"/>
            <p:cNvSpPr/>
            <p:nvPr/>
          </p:nvSpPr>
          <p:spPr>
            <a:xfrm>
              <a:off x="9537066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DLN178_1</a:t>
              </a:r>
            </a:p>
          </p:txBody>
        </p:sp>
        <p:sp>
          <p:nvSpPr>
            <p:cNvPr id="4135" name="tx4135"/>
            <p:cNvSpPr/>
            <p:nvPr/>
          </p:nvSpPr>
          <p:spPr>
            <a:xfrm>
              <a:off x="9559216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DLN178_2</a:t>
              </a:r>
            </a:p>
          </p:txBody>
        </p:sp>
        <p:sp>
          <p:nvSpPr>
            <p:cNvPr id="4136" name="tx4136"/>
            <p:cNvSpPr/>
            <p:nvPr/>
          </p:nvSpPr>
          <p:spPr>
            <a:xfrm>
              <a:off x="9581366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DLN179_1</a:t>
              </a:r>
            </a:p>
          </p:txBody>
        </p:sp>
        <p:sp>
          <p:nvSpPr>
            <p:cNvPr id="4137" name="tx4137"/>
            <p:cNvSpPr/>
            <p:nvPr/>
          </p:nvSpPr>
          <p:spPr>
            <a:xfrm>
              <a:off x="9603516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DLN179_2</a:t>
              </a:r>
            </a:p>
          </p:txBody>
        </p:sp>
        <p:sp>
          <p:nvSpPr>
            <p:cNvPr id="4138" name="tx4138"/>
            <p:cNvSpPr/>
            <p:nvPr/>
          </p:nvSpPr>
          <p:spPr>
            <a:xfrm>
              <a:off x="968341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DLN180</a:t>
              </a:r>
            </a:p>
          </p:txBody>
        </p:sp>
        <p:sp>
          <p:nvSpPr>
            <p:cNvPr id="4139" name="tx4139"/>
            <p:cNvSpPr/>
            <p:nvPr/>
          </p:nvSpPr>
          <p:spPr>
            <a:xfrm>
              <a:off x="970556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DLN181</a:t>
              </a:r>
            </a:p>
          </p:txBody>
        </p:sp>
        <p:sp>
          <p:nvSpPr>
            <p:cNvPr id="4140" name="tx4140"/>
            <p:cNvSpPr/>
            <p:nvPr/>
          </p:nvSpPr>
          <p:spPr>
            <a:xfrm>
              <a:off x="9727710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DLN182</a:t>
              </a:r>
            </a:p>
          </p:txBody>
        </p:sp>
        <p:sp>
          <p:nvSpPr>
            <p:cNvPr id="4141" name="tx4141"/>
            <p:cNvSpPr/>
            <p:nvPr/>
          </p:nvSpPr>
          <p:spPr>
            <a:xfrm>
              <a:off x="974985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DLN184</a:t>
              </a:r>
            </a:p>
          </p:txBody>
        </p:sp>
        <p:sp>
          <p:nvSpPr>
            <p:cNvPr id="4142" name="tx4142"/>
            <p:cNvSpPr/>
            <p:nvPr/>
          </p:nvSpPr>
          <p:spPr>
            <a:xfrm>
              <a:off x="977200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DLN187</a:t>
              </a:r>
            </a:p>
          </p:txBody>
        </p:sp>
        <p:sp>
          <p:nvSpPr>
            <p:cNvPr id="4143" name="tx4143"/>
            <p:cNvSpPr/>
            <p:nvPr/>
          </p:nvSpPr>
          <p:spPr>
            <a:xfrm>
              <a:off x="979415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DLN188</a:t>
              </a:r>
            </a:p>
          </p:txBody>
        </p:sp>
        <p:sp>
          <p:nvSpPr>
            <p:cNvPr id="4144" name="tx4144"/>
            <p:cNvSpPr/>
            <p:nvPr/>
          </p:nvSpPr>
          <p:spPr>
            <a:xfrm>
              <a:off x="9816309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DLN189</a:t>
              </a:r>
            </a:p>
          </p:txBody>
        </p:sp>
        <p:sp>
          <p:nvSpPr>
            <p:cNvPr id="4145" name="tx4145"/>
            <p:cNvSpPr/>
            <p:nvPr/>
          </p:nvSpPr>
          <p:spPr>
            <a:xfrm>
              <a:off x="97807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DLN190_1</a:t>
              </a:r>
            </a:p>
          </p:txBody>
        </p:sp>
        <p:sp>
          <p:nvSpPr>
            <p:cNvPr id="4146" name="tx4146"/>
            <p:cNvSpPr/>
            <p:nvPr/>
          </p:nvSpPr>
          <p:spPr>
            <a:xfrm>
              <a:off x="980286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DLN190_2</a:t>
              </a:r>
            </a:p>
          </p:txBody>
        </p:sp>
        <p:sp>
          <p:nvSpPr>
            <p:cNvPr id="4147" name="tx4147"/>
            <p:cNvSpPr/>
            <p:nvPr/>
          </p:nvSpPr>
          <p:spPr>
            <a:xfrm>
              <a:off x="98250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DLN191_1</a:t>
              </a:r>
            </a:p>
          </p:txBody>
        </p:sp>
        <p:sp>
          <p:nvSpPr>
            <p:cNvPr id="4148" name="tx4148"/>
            <p:cNvSpPr/>
            <p:nvPr/>
          </p:nvSpPr>
          <p:spPr>
            <a:xfrm>
              <a:off x="984716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DLN191_2</a:t>
              </a:r>
            </a:p>
          </p:txBody>
        </p:sp>
        <p:sp>
          <p:nvSpPr>
            <p:cNvPr id="4149" name="tx4149"/>
            <p:cNvSpPr/>
            <p:nvPr/>
          </p:nvSpPr>
          <p:spPr>
            <a:xfrm>
              <a:off x="9869314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DLN192_1</a:t>
              </a:r>
            </a:p>
          </p:txBody>
        </p:sp>
        <p:sp>
          <p:nvSpPr>
            <p:cNvPr id="4150" name="tx4150"/>
            <p:cNvSpPr/>
            <p:nvPr/>
          </p:nvSpPr>
          <p:spPr>
            <a:xfrm>
              <a:off x="98914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DLN192_2</a:t>
              </a:r>
            </a:p>
          </p:txBody>
        </p:sp>
        <p:sp>
          <p:nvSpPr>
            <p:cNvPr id="4151" name="tx4151"/>
            <p:cNvSpPr/>
            <p:nvPr/>
          </p:nvSpPr>
          <p:spPr>
            <a:xfrm>
              <a:off x="991361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DLN193_1</a:t>
              </a:r>
            </a:p>
          </p:txBody>
        </p:sp>
        <p:sp>
          <p:nvSpPr>
            <p:cNvPr id="4152" name="tx4152"/>
            <p:cNvSpPr/>
            <p:nvPr/>
          </p:nvSpPr>
          <p:spPr>
            <a:xfrm>
              <a:off x="99357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DLN193_2</a:t>
              </a:r>
            </a:p>
          </p:txBody>
        </p:sp>
        <p:sp>
          <p:nvSpPr>
            <p:cNvPr id="4153" name="tx4153"/>
            <p:cNvSpPr/>
            <p:nvPr/>
          </p:nvSpPr>
          <p:spPr>
            <a:xfrm>
              <a:off x="1001565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DLN195</a:t>
              </a:r>
            </a:p>
          </p:txBody>
        </p:sp>
        <p:sp>
          <p:nvSpPr>
            <p:cNvPr id="4154" name="tx4154"/>
            <p:cNvSpPr/>
            <p:nvPr/>
          </p:nvSpPr>
          <p:spPr>
            <a:xfrm>
              <a:off x="9980063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DLN198_1</a:t>
              </a:r>
            </a:p>
          </p:txBody>
        </p:sp>
        <p:sp>
          <p:nvSpPr>
            <p:cNvPr id="4155" name="tx4155"/>
            <p:cNvSpPr/>
            <p:nvPr/>
          </p:nvSpPr>
          <p:spPr>
            <a:xfrm>
              <a:off x="1000221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DLN198_2</a:t>
              </a:r>
            </a:p>
          </p:txBody>
        </p:sp>
        <p:sp>
          <p:nvSpPr>
            <p:cNvPr id="4156" name="tx4156"/>
            <p:cNvSpPr/>
            <p:nvPr/>
          </p:nvSpPr>
          <p:spPr>
            <a:xfrm>
              <a:off x="10082107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DLN201</a:t>
              </a:r>
            </a:p>
          </p:txBody>
        </p:sp>
        <p:sp>
          <p:nvSpPr>
            <p:cNvPr id="4157" name="tx4157"/>
            <p:cNvSpPr/>
            <p:nvPr/>
          </p:nvSpPr>
          <p:spPr>
            <a:xfrm>
              <a:off x="1010425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DLN202</a:t>
              </a:r>
            </a:p>
          </p:txBody>
        </p:sp>
        <p:sp>
          <p:nvSpPr>
            <p:cNvPr id="4158" name="tx4158"/>
            <p:cNvSpPr/>
            <p:nvPr/>
          </p:nvSpPr>
          <p:spPr>
            <a:xfrm>
              <a:off x="1006866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DLN203_1</a:t>
              </a:r>
            </a:p>
          </p:txBody>
        </p:sp>
        <p:sp>
          <p:nvSpPr>
            <p:cNvPr id="4159" name="tx4159"/>
            <p:cNvSpPr/>
            <p:nvPr/>
          </p:nvSpPr>
          <p:spPr>
            <a:xfrm>
              <a:off x="10090812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DLN203_2</a:t>
              </a:r>
            </a:p>
          </p:txBody>
        </p:sp>
        <p:sp>
          <p:nvSpPr>
            <p:cNvPr id="4160" name="tx4160"/>
            <p:cNvSpPr/>
            <p:nvPr/>
          </p:nvSpPr>
          <p:spPr>
            <a:xfrm>
              <a:off x="101707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DLN204</a:t>
              </a:r>
            </a:p>
          </p:txBody>
        </p:sp>
        <p:sp>
          <p:nvSpPr>
            <p:cNvPr id="4161" name="tx4161"/>
            <p:cNvSpPr/>
            <p:nvPr/>
          </p:nvSpPr>
          <p:spPr>
            <a:xfrm>
              <a:off x="1019285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DLN205</a:t>
              </a:r>
            </a:p>
          </p:txBody>
        </p:sp>
        <p:sp>
          <p:nvSpPr>
            <p:cNvPr id="4162" name="tx4162"/>
            <p:cNvSpPr/>
            <p:nvPr/>
          </p:nvSpPr>
          <p:spPr>
            <a:xfrm>
              <a:off x="10215006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DLN207</a:t>
              </a:r>
            </a:p>
          </p:txBody>
        </p:sp>
        <p:sp>
          <p:nvSpPr>
            <p:cNvPr id="4163" name="tx4163"/>
            <p:cNvSpPr/>
            <p:nvPr/>
          </p:nvSpPr>
          <p:spPr>
            <a:xfrm>
              <a:off x="10237155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DLN208</a:t>
              </a:r>
            </a:p>
          </p:txBody>
        </p:sp>
        <p:sp>
          <p:nvSpPr>
            <p:cNvPr id="4164" name="tx4164"/>
            <p:cNvSpPr/>
            <p:nvPr/>
          </p:nvSpPr>
          <p:spPr>
            <a:xfrm>
              <a:off x="1020156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DLN209_1</a:t>
              </a:r>
            </a:p>
          </p:txBody>
        </p:sp>
        <p:sp>
          <p:nvSpPr>
            <p:cNvPr id="4165" name="tx4165"/>
            <p:cNvSpPr/>
            <p:nvPr/>
          </p:nvSpPr>
          <p:spPr>
            <a:xfrm>
              <a:off x="10223711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DLN209_2</a:t>
              </a:r>
            </a:p>
          </p:txBody>
        </p:sp>
        <p:sp>
          <p:nvSpPr>
            <p:cNvPr id="4166" name="tx4166"/>
            <p:cNvSpPr/>
            <p:nvPr/>
          </p:nvSpPr>
          <p:spPr>
            <a:xfrm>
              <a:off x="1024586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DLN210_1</a:t>
              </a:r>
            </a:p>
          </p:txBody>
        </p:sp>
        <p:sp>
          <p:nvSpPr>
            <p:cNvPr id="4167" name="tx4167"/>
            <p:cNvSpPr/>
            <p:nvPr/>
          </p:nvSpPr>
          <p:spPr>
            <a:xfrm>
              <a:off x="1026801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DLN210_2</a:t>
              </a:r>
            </a:p>
          </p:txBody>
        </p:sp>
        <p:sp>
          <p:nvSpPr>
            <p:cNvPr id="4168" name="tx4168"/>
            <p:cNvSpPr/>
            <p:nvPr/>
          </p:nvSpPr>
          <p:spPr>
            <a:xfrm>
              <a:off x="1029016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DLN211_1</a:t>
              </a:r>
            </a:p>
          </p:txBody>
        </p:sp>
        <p:sp>
          <p:nvSpPr>
            <p:cNvPr id="4169" name="tx4169"/>
            <p:cNvSpPr/>
            <p:nvPr/>
          </p:nvSpPr>
          <p:spPr>
            <a:xfrm>
              <a:off x="10312310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DLN211_2</a:t>
              </a:r>
            </a:p>
          </p:txBody>
        </p:sp>
        <p:sp>
          <p:nvSpPr>
            <p:cNvPr id="4170" name="tx4170"/>
            <p:cNvSpPr/>
            <p:nvPr/>
          </p:nvSpPr>
          <p:spPr>
            <a:xfrm>
              <a:off x="1039220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DLN212</a:t>
              </a:r>
            </a:p>
          </p:txBody>
        </p:sp>
        <p:sp>
          <p:nvSpPr>
            <p:cNvPr id="4171" name="tx4171"/>
            <p:cNvSpPr/>
            <p:nvPr/>
          </p:nvSpPr>
          <p:spPr>
            <a:xfrm>
              <a:off x="1041435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DLN213</a:t>
              </a:r>
            </a:p>
          </p:txBody>
        </p:sp>
        <p:sp>
          <p:nvSpPr>
            <p:cNvPr id="4172" name="tx4172"/>
            <p:cNvSpPr/>
            <p:nvPr/>
          </p:nvSpPr>
          <p:spPr>
            <a:xfrm>
              <a:off x="10436504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DLN214</a:t>
              </a:r>
            </a:p>
          </p:txBody>
        </p:sp>
        <p:sp>
          <p:nvSpPr>
            <p:cNvPr id="4173" name="tx4173"/>
            <p:cNvSpPr/>
            <p:nvPr/>
          </p:nvSpPr>
          <p:spPr>
            <a:xfrm>
              <a:off x="10458653" y="3037322"/>
              <a:ext cx="40471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DLN215</a:t>
              </a:r>
            </a:p>
          </p:txBody>
        </p:sp>
        <p:sp>
          <p:nvSpPr>
            <p:cNvPr id="4174" name="tx4174"/>
            <p:cNvSpPr/>
            <p:nvPr/>
          </p:nvSpPr>
          <p:spPr>
            <a:xfrm>
              <a:off x="1042305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DLN217_1</a:t>
              </a:r>
            </a:p>
          </p:txBody>
        </p:sp>
        <p:sp>
          <p:nvSpPr>
            <p:cNvPr id="4175" name="tx4175"/>
            <p:cNvSpPr/>
            <p:nvPr/>
          </p:nvSpPr>
          <p:spPr>
            <a:xfrm>
              <a:off x="10445209" y="3037322"/>
              <a:ext cx="52020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DLN217_2</a:t>
              </a:r>
            </a:p>
          </p:txBody>
        </p:sp>
        <p:sp>
          <p:nvSpPr>
            <p:cNvPr id="4176" name="tx4176"/>
            <p:cNvSpPr/>
            <p:nvPr/>
          </p:nvSpPr>
          <p:spPr>
            <a:xfrm>
              <a:off x="10366820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WMT_SWP126</a:t>
              </a:r>
            </a:p>
          </p:txBody>
        </p:sp>
        <p:sp>
          <p:nvSpPr>
            <p:cNvPr id="4177" name="tx4177"/>
            <p:cNvSpPr/>
            <p:nvPr/>
          </p:nvSpPr>
          <p:spPr>
            <a:xfrm>
              <a:off x="10388970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WMT_SWP127</a:t>
              </a:r>
            </a:p>
          </p:txBody>
        </p:sp>
        <p:sp>
          <p:nvSpPr>
            <p:cNvPr id="4178" name="tx4178"/>
            <p:cNvSpPr/>
            <p:nvPr/>
          </p:nvSpPr>
          <p:spPr>
            <a:xfrm>
              <a:off x="10411120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WMT_SWP128</a:t>
              </a:r>
            </a:p>
          </p:txBody>
        </p:sp>
        <p:sp>
          <p:nvSpPr>
            <p:cNvPr id="4179" name="tx4179"/>
            <p:cNvSpPr/>
            <p:nvPr/>
          </p:nvSpPr>
          <p:spPr>
            <a:xfrm>
              <a:off x="10433270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WMT_SWP129</a:t>
              </a:r>
            </a:p>
          </p:txBody>
        </p:sp>
        <p:sp>
          <p:nvSpPr>
            <p:cNvPr id="4180" name="tx4180"/>
            <p:cNvSpPr/>
            <p:nvPr/>
          </p:nvSpPr>
          <p:spPr>
            <a:xfrm>
              <a:off x="10455420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WMT_SWP130</a:t>
              </a:r>
            </a:p>
          </p:txBody>
        </p:sp>
        <p:sp>
          <p:nvSpPr>
            <p:cNvPr id="4181" name="tx4181"/>
            <p:cNvSpPr/>
            <p:nvPr/>
          </p:nvSpPr>
          <p:spPr>
            <a:xfrm>
              <a:off x="1047756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WMT_SWP131</a:t>
              </a:r>
            </a:p>
          </p:txBody>
        </p:sp>
        <p:sp>
          <p:nvSpPr>
            <p:cNvPr id="4182" name="tx4182"/>
            <p:cNvSpPr/>
            <p:nvPr/>
          </p:nvSpPr>
          <p:spPr>
            <a:xfrm>
              <a:off x="1049971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WMT_SWP132</a:t>
              </a:r>
            </a:p>
          </p:txBody>
        </p:sp>
        <p:sp>
          <p:nvSpPr>
            <p:cNvPr id="4183" name="tx4183"/>
            <p:cNvSpPr/>
            <p:nvPr/>
          </p:nvSpPr>
          <p:spPr>
            <a:xfrm>
              <a:off x="1052186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WMT_SWP133</a:t>
              </a:r>
            </a:p>
          </p:txBody>
        </p:sp>
        <p:sp>
          <p:nvSpPr>
            <p:cNvPr id="4184" name="tx4184"/>
            <p:cNvSpPr/>
            <p:nvPr/>
          </p:nvSpPr>
          <p:spPr>
            <a:xfrm>
              <a:off x="1054401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WMT_SWP134</a:t>
              </a:r>
            </a:p>
          </p:txBody>
        </p:sp>
        <p:sp>
          <p:nvSpPr>
            <p:cNvPr id="4185" name="tx4185"/>
            <p:cNvSpPr/>
            <p:nvPr/>
          </p:nvSpPr>
          <p:spPr>
            <a:xfrm>
              <a:off x="10566169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WMT_SWP135</a:t>
              </a:r>
            </a:p>
          </p:txBody>
        </p:sp>
        <p:sp>
          <p:nvSpPr>
            <p:cNvPr id="4186" name="tx4186"/>
            <p:cNvSpPr/>
            <p:nvPr/>
          </p:nvSpPr>
          <p:spPr>
            <a:xfrm>
              <a:off x="1058831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WMT_SWP136</a:t>
              </a:r>
            </a:p>
          </p:txBody>
        </p:sp>
        <p:sp>
          <p:nvSpPr>
            <p:cNvPr id="4187" name="tx4187"/>
            <p:cNvSpPr/>
            <p:nvPr/>
          </p:nvSpPr>
          <p:spPr>
            <a:xfrm>
              <a:off x="1061046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WMT_SWP137</a:t>
              </a:r>
            </a:p>
          </p:txBody>
        </p:sp>
        <p:sp>
          <p:nvSpPr>
            <p:cNvPr id="4188" name="tx4188"/>
            <p:cNvSpPr/>
            <p:nvPr/>
          </p:nvSpPr>
          <p:spPr>
            <a:xfrm>
              <a:off x="1063261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WMT_SWP138</a:t>
              </a:r>
            </a:p>
          </p:txBody>
        </p:sp>
        <p:sp>
          <p:nvSpPr>
            <p:cNvPr id="4189" name="tx4189"/>
            <p:cNvSpPr/>
            <p:nvPr/>
          </p:nvSpPr>
          <p:spPr>
            <a:xfrm>
              <a:off x="1065476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WMT_SWP139</a:t>
              </a:r>
            </a:p>
          </p:txBody>
        </p:sp>
        <p:sp>
          <p:nvSpPr>
            <p:cNvPr id="4190" name="tx4190"/>
            <p:cNvSpPr/>
            <p:nvPr/>
          </p:nvSpPr>
          <p:spPr>
            <a:xfrm>
              <a:off x="1067691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WMT_SWP140</a:t>
              </a:r>
            </a:p>
          </p:txBody>
        </p:sp>
        <p:sp>
          <p:nvSpPr>
            <p:cNvPr id="4191" name="tx4191"/>
            <p:cNvSpPr/>
            <p:nvPr/>
          </p:nvSpPr>
          <p:spPr>
            <a:xfrm>
              <a:off x="10699068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WMT_SWP141</a:t>
              </a:r>
            </a:p>
          </p:txBody>
        </p:sp>
        <p:sp>
          <p:nvSpPr>
            <p:cNvPr id="4192" name="tx4192"/>
            <p:cNvSpPr/>
            <p:nvPr/>
          </p:nvSpPr>
          <p:spPr>
            <a:xfrm>
              <a:off x="1072121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WMT_SWP142</a:t>
              </a:r>
            </a:p>
          </p:txBody>
        </p:sp>
        <p:sp>
          <p:nvSpPr>
            <p:cNvPr id="4193" name="tx4193"/>
            <p:cNvSpPr/>
            <p:nvPr/>
          </p:nvSpPr>
          <p:spPr>
            <a:xfrm>
              <a:off x="1074336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WMT_SWP143</a:t>
              </a:r>
            </a:p>
          </p:txBody>
        </p:sp>
        <p:sp>
          <p:nvSpPr>
            <p:cNvPr id="4194" name="tx4194"/>
            <p:cNvSpPr/>
            <p:nvPr/>
          </p:nvSpPr>
          <p:spPr>
            <a:xfrm>
              <a:off x="1076551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WMT_SWP144</a:t>
              </a:r>
            </a:p>
          </p:txBody>
        </p:sp>
        <p:sp>
          <p:nvSpPr>
            <p:cNvPr id="4195" name="tx4195"/>
            <p:cNvSpPr/>
            <p:nvPr/>
          </p:nvSpPr>
          <p:spPr>
            <a:xfrm>
              <a:off x="1078766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WMT_SWP145</a:t>
              </a:r>
            </a:p>
          </p:txBody>
        </p:sp>
        <p:sp>
          <p:nvSpPr>
            <p:cNvPr id="4196" name="tx4196"/>
            <p:cNvSpPr/>
            <p:nvPr/>
          </p:nvSpPr>
          <p:spPr>
            <a:xfrm>
              <a:off x="10809817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WMT_SWP146</a:t>
              </a:r>
            </a:p>
          </p:txBody>
        </p:sp>
        <p:sp>
          <p:nvSpPr>
            <p:cNvPr id="4197" name="tx4197"/>
            <p:cNvSpPr/>
            <p:nvPr/>
          </p:nvSpPr>
          <p:spPr>
            <a:xfrm>
              <a:off x="1083196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WMT_SWP147</a:t>
              </a:r>
            </a:p>
          </p:txBody>
        </p:sp>
        <p:sp>
          <p:nvSpPr>
            <p:cNvPr id="4198" name="tx4198"/>
            <p:cNvSpPr/>
            <p:nvPr/>
          </p:nvSpPr>
          <p:spPr>
            <a:xfrm>
              <a:off x="1085411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WMT_SWP148</a:t>
              </a:r>
            </a:p>
          </p:txBody>
        </p:sp>
        <p:sp>
          <p:nvSpPr>
            <p:cNvPr id="4199" name="tx4199"/>
            <p:cNvSpPr/>
            <p:nvPr/>
          </p:nvSpPr>
          <p:spPr>
            <a:xfrm>
              <a:off x="1087626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WMT_SWP149</a:t>
              </a:r>
            </a:p>
          </p:txBody>
        </p:sp>
        <p:sp>
          <p:nvSpPr>
            <p:cNvPr id="4200" name="tx4200"/>
            <p:cNvSpPr/>
            <p:nvPr/>
          </p:nvSpPr>
          <p:spPr>
            <a:xfrm>
              <a:off x="1089841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WMT_SWP150</a:t>
              </a:r>
            </a:p>
          </p:txBody>
        </p:sp>
        <p:sp>
          <p:nvSpPr>
            <p:cNvPr id="4201" name="tx4201"/>
            <p:cNvSpPr/>
            <p:nvPr/>
          </p:nvSpPr>
          <p:spPr>
            <a:xfrm>
              <a:off x="1092056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WMT_SWP151</a:t>
              </a:r>
            </a:p>
          </p:txBody>
        </p:sp>
        <p:sp>
          <p:nvSpPr>
            <p:cNvPr id="4202" name="tx4202"/>
            <p:cNvSpPr/>
            <p:nvPr/>
          </p:nvSpPr>
          <p:spPr>
            <a:xfrm>
              <a:off x="10942716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WMT_SWP152</a:t>
              </a:r>
            </a:p>
          </p:txBody>
        </p:sp>
        <p:sp>
          <p:nvSpPr>
            <p:cNvPr id="4203" name="tx4203"/>
            <p:cNvSpPr/>
            <p:nvPr/>
          </p:nvSpPr>
          <p:spPr>
            <a:xfrm>
              <a:off x="1096486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WMT_SWP153</a:t>
              </a:r>
            </a:p>
          </p:txBody>
        </p:sp>
        <p:sp>
          <p:nvSpPr>
            <p:cNvPr id="4204" name="tx4204"/>
            <p:cNvSpPr/>
            <p:nvPr/>
          </p:nvSpPr>
          <p:spPr>
            <a:xfrm>
              <a:off x="1098701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WMT_SWP154</a:t>
              </a:r>
            </a:p>
          </p:txBody>
        </p:sp>
        <p:sp>
          <p:nvSpPr>
            <p:cNvPr id="4205" name="tx4205"/>
            <p:cNvSpPr/>
            <p:nvPr/>
          </p:nvSpPr>
          <p:spPr>
            <a:xfrm>
              <a:off x="1100916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WMT_SWP155</a:t>
              </a:r>
            </a:p>
          </p:txBody>
        </p:sp>
        <p:sp>
          <p:nvSpPr>
            <p:cNvPr id="4206" name="tx4206"/>
            <p:cNvSpPr/>
            <p:nvPr/>
          </p:nvSpPr>
          <p:spPr>
            <a:xfrm>
              <a:off x="1103131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WMT_SWP156</a:t>
              </a:r>
            </a:p>
          </p:txBody>
        </p:sp>
        <p:sp>
          <p:nvSpPr>
            <p:cNvPr id="4207" name="tx4207"/>
            <p:cNvSpPr/>
            <p:nvPr/>
          </p:nvSpPr>
          <p:spPr>
            <a:xfrm>
              <a:off x="11053465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WMT_SWP157</a:t>
              </a:r>
            </a:p>
          </p:txBody>
        </p:sp>
        <p:sp>
          <p:nvSpPr>
            <p:cNvPr id="4208" name="tx4208"/>
            <p:cNvSpPr/>
            <p:nvPr/>
          </p:nvSpPr>
          <p:spPr>
            <a:xfrm>
              <a:off x="1107561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WMT_SWP158</a:t>
              </a:r>
            </a:p>
          </p:txBody>
        </p:sp>
        <p:sp>
          <p:nvSpPr>
            <p:cNvPr id="4209" name="tx4209"/>
            <p:cNvSpPr/>
            <p:nvPr/>
          </p:nvSpPr>
          <p:spPr>
            <a:xfrm>
              <a:off x="1109776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WMT_SWP159</a:t>
              </a:r>
            </a:p>
          </p:txBody>
        </p:sp>
        <p:sp>
          <p:nvSpPr>
            <p:cNvPr id="4210" name="tx4210"/>
            <p:cNvSpPr/>
            <p:nvPr/>
          </p:nvSpPr>
          <p:spPr>
            <a:xfrm>
              <a:off x="1111991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WMT_SWP160</a:t>
              </a:r>
            </a:p>
          </p:txBody>
        </p:sp>
        <p:sp>
          <p:nvSpPr>
            <p:cNvPr id="4211" name="tx4211"/>
            <p:cNvSpPr/>
            <p:nvPr/>
          </p:nvSpPr>
          <p:spPr>
            <a:xfrm>
              <a:off x="1114206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WMT_SWP161</a:t>
              </a:r>
            </a:p>
          </p:txBody>
        </p:sp>
        <p:sp>
          <p:nvSpPr>
            <p:cNvPr id="4212" name="tx4212"/>
            <p:cNvSpPr/>
            <p:nvPr/>
          </p:nvSpPr>
          <p:spPr>
            <a:xfrm>
              <a:off x="1116421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WMT_SWP162</a:t>
              </a:r>
            </a:p>
          </p:txBody>
        </p:sp>
        <p:sp>
          <p:nvSpPr>
            <p:cNvPr id="4213" name="tx4213"/>
            <p:cNvSpPr/>
            <p:nvPr/>
          </p:nvSpPr>
          <p:spPr>
            <a:xfrm>
              <a:off x="11186364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WMT_SWP163</a:t>
              </a:r>
            </a:p>
          </p:txBody>
        </p:sp>
        <p:sp>
          <p:nvSpPr>
            <p:cNvPr id="4214" name="tx4214"/>
            <p:cNvSpPr/>
            <p:nvPr/>
          </p:nvSpPr>
          <p:spPr>
            <a:xfrm>
              <a:off x="11208513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WMT_SWP164</a:t>
              </a:r>
            </a:p>
          </p:txBody>
        </p:sp>
        <p:sp>
          <p:nvSpPr>
            <p:cNvPr id="4215" name="tx4215"/>
            <p:cNvSpPr/>
            <p:nvPr/>
          </p:nvSpPr>
          <p:spPr>
            <a:xfrm>
              <a:off x="11230663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WMT_SWP165</a:t>
              </a:r>
            </a:p>
          </p:txBody>
        </p:sp>
        <p:sp>
          <p:nvSpPr>
            <p:cNvPr id="4216" name="tx4216"/>
            <p:cNvSpPr/>
            <p:nvPr/>
          </p:nvSpPr>
          <p:spPr>
            <a:xfrm>
              <a:off x="11252813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WMT_SWP166</a:t>
              </a:r>
            </a:p>
          </p:txBody>
        </p:sp>
        <p:sp>
          <p:nvSpPr>
            <p:cNvPr id="4217" name="tx4217"/>
            <p:cNvSpPr/>
            <p:nvPr/>
          </p:nvSpPr>
          <p:spPr>
            <a:xfrm>
              <a:off x="11274963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WMT_SWP167</a:t>
              </a:r>
            </a:p>
          </p:txBody>
        </p:sp>
        <p:sp>
          <p:nvSpPr>
            <p:cNvPr id="4218" name="tx4218"/>
            <p:cNvSpPr/>
            <p:nvPr/>
          </p:nvSpPr>
          <p:spPr>
            <a:xfrm>
              <a:off x="11297113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WMT_SWP168</a:t>
              </a:r>
            </a:p>
          </p:txBody>
        </p:sp>
        <p:sp>
          <p:nvSpPr>
            <p:cNvPr id="4219" name="tx4219"/>
            <p:cNvSpPr/>
            <p:nvPr/>
          </p:nvSpPr>
          <p:spPr>
            <a:xfrm>
              <a:off x="1131926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WMT_SWP169</a:t>
              </a:r>
            </a:p>
          </p:txBody>
        </p:sp>
        <p:sp>
          <p:nvSpPr>
            <p:cNvPr id="4220" name="tx4220"/>
            <p:cNvSpPr/>
            <p:nvPr/>
          </p:nvSpPr>
          <p:spPr>
            <a:xfrm>
              <a:off x="1134141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WMT_SWP170</a:t>
              </a:r>
            </a:p>
          </p:txBody>
        </p:sp>
        <p:sp>
          <p:nvSpPr>
            <p:cNvPr id="4221" name="tx4221"/>
            <p:cNvSpPr/>
            <p:nvPr/>
          </p:nvSpPr>
          <p:spPr>
            <a:xfrm>
              <a:off x="1136356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WMT_SWP171</a:t>
              </a:r>
            </a:p>
          </p:txBody>
        </p:sp>
        <p:sp>
          <p:nvSpPr>
            <p:cNvPr id="4222" name="tx4222"/>
            <p:cNvSpPr/>
            <p:nvPr/>
          </p:nvSpPr>
          <p:spPr>
            <a:xfrm>
              <a:off x="1138571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WMT_SWP172</a:t>
              </a:r>
            </a:p>
          </p:txBody>
        </p:sp>
        <p:sp>
          <p:nvSpPr>
            <p:cNvPr id="4223" name="tx4223"/>
            <p:cNvSpPr/>
            <p:nvPr/>
          </p:nvSpPr>
          <p:spPr>
            <a:xfrm>
              <a:off x="1140786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WMT_SWP173</a:t>
              </a:r>
            </a:p>
          </p:txBody>
        </p:sp>
        <p:sp>
          <p:nvSpPr>
            <p:cNvPr id="4224" name="tx4224"/>
            <p:cNvSpPr/>
            <p:nvPr/>
          </p:nvSpPr>
          <p:spPr>
            <a:xfrm>
              <a:off x="11430012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WMT_SWP174</a:t>
              </a:r>
            </a:p>
          </p:txBody>
        </p:sp>
        <p:sp>
          <p:nvSpPr>
            <p:cNvPr id="4225" name="tx4225"/>
            <p:cNvSpPr/>
            <p:nvPr/>
          </p:nvSpPr>
          <p:spPr>
            <a:xfrm>
              <a:off x="11452161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WMT_SWP175</a:t>
              </a:r>
            </a:p>
          </p:txBody>
        </p:sp>
        <p:sp>
          <p:nvSpPr>
            <p:cNvPr id="4226" name="tx4226"/>
            <p:cNvSpPr/>
            <p:nvPr/>
          </p:nvSpPr>
          <p:spPr>
            <a:xfrm>
              <a:off x="11474311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WMT_SWP176</a:t>
              </a:r>
            </a:p>
          </p:txBody>
        </p:sp>
        <p:sp>
          <p:nvSpPr>
            <p:cNvPr id="4227" name="tx4227"/>
            <p:cNvSpPr/>
            <p:nvPr/>
          </p:nvSpPr>
          <p:spPr>
            <a:xfrm>
              <a:off x="11496461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WMT_SWP177</a:t>
              </a:r>
            </a:p>
          </p:txBody>
        </p:sp>
        <p:sp>
          <p:nvSpPr>
            <p:cNvPr id="4228" name="tx4228"/>
            <p:cNvSpPr/>
            <p:nvPr/>
          </p:nvSpPr>
          <p:spPr>
            <a:xfrm>
              <a:off x="11518611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WMT_SWP178</a:t>
              </a:r>
            </a:p>
          </p:txBody>
        </p:sp>
        <p:sp>
          <p:nvSpPr>
            <p:cNvPr id="4229" name="tx4229"/>
            <p:cNvSpPr/>
            <p:nvPr/>
          </p:nvSpPr>
          <p:spPr>
            <a:xfrm>
              <a:off x="11540761" y="3037322"/>
              <a:ext cx="72127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WMT_SWP179</a:t>
              </a:r>
            </a:p>
          </p:txBody>
        </p:sp>
        <p:sp>
          <p:nvSpPr>
            <p:cNvPr id="4230" name="pl4230"/>
            <p:cNvSpPr/>
            <p:nvPr/>
          </p:nvSpPr>
          <p:spPr>
            <a:xfrm>
              <a:off x="2431476" y="1392105"/>
              <a:ext cx="0" cy="1599668"/>
            </a:xfrm>
            <a:custGeom>
              <a:avLst/>
              <a:pathLst>
                <a:path w="0" h="1599668">
                  <a:moveTo>
                    <a:pt x="0" y="159966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tx4231"/>
            <p:cNvSpPr/>
            <p:nvPr/>
          </p:nvSpPr>
          <p:spPr>
            <a:xfrm>
              <a:off x="2321278" y="295458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232" name="tx4232"/>
            <p:cNvSpPr/>
            <p:nvPr/>
          </p:nvSpPr>
          <p:spPr>
            <a:xfrm>
              <a:off x="2256630" y="2554743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4233" name="tx4233"/>
            <p:cNvSpPr/>
            <p:nvPr/>
          </p:nvSpPr>
          <p:spPr>
            <a:xfrm>
              <a:off x="2256630" y="215490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4234" name="tx4234"/>
            <p:cNvSpPr/>
            <p:nvPr/>
          </p:nvSpPr>
          <p:spPr>
            <a:xfrm>
              <a:off x="2256630" y="1755068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4235" name="tx4235"/>
            <p:cNvSpPr/>
            <p:nvPr/>
          </p:nvSpPr>
          <p:spPr>
            <a:xfrm>
              <a:off x="2191982" y="1355231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4236" name="pl4236"/>
            <p:cNvSpPr/>
            <p:nvPr/>
          </p:nvSpPr>
          <p:spPr>
            <a:xfrm>
              <a:off x="2406170" y="299161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2406170" y="259177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2406170" y="219193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2406170" y="179210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2406170" y="139226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tx4241"/>
            <p:cNvSpPr/>
            <p:nvPr/>
          </p:nvSpPr>
          <p:spPr>
            <a:xfrm rot="-5400000">
              <a:off x="1440887" y="2150288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  <p:sp>
          <p:nvSpPr>
            <p:cNvPr id="4242" name="rc4242"/>
            <p:cNvSpPr/>
            <p:nvPr/>
          </p:nvSpPr>
          <p:spPr>
            <a:xfrm>
              <a:off x="12015910" y="1776514"/>
              <a:ext cx="963678" cy="8308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3" name="tx4243"/>
            <p:cNvSpPr/>
            <p:nvPr/>
          </p:nvSpPr>
          <p:spPr>
            <a:xfrm>
              <a:off x="12066521" y="1837742"/>
              <a:ext cx="3229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4244" name="rc4244"/>
            <p:cNvSpPr/>
            <p:nvPr/>
          </p:nvSpPr>
          <p:spPr>
            <a:xfrm>
              <a:off x="12066521" y="1973036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5" name="rc4245"/>
            <p:cNvSpPr/>
            <p:nvPr/>
          </p:nvSpPr>
          <p:spPr>
            <a:xfrm>
              <a:off x="12073066" y="1979581"/>
              <a:ext cx="47641" cy="70297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6" name="rc4246"/>
            <p:cNvSpPr/>
            <p:nvPr/>
          </p:nvSpPr>
          <p:spPr>
            <a:xfrm>
              <a:off x="12066521" y="2056424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7" name="rc4247"/>
            <p:cNvSpPr/>
            <p:nvPr/>
          </p:nvSpPr>
          <p:spPr>
            <a:xfrm>
              <a:off x="12073066" y="2062969"/>
              <a:ext cx="47641" cy="70297"/>
            </a:xfrm>
            <a:prstGeom prst="rect">
              <a:avLst/>
            </a:prstGeom>
            <a:solidFill>
              <a:srgbClr val="E6AB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8" name="rc4248"/>
            <p:cNvSpPr/>
            <p:nvPr/>
          </p:nvSpPr>
          <p:spPr>
            <a:xfrm>
              <a:off x="12066521" y="2139812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9" name="rc4249"/>
            <p:cNvSpPr/>
            <p:nvPr/>
          </p:nvSpPr>
          <p:spPr>
            <a:xfrm>
              <a:off x="12073066" y="2146357"/>
              <a:ext cx="47641" cy="70297"/>
            </a:xfrm>
            <a:prstGeom prst="rect">
              <a:avLst/>
            </a:prstGeom>
            <a:solidFill>
              <a:srgbClr val="66A6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0" name="rc4250"/>
            <p:cNvSpPr/>
            <p:nvPr/>
          </p:nvSpPr>
          <p:spPr>
            <a:xfrm>
              <a:off x="12066521" y="2223200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1" name="rc4251"/>
            <p:cNvSpPr/>
            <p:nvPr/>
          </p:nvSpPr>
          <p:spPr>
            <a:xfrm>
              <a:off x="12073066" y="2229746"/>
              <a:ext cx="47641" cy="70297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2" name="rc4252"/>
            <p:cNvSpPr/>
            <p:nvPr/>
          </p:nvSpPr>
          <p:spPr>
            <a:xfrm>
              <a:off x="12066521" y="2306588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3" name="rc4253"/>
            <p:cNvSpPr/>
            <p:nvPr/>
          </p:nvSpPr>
          <p:spPr>
            <a:xfrm>
              <a:off x="12073066" y="2313134"/>
              <a:ext cx="47641" cy="7029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4" name="rc4254"/>
            <p:cNvSpPr/>
            <p:nvPr/>
          </p:nvSpPr>
          <p:spPr>
            <a:xfrm>
              <a:off x="12066521" y="2389977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5" name="rc4255"/>
            <p:cNvSpPr/>
            <p:nvPr/>
          </p:nvSpPr>
          <p:spPr>
            <a:xfrm>
              <a:off x="12073066" y="2396522"/>
              <a:ext cx="47641" cy="7029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6" name="rc4256"/>
            <p:cNvSpPr/>
            <p:nvPr/>
          </p:nvSpPr>
          <p:spPr>
            <a:xfrm>
              <a:off x="12066521" y="2473365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7" name="rc4257"/>
            <p:cNvSpPr/>
            <p:nvPr/>
          </p:nvSpPr>
          <p:spPr>
            <a:xfrm>
              <a:off x="12073066" y="2479910"/>
              <a:ext cx="47641" cy="70297"/>
            </a:xfrm>
            <a:prstGeom prst="rect">
              <a:avLst/>
            </a:prstGeom>
            <a:solidFill>
              <a:srgbClr val="1B9E7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8" name="tx4258"/>
            <p:cNvSpPr/>
            <p:nvPr/>
          </p:nvSpPr>
          <p:spPr>
            <a:xfrm>
              <a:off x="12177863" y="1982314"/>
              <a:ext cx="29864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Others</a:t>
              </a:r>
            </a:p>
          </p:txBody>
        </p:sp>
        <p:sp>
          <p:nvSpPr>
            <p:cNvPr id="4259" name="tx4259"/>
            <p:cNvSpPr/>
            <p:nvPr/>
          </p:nvSpPr>
          <p:spPr>
            <a:xfrm>
              <a:off x="12177863" y="2065702"/>
              <a:ext cx="6182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4260" name="tx4260"/>
            <p:cNvSpPr/>
            <p:nvPr/>
          </p:nvSpPr>
          <p:spPr>
            <a:xfrm>
              <a:off x="12177863" y="2149091"/>
              <a:ext cx="84581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4261" name="tx4261"/>
            <p:cNvSpPr/>
            <p:nvPr/>
          </p:nvSpPr>
          <p:spPr>
            <a:xfrm>
              <a:off x="12177863" y="2232479"/>
              <a:ext cx="69768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4262" name="tx4262"/>
            <p:cNvSpPr/>
            <p:nvPr/>
          </p:nvSpPr>
          <p:spPr>
            <a:xfrm>
              <a:off x="12177863" y="2315867"/>
              <a:ext cx="6590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4263" name="tx4263"/>
            <p:cNvSpPr/>
            <p:nvPr/>
          </p:nvSpPr>
          <p:spPr>
            <a:xfrm>
              <a:off x="12177863" y="2399255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4264" name="tx4264"/>
            <p:cNvSpPr/>
            <p:nvPr/>
          </p:nvSpPr>
          <p:spPr>
            <a:xfrm>
              <a:off x="12177863" y="2482643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4265" name="tx4265"/>
            <p:cNvSpPr/>
            <p:nvPr/>
          </p:nvSpPr>
          <p:spPr>
            <a:xfrm>
              <a:off x="2117384" y="1299066"/>
              <a:ext cx="11996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4266" name="rc4266"/>
            <p:cNvSpPr/>
            <p:nvPr/>
          </p:nvSpPr>
          <p:spPr>
            <a:xfrm>
              <a:off x="2057400" y="3291681"/>
              <a:ext cx="10972800" cy="20574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3475811" y="3609151"/>
              <a:ext cx="18337" cy="29"/>
            </a:xfrm>
            <a:custGeom>
              <a:avLst/>
              <a:pathLst>
                <a:path w="18337" h="29">
                  <a:moveTo>
                    <a:pt x="0" y="2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9"/>
                  </a:lnTo>
                  <a:lnTo>
                    <a:pt x="18337" y="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3420800" y="3609143"/>
              <a:ext cx="18337" cy="38"/>
            </a:xfrm>
            <a:custGeom>
              <a:avLst/>
              <a:pathLst>
                <a:path w="18337" h="38">
                  <a:moveTo>
                    <a:pt x="0" y="3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8"/>
                  </a:lnTo>
                  <a:lnTo>
                    <a:pt x="18337" y="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3127404" y="3609142"/>
              <a:ext cx="18337" cy="39"/>
            </a:xfrm>
            <a:custGeom>
              <a:avLst/>
              <a:pathLst>
                <a:path w="18337" h="39">
                  <a:moveTo>
                    <a:pt x="0" y="3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9"/>
                  </a:lnTo>
                  <a:lnTo>
                    <a:pt x="18337" y="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3384125" y="3609138"/>
              <a:ext cx="18337" cy="43"/>
            </a:xfrm>
            <a:custGeom>
              <a:avLst/>
              <a:pathLst>
                <a:path w="18337" h="43">
                  <a:moveTo>
                    <a:pt x="0" y="4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3"/>
                  </a:lnTo>
                  <a:lnTo>
                    <a:pt x="18337" y="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3970915" y="3609134"/>
              <a:ext cx="18337" cy="47"/>
            </a:xfrm>
            <a:custGeom>
              <a:avLst/>
              <a:pathLst>
                <a:path w="18337" h="47">
                  <a:moveTo>
                    <a:pt x="0" y="4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7"/>
                  </a:lnTo>
                  <a:lnTo>
                    <a:pt x="18337" y="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4099276" y="3609133"/>
              <a:ext cx="18337" cy="48"/>
            </a:xfrm>
            <a:custGeom>
              <a:avLst/>
              <a:pathLst>
                <a:path w="18337" h="48">
                  <a:moveTo>
                    <a:pt x="0" y="4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8"/>
                  </a:lnTo>
                  <a:lnTo>
                    <a:pt x="18337" y="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2925695" y="3609131"/>
              <a:ext cx="18337" cy="50"/>
            </a:xfrm>
            <a:custGeom>
              <a:avLst/>
              <a:pathLst>
                <a:path w="18337" h="50">
                  <a:moveTo>
                    <a:pt x="0" y="5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0"/>
                  </a:lnTo>
                  <a:lnTo>
                    <a:pt x="18337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3879229" y="3609127"/>
              <a:ext cx="18337" cy="54"/>
            </a:xfrm>
            <a:custGeom>
              <a:avLst/>
              <a:pathLst>
                <a:path w="18337" h="54">
                  <a:moveTo>
                    <a:pt x="0" y="5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4"/>
                  </a:lnTo>
                  <a:lnTo>
                    <a:pt x="18337" y="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3457474" y="3609126"/>
              <a:ext cx="27505" cy="54"/>
            </a:xfrm>
            <a:custGeom>
              <a:avLst/>
              <a:pathLst>
                <a:path w="27505" h="54">
                  <a:moveTo>
                    <a:pt x="0" y="5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4135950" y="3609123"/>
              <a:ext cx="18337" cy="58"/>
            </a:xfrm>
            <a:custGeom>
              <a:avLst/>
              <a:pathLst>
                <a:path w="18337" h="58">
                  <a:moveTo>
                    <a:pt x="0" y="5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8"/>
                  </a:lnTo>
                  <a:lnTo>
                    <a:pt x="18337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3200753" y="3609123"/>
              <a:ext cx="18337" cy="58"/>
            </a:xfrm>
            <a:custGeom>
              <a:avLst/>
              <a:pathLst>
                <a:path w="18337" h="58">
                  <a:moveTo>
                    <a:pt x="0" y="5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8"/>
                  </a:lnTo>
                  <a:lnTo>
                    <a:pt x="18337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062601" y="3609123"/>
              <a:ext cx="18337" cy="58"/>
            </a:xfrm>
            <a:custGeom>
              <a:avLst/>
              <a:pathLst>
                <a:path w="18337" h="58">
                  <a:moveTo>
                    <a:pt x="0" y="5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8"/>
                  </a:lnTo>
                  <a:lnTo>
                    <a:pt x="18337" y="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3072393" y="3609120"/>
              <a:ext cx="18337" cy="61"/>
            </a:xfrm>
            <a:custGeom>
              <a:avLst/>
              <a:pathLst>
                <a:path w="18337" h="61">
                  <a:moveTo>
                    <a:pt x="0" y="6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1"/>
                  </a:lnTo>
                  <a:lnTo>
                    <a:pt x="18337" y="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3292439" y="3609118"/>
              <a:ext cx="18337" cy="63"/>
            </a:xfrm>
            <a:custGeom>
              <a:avLst/>
              <a:pathLst>
                <a:path w="18337" h="63">
                  <a:moveTo>
                    <a:pt x="0" y="6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3"/>
                  </a:lnTo>
                  <a:lnTo>
                    <a:pt x="18337" y="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2907358" y="3609117"/>
              <a:ext cx="27505" cy="63"/>
            </a:xfrm>
            <a:custGeom>
              <a:avLst/>
              <a:pathLst>
                <a:path w="27505" h="63">
                  <a:moveTo>
                    <a:pt x="0" y="6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044264" y="3609116"/>
              <a:ext cx="27505" cy="64"/>
            </a:xfrm>
            <a:custGeom>
              <a:avLst/>
              <a:pathLst>
                <a:path w="27505" h="64">
                  <a:moveTo>
                    <a:pt x="0" y="6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3347451" y="3609115"/>
              <a:ext cx="18337" cy="65"/>
            </a:xfrm>
            <a:custGeom>
              <a:avLst/>
              <a:pathLst>
                <a:path w="18337" h="65">
                  <a:moveTo>
                    <a:pt x="0" y="6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5"/>
                  </a:lnTo>
                  <a:lnTo>
                    <a:pt x="18337" y="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3237428" y="3609112"/>
              <a:ext cx="18337" cy="68"/>
            </a:xfrm>
            <a:custGeom>
              <a:avLst/>
              <a:pathLst>
                <a:path w="18337" h="68">
                  <a:moveTo>
                    <a:pt x="0" y="6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8"/>
                  </a:lnTo>
                  <a:lnTo>
                    <a:pt x="18337" y="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3429968" y="3609111"/>
              <a:ext cx="41258" cy="31"/>
            </a:xfrm>
            <a:custGeom>
              <a:avLst/>
              <a:pathLst>
                <a:path w="41258" h="31">
                  <a:moveTo>
                    <a:pt x="0" y="31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3109067" y="3609109"/>
              <a:ext cx="27505" cy="71"/>
            </a:xfrm>
            <a:custGeom>
              <a:avLst/>
              <a:pathLst>
                <a:path w="27505" h="71">
                  <a:moveTo>
                    <a:pt x="0" y="7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3860892" y="3609107"/>
              <a:ext cx="27505" cy="74"/>
            </a:xfrm>
            <a:custGeom>
              <a:avLst/>
              <a:pathLst>
                <a:path w="27505" h="74">
                  <a:moveTo>
                    <a:pt x="0" y="7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3952578" y="3609106"/>
              <a:ext cx="27505" cy="74"/>
            </a:xfrm>
            <a:custGeom>
              <a:avLst/>
              <a:pathLst>
                <a:path w="27505" h="74">
                  <a:moveTo>
                    <a:pt x="0" y="7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3329114" y="3609102"/>
              <a:ext cx="27505" cy="78"/>
            </a:xfrm>
            <a:custGeom>
              <a:avLst/>
              <a:pathLst>
                <a:path w="27505" h="78">
                  <a:moveTo>
                    <a:pt x="0" y="7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3842555" y="3609101"/>
              <a:ext cx="32090" cy="79"/>
            </a:xfrm>
            <a:custGeom>
              <a:avLst/>
              <a:pathLst>
                <a:path w="32090" h="79">
                  <a:moveTo>
                    <a:pt x="0" y="79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3209922" y="3609093"/>
              <a:ext cx="36674" cy="29"/>
            </a:xfrm>
            <a:custGeom>
              <a:avLst/>
              <a:pathLst>
                <a:path w="36674" h="29">
                  <a:moveTo>
                    <a:pt x="0" y="29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282648" y="3609092"/>
              <a:ext cx="18337" cy="88"/>
            </a:xfrm>
            <a:custGeom>
              <a:avLst/>
              <a:pathLst>
                <a:path w="18337" h="88">
                  <a:moveTo>
                    <a:pt x="0" y="8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8"/>
                  </a:lnTo>
                  <a:lnTo>
                    <a:pt x="18337" y="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2962370" y="3609092"/>
              <a:ext cx="18337" cy="89"/>
            </a:xfrm>
            <a:custGeom>
              <a:avLst/>
              <a:pathLst>
                <a:path w="18337" h="89">
                  <a:moveTo>
                    <a:pt x="0" y="8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9"/>
                  </a:lnTo>
                  <a:lnTo>
                    <a:pt x="18337" y="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025927" y="3609089"/>
              <a:ext cx="32090" cy="92"/>
            </a:xfrm>
            <a:custGeom>
              <a:avLst/>
              <a:pathLst>
                <a:path w="32090" h="92">
                  <a:moveTo>
                    <a:pt x="0" y="9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3393294" y="3609081"/>
              <a:ext cx="57303" cy="57"/>
            </a:xfrm>
            <a:custGeom>
              <a:avLst/>
              <a:pathLst>
                <a:path w="57303" h="57">
                  <a:moveTo>
                    <a:pt x="0" y="57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3274102" y="3609075"/>
              <a:ext cx="27505" cy="106"/>
            </a:xfrm>
            <a:custGeom>
              <a:avLst/>
              <a:pathLst>
                <a:path w="27505" h="106">
                  <a:moveTo>
                    <a:pt x="0" y="106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227636" y="3609074"/>
              <a:ext cx="18337" cy="106"/>
            </a:xfrm>
            <a:custGeom>
              <a:avLst/>
              <a:pathLst>
                <a:path w="18337" h="106">
                  <a:moveTo>
                    <a:pt x="0" y="10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6"/>
                  </a:lnTo>
                  <a:lnTo>
                    <a:pt x="18337" y="1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2999044" y="3609073"/>
              <a:ext cx="18337" cy="107"/>
            </a:xfrm>
            <a:custGeom>
              <a:avLst/>
              <a:pathLst>
                <a:path w="18337" h="107">
                  <a:moveTo>
                    <a:pt x="0" y="10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7"/>
                  </a:lnTo>
                  <a:lnTo>
                    <a:pt x="18337" y="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6996552" y="3609073"/>
              <a:ext cx="18337" cy="108"/>
            </a:xfrm>
            <a:custGeom>
              <a:avLst/>
              <a:pathLst>
                <a:path w="18337" h="108">
                  <a:moveTo>
                    <a:pt x="0" y="10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8"/>
                  </a:lnTo>
                  <a:lnTo>
                    <a:pt x="18337" y="1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108444" y="3609073"/>
              <a:ext cx="36674" cy="60"/>
            </a:xfrm>
            <a:custGeom>
              <a:avLst/>
              <a:pathLst>
                <a:path w="36674" h="60">
                  <a:moveTo>
                    <a:pt x="0" y="60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3182416" y="3609070"/>
              <a:ext cx="45842" cy="110"/>
            </a:xfrm>
            <a:custGeom>
              <a:avLst/>
              <a:pathLst>
                <a:path w="45842" h="110">
                  <a:moveTo>
                    <a:pt x="0" y="110"/>
                  </a:moveTo>
                  <a:lnTo>
                    <a:pt x="0" y="0"/>
                  </a:lnTo>
                  <a:lnTo>
                    <a:pt x="45842" y="0"/>
                  </a:lnTo>
                  <a:lnTo>
                    <a:pt x="45842" y="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2921111" y="3609064"/>
              <a:ext cx="50427" cy="53"/>
            </a:xfrm>
            <a:custGeom>
              <a:avLst/>
              <a:pathLst>
                <a:path w="50427" h="53">
                  <a:moveTo>
                    <a:pt x="0" y="53"/>
                  </a:moveTo>
                  <a:lnTo>
                    <a:pt x="0" y="0"/>
                  </a:lnTo>
                  <a:lnTo>
                    <a:pt x="50427" y="0"/>
                  </a:lnTo>
                  <a:lnTo>
                    <a:pt x="50427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319322" y="3609063"/>
              <a:ext cx="18337" cy="118"/>
            </a:xfrm>
            <a:custGeom>
              <a:avLst/>
              <a:pathLst>
                <a:path w="18337" h="118">
                  <a:moveTo>
                    <a:pt x="0" y="11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8"/>
                  </a:lnTo>
                  <a:lnTo>
                    <a:pt x="18337" y="1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3824218" y="3609062"/>
              <a:ext cx="34382" cy="119"/>
            </a:xfrm>
            <a:custGeom>
              <a:avLst/>
              <a:pathLst>
                <a:path w="34382" h="119">
                  <a:moveTo>
                    <a:pt x="0" y="119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264310" y="3609060"/>
              <a:ext cx="27505" cy="121"/>
            </a:xfrm>
            <a:custGeom>
              <a:avLst/>
              <a:pathLst>
                <a:path w="27505" h="121">
                  <a:moveTo>
                    <a:pt x="0" y="12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3934241" y="3609057"/>
              <a:ext cx="32090" cy="124"/>
            </a:xfrm>
            <a:custGeom>
              <a:avLst/>
              <a:pathLst>
                <a:path w="32090" h="124">
                  <a:moveTo>
                    <a:pt x="0" y="124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3585834" y="3609056"/>
              <a:ext cx="18337" cy="125"/>
            </a:xfrm>
            <a:custGeom>
              <a:avLst/>
              <a:pathLst>
                <a:path w="18337" h="125">
                  <a:moveTo>
                    <a:pt x="0" y="12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5"/>
                  </a:lnTo>
                  <a:lnTo>
                    <a:pt x="18337" y="1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3164079" y="3609054"/>
              <a:ext cx="41258" cy="126"/>
            </a:xfrm>
            <a:custGeom>
              <a:avLst/>
              <a:pathLst>
                <a:path w="41258" h="126">
                  <a:moveTo>
                    <a:pt x="0" y="126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3342866" y="3609053"/>
              <a:ext cx="79079" cy="49"/>
            </a:xfrm>
            <a:custGeom>
              <a:avLst/>
              <a:pathLst>
                <a:path w="79079" h="49">
                  <a:moveTo>
                    <a:pt x="0" y="49"/>
                  </a:moveTo>
                  <a:lnTo>
                    <a:pt x="0" y="0"/>
                  </a:lnTo>
                  <a:lnTo>
                    <a:pt x="79079" y="0"/>
                  </a:lnTo>
                  <a:lnTo>
                    <a:pt x="79079" y="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190962" y="3609052"/>
              <a:ext cx="18337" cy="128"/>
            </a:xfrm>
            <a:custGeom>
              <a:avLst/>
              <a:pathLst>
                <a:path w="18337" h="128">
                  <a:moveTo>
                    <a:pt x="0" y="12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8"/>
                  </a:lnTo>
                  <a:lnTo>
                    <a:pt x="18337" y="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3035719" y="3609052"/>
              <a:ext cx="18337" cy="128"/>
            </a:xfrm>
            <a:custGeom>
              <a:avLst/>
              <a:pathLst>
                <a:path w="18337" h="128">
                  <a:moveTo>
                    <a:pt x="0" y="12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8"/>
                  </a:lnTo>
                  <a:lnTo>
                    <a:pt x="18337" y="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3640846" y="3609043"/>
              <a:ext cx="18337" cy="137"/>
            </a:xfrm>
            <a:custGeom>
              <a:avLst/>
              <a:pathLst>
                <a:path w="18337" h="137">
                  <a:moveTo>
                    <a:pt x="0" y="13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37"/>
                  </a:lnTo>
                  <a:lnTo>
                    <a:pt x="18337" y="1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374333" y="3609034"/>
              <a:ext cx="18337" cy="147"/>
            </a:xfrm>
            <a:custGeom>
              <a:avLst/>
              <a:pathLst>
                <a:path w="18337" h="147">
                  <a:moveTo>
                    <a:pt x="0" y="14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47"/>
                  </a:lnTo>
                  <a:lnTo>
                    <a:pt x="18337" y="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3081562" y="3609028"/>
              <a:ext cx="41258" cy="91"/>
            </a:xfrm>
            <a:custGeom>
              <a:avLst/>
              <a:pathLst>
                <a:path w="41258" h="91">
                  <a:moveTo>
                    <a:pt x="0" y="91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236805" y="3609009"/>
              <a:ext cx="41258" cy="64"/>
            </a:xfrm>
            <a:custGeom>
              <a:avLst/>
              <a:pathLst>
                <a:path w="41258" h="64">
                  <a:moveTo>
                    <a:pt x="0" y="64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041972" y="3609002"/>
              <a:ext cx="84809" cy="86"/>
            </a:xfrm>
            <a:custGeom>
              <a:avLst/>
              <a:pathLst>
                <a:path w="84809" h="86">
                  <a:moveTo>
                    <a:pt x="0" y="86"/>
                  </a:moveTo>
                  <a:lnTo>
                    <a:pt x="0" y="0"/>
                  </a:lnTo>
                  <a:lnTo>
                    <a:pt x="84809" y="0"/>
                  </a:lnTo>
                  <a:lnTo>
                    <a:pt x="84809" y="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3915904" y="3608992"/>
              <a:ext cx="34382" cy="189"/>
            </a:xfrm>
            <a:custGeom>
              <a:avLst/>
              <a:pathLst>
                <a:path w="34382" h="189">
                  <a:moveTo>
                    <a:pt x="0" y="189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3805881" y="3608988"/>
              <a:ext cx="35528" cy="193"/>
            </a:xfrm>
            <a:custGeom>
              <a:avLst/>
              <a:pathLst>
                <a:path w="35528" h="193">
                  <a:moveTo>
                    <a:pt x="0" y="193"/>
                  </a:moveTo>
                  <a:lnTo>
                    <a:pt x="0" y="0"/>
                  </a:lnTo>
                  <a:lnTo>
                    <a:pt x="35528" y="0"/>
                  </a:lnTo>
                  <a:lnTo>
                    <a:pt x="35528" y="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200130" y="3608986"/>
              <a:ext cx="57303" cy="66"/>
            </a:xfrm>
            <a:custGeom>
              <a:avLst/>
              <a:pathLst>
                <a:path w="57303" h="66">
                  <a:moveTo>
                    <a:pt x="0" y="66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355996" y="3608980"/>
              <a:ext cx="27505" cy="200"/>
            </a:xfrm>
            <a:custGeom>
              <a:avLst/>
              <a:pathLst>
                <a:path w="27505" h="200">
                  <a:moveTo>
                    <a:pt x="0" y="200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007590" y="3608979"/>
              <a:ext cx="76786" cy="202"/>
            </a:xfrm>
            <a:custGeom>
              <a:avLst/>
              <a:pathLst>
                <a:path w="76786" h="202">
                  <a:moveTo>
                    <a:pt x="0" y="202"/>
                  </a:moveTo>
                  <a:lnTo>
                    <a:pt x="0" y="0"/>
                  </a:lnTo>
                  <a:lnTo>
                    <a:pt x="76786" y="0"/>
                  </a:lnTo>
                  <a:lnTo>
                    <a:pt x="76786" y="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3287855" y="3608976"/>
              <a:ext cx="94551" cy="98"/>
            </a:xfrm>
            <a:custGeom>
              <a:avLst/>
              <a:pathLst>
                <a:path w="94551" h="98">
                  <a:moveTo>
                    <a:pt x="0" y="98"/>
                  </a:moveTo>
                  <a:lnTo>
                    <a:pt x="0" y="0"/>
                  </a:lnTo>
                  <a:lnTo>
                    <a:pt x="94551" y="0"/>
                  </a:lnTo>
                  <a:lnTo>
                    <a:pt x="94551" y="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3567497" y="3608974"/>
              <a:ext cx="27505" cy="207"/>
            </a:xfrm>
            <a:custGeom>
              <a:avLst/>
              <a:pathLst>
                <a:path w="27505" h="207">
                  <a:moveTo>
                    <a:pt x="0" y="20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328491" y="3608970"/>
              <a:ext cx="41258" cy="93"/>
            </a:xfrm>
            <a:custGeom>
              <a:avLst/>
              <a:pathLst>
                <a:path w="41258" h="93">
                  <a:moveTo>
                    <a:pt x="0" y="93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2889021" y="3608969"/>
              <a:ext cx="57303" cy="212"/>
            </a:xfrm>
            <a:custGeom>
              <a:avLst/>
              <a:pathLst>
                <a:path w="57303" h="212">
                  <a:moveTo>
                    <a:pt x="0" y="212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11008" y="3608965"/>
              <a:ext cx="18337" cy="216"/>
            </a:xfrm>
            <a:custGeom>
              <a:avLst/>
              <a:pathLst>
                <a:path w="18337" h="216">
                  <a:moveTo>
                    <a:pt x="0" y="21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16"/>
                  </a:lnTo>
                  <a:lnTo>
                    <a:pt x="18337" y="2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3695857" y="3608961"/>
              <a:ext cx="18337" cy="219"/>
            </a:xfrm>
            <a:custGeom>
              <a:avLst/>
              <a:pathLst>
                <a:path w="18337" h="219">
                  <a:moveTo>
                    <a:pt x="0" y="21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19"/>
                  </a:lnTo>
                  <a:lnTo>
                    <a:pt x="18337" y="2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3184708" y="3608947"/>
              <a:ext cx="150422" cy="106"/>
            </a:xfrm>
            <a:custGeom>
              <a:avLst/>
              <a:pathLst>
                <a:path w="150422" h="106">
                  <a:moveTo>
                    <a:pt x="0" y="106"/>
                  </a:moveTo>
                  <a:lnTo>
                    <a:pt x="0" y="0"/>
                  </a:lnTo>
                  <a:lnTo>
                    <a:pt x="150422" y="0"/>
                  </a:lnTo>
                  <a:lnTo>
                    <a:pt x="150422" y="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3008213" y="3608945"/>
              <a:ext cx="36674" cy="127"/>
            </a:xfrm>
            <a:custGeom>
              <a:avLst/>
              <a:pathLst>
                <a:path w="36674" h="127">
                  <a:moveTo>
                    <a:pt x="0" y="127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3787543" y="3608936"/>
              <a:ext cx="36101" cy="244"/>
            </a:xfrm>
            <a:custGeom>
              <a:avLst/>
              <a:pathLst>
                <a:path w="36101" h="244">
                  <a:moveTo>
                    <a:pt x="0" y="244"/>
                  </a:moveTo>
                  <a:lnTo>
                    <a:pt x="0" y="0"/>
                  </a:lnTo>
                  <a:lnTo>
                    <a:pt x="36101" y="0"/>
                  </a:lnTo>
                  <a:lnTo>
                    <a:pt x="36101" y="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4557705" y="3608927"/>
              <a:ext cx="18337" cy="254"/>
            </a:xfrm>
            <a:custGeom>
              <a:avLst/>
              <a:pathLst>
                <a:path w="18337" h="254">
                  <a:moveTo>
                    <a:pt x="0" y="25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54"/>
                  </a:lnTo>
                  <a:lnTo>
                    <a:pt x="18337" y="2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4667729" y="3608922"/>
              <a:ext cx="18337" cy="258"/>
            </a:xfrm>
            <a:custGeom>
              <a:avLst/>
              <a:pathLst>
                <a:path w="18337" h="258">
                  <a:moveTo>
                    <a:pt x="0" y="25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58"/>
                  </a:lnTo>
                  <a:lnTo>
                    <a:pt x="18337" y="2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079692" y="3608921"/>
              <a:ext cx="18337" cy="259"/>
            </a:xfrm>
            <a:custGeom>
              <a:avLst/>
              <a:pathLst>
                <a:path w="18337" h="259">
                  <a:moveTo>
                    <a:pt x="0" y="25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59"/>
                  </a:lnTo>
                  <a:lnTo>
                    <a:pt x="18337" y="2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3549160" y="3608921"/>
              <a:ext cx="32090" cy="259"/>
            </a:xfrm>
            <a:custGeom>
              <a:avLst/>
              <a:pathLst>
                <a:path w="32090" h="259">
                  <a:moveTo>
                    <a:pt x="0" y="259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5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3622509" y="3608893"/>
              <a:ext cx="27505" cy="287"/>
            </a:xfrm>
            <a:custGeom>
              <a:avLst/>
              <a:pathLst>
                <a:path w="27505" h="287">
                  <a:moveTo>
                    <a:pt x="0" y="28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4349120" y="3608890"/>
              <a:ext cx="71056" cy="79"/>
            </a:xfrm>
            <a:custGeom>
              <a:avLst/>
              <a:pathLst>
                <a:path w="71056" h="79">
                  <a:moveTo>
                    <a:pt x="0" y="79"/>
                  </a:moveTo>
                  <a:lnTo>
                    <a:pt x="0" y="0"/>
                  </a:lnTo>
                  <a:lnTo>
                    <a:pt x="71056" y="0"/>
                  </a:lnTo>
                  <a:lnTo>
                    <a:pt x="71056" y="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3933095" y="3608889"/>
              <a:ext cx="112888" cy="103"/>
            </a:xfrm>
            <a:custGeom>
              <a:avLst/>
              <a:pathLst>
                <a:path w="112888" h="103">
                  <a:moveTo>
                    <a:pt x="0" y="103"/>
                  </a:moveTo>
                  <a:lnTo>
                    <a:pt x="0" y="0"/>
                  </a:lnTo>
                  <a:lnTo>
                    <a:pt x="112888" y="0"/>
                  </a:lnTo>
                  <a:lnTo>
                    <a:pt x="112888" y="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3512486" y="3608885"/>
              <a:ext cx="18337" cy="296"/>
            </a:xfrm>
            <a:custGeom>
              <a:avLst/>
              <a:pathLst>
                <a:path w="18337" h="296">
                  <a:moveTo>
                    <a:pt x="0" y="29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96"/>
                  </a:lnTo>
                  <a:lnTo>
                    <a:pt x="18337" y="2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8775259" y="3608860"/>
              <a:ext cx="18337" cy="321"/>
            </a:xfrm>
            <a:custGeom>
              <a:avLst/>
              <a:pathLst>
                <a:path w="18337" h="321">
                  <a:moveTo>
                    <a:pt x="0" y="32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21"/>
                  </a:lnTo>
                  <a:lnTo>
                    <a:pt x="18337" y="3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3805594" y="3608844"/>
              <a:ext cx="183944" cy="92"/>
            </a:xfrm>
            <a:custGeom>
              <a:avLst/>
              <a:pathLst>
                <a:path w="183944" h="92">
                  <a:moveTo>
                    <a:pt x="0" y="92"/>
                  </a:moveTo>
                  <a:lnTo>
                    <a:pt x="0" y="0"/>
                  </a:lnTo>
                  <a:lnTo>
                    <a:pt x="183944" y="0"/>
                  </a:lnTo>
                  <a:lnTo>
                    <a:pt x="183944" y="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2917673" y="3608832"/>
              <a:ext cx="108877" cy="136"/>
            </a:xfrm>
            <a:custGeom>
              <a:avLst/>
              <a:pathLst>
                <a:path w="108877" h="136">
                  <a:moveTo>
                    <a:pt x="0" y="136"/>
                  </a:moveTo>
                  <a:lnTo>
                    <a:pt x="0" y="0"/>
                  </a:lnTo>
                  <a:lnTo>
                    <a:pt x="108877" y="0"/>
                  </a:lnTo>
                  <a:lnTo>
                    <a:pt x="108877" y="1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4228782" y="3608812"/>
              <a:ext cx="155866" cy="173"/>
            </a:xfrm>
            <a:custGeom>
              <a:avLst/>
              <a:pathLst>
                <a:path w="155866" h="173">
                  <a:moveTo>
                    <a:pt x="0" y="173"/>
                  </a:moveTo>
                  <a:lnTo>
                    <a:pt x="0" y="0"/>
                  </a:lnTo>
                  <a:lnTo>
                    <a:pt x="155866" y="0"/>
                  </a:lnTo>
                  <a:lnTo>
                    <a:pt x="155866" y="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3102191" y="3608808"/>
              <a:ext cx="157728" cy="219"/>
            </a:xfrm>
            <a:custGeom>
              <a:avLst/>
              <a:pathLst>
                <a:path w="157728" h="219">
                  <a:moveTo>
                    <a:pt x="0" y="219"/>
                  </a:moveTo>
                  <a:lnTo>
                    <a:pt x="0" y="0"/>
                  </a:lnTo>
                  <a:lnTo>
                    <a:pt x="157728" y="0"/>
                  </a:lnTo>
                  <a:lnTo>
                    <a:pt x="157728" y="1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5786297" y="3608802"/>
              <a:ext cx="18337" cy="379"/>
            </a:xfrm>
            <a:custGeom>
              <a:avLst/>
              <a:pathLst>
                <a:path w="18337" h="379">
                  <a:moveTo>
                    <a:pt x="0" y="37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79"/>
                  </a:lnTo>
                  <a:lnTo>
                    <a:pt x="18337" y="3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4777752" y="3608798"/>
              <a:ext cx="18337" cy="383"/>
            </a:xfrm>
            <a:custGeom>
              <a:avLst/>
              <a:pathLst>
                <a:path w="18337" h="383">
                  <a:moveTo>
                    <a:pt x="0" y="38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83"/>
                  </a:lnTo>
                  <a:lnTo>
                    <a:pt x="18337" y="3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3565205" y="3608765"/>
              <a:ext cx="71056" cy="155"/>
            </a:xfrm>
            <a:custGeom>
              <a:avLst/>
              <a:pathLst>
                <a:path w="71056" h="155">
                  <a:moveTo>
                    <a:pt x="0" y="155"/>
                  </a:moveTo>
                  <a:lnTo>
                    <a:pt x="0" y="0"/>
                  </a:lnTo>
                  <a:lnTo>
                    <a:pt x="71056" y="0"/>
                  </a:lnTo>
                  <a:lnTo>
                    <a:pt x="71056" y="1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5364542" y="3608735"/>
              <a:ext cx="18337" cy="446"/>
            </a:xfrm>
            <a:custGeom>
              <a:avLst/>
              <a:pathLst>
                <a:path w="18337" h="446">
                  <a:moveTo>
                    <a:pt x="0" y="44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46"/>
                  </a:lnTo>
                  <a:lnTo>
                    <a:pt x="18337" y="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849854" y="3608731"/>
              <a:ext cx="18337" cy="450"/>
            </a:xfrm>
            <a:custGeom>
              <a:avLst/>
              <a:pathLst>
                <a:path w="18337" h="450">
                  <a:moveTo>
                    <a:pt x="0" y="45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50"/>
                  </a:lnTo>
                  <a:lnTo>
                    <a:pt x="18337" y="4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2797335" y="3608707"/>
              <a:ext cx="18337" cy="473"/>
            </a:xfrm>
            <a:custGeom>
              <a:avLst/>
              <a:pathLst>
                <a:path w="18337" h="473">
                  <a:moveTo>
                    <a:pt x="0" y="47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73"/>
                  </a:lnTo>
                  <a:lnTo>
                    <a:pt x="18337" y="4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4649391" y="3608679"/>
              <a:ext cx="27505" cy="501"/>
            </a:xfrm>
            <a:custGeom>
              <a:avLst/>
              <a:pathLst>
                <a:path w="27505" h="501">
                  <a:moveTo>
                    <a:pt x="0" y="50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3769206" y="3608664"/>
              <a:ext cx="128360" cy="516"/>
            </a:xfrm>
            <a:custGeom>
              <a:avLst/>
              <a:pathLst>
                <a:path w="128360" h="516">
                  <a:moveTo>
                    <a:pt x="0" y="516"/>
                  </a:moveTo>
                  <a:lnTo>
                    <a:pt x="0" y="0"/>
                  </a:lnTo>
                  <a:lnTo>
                    <a:pt x="128360" y="0"/>
                  </a:lnTo>
                  <a:lnTo>
                    <a:pt x="128360" y="1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7913411" y="3608662"/>
              <a:ext cx="18337" cy="518"/>
            </a:xfrm>
            <a:custGeom>
              <a:avLst/>
              <a:pathLst>
                <a:path w="18337" h="518">
                  <a:moveTo>
                    <a:pt x="0" y="51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18"/>
                  </a:lnTo>
                  <a:lnTo>
                    <a:pt x="18337" y="5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4594380" y="3608660"/>
              <a:ext cx="18337" cy="521"/>
            </a:xfrm>
            <a:custGeom>
              <a:avLst/>
              <a:pathLst>
                <a:path w="18337" h="521">
                  <a:moveTo>
                    <a:pt x="0" y="52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21"/>
                  </a:lnTo>
                  <a:lnTo>
                    <a:pt x="18337" y="5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9031980" y="3608654"/>
              <a:ext cx="18337" cy="526"/>
            </a:xfrm>
            <a:custGeom>
              <a:avLst/>
              <a:pathLst>
                <a:path w="18337" h="526">
                  <a:moveTo>
                    <a:pt x="0" y="52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26"/>
                  </a:lnTo>
                  <a:lnTo>
                    <a:pt x="18337" y="5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3521654" y="3608630"/>
              <a:ext cx="79079" cy="254"/>
            </a:xfrm>
            <a:custGeom>
              <a:avLst/>
              <a:pathLst>
                <a:path w="79079" h="254">
                  <a:moveTo>
                    <a:pt x="0" y="254"/>
                  </a:moveTo>
                  <a:lnTo>
                    <a:pt x="0" y="0"/>
                  </a:lnTo>
                  <a:lnTo>
                    <a:pt x="79079" y="0"/>
                  </a:lnTo>
                  <a:lnTo>
                    <a:pt x="79079" y="1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4172624" y="3608614"/>
              <a:ext cx="134090" cy="566"/>
            </a:xfrm>
            <a:custGeom>
              <a:avLst/>
              <a:pathLst>
                <a:path w="134090" h="566">
                  <a:moveTo>
                    <a:pt x="0" y="566"/>
                  </a:moveTo>
                  <a:lnTo>
                    <a:pt x="0" y="0"/>
                  </a:lnTo>
                  <a:lnTo>
                    <a:pt x="134090" y="0"/>
                  </a:lnTo>
                  <a:lnTo>
                    <a:pt x="134090" y="1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8830271" y="3608612"/>
              <a:ext cx="18337" cy="568"/>
            </a:xfrm>
            <a:custGeom>
              <a:avLst/>
              <a:pathLst>
                <a:path w="18337" h="568">
                  <a:moveTo>
                    <a:pt x="0" y="56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68"/>
                  </a:lnTo>
                  <a:lnTo>
                    <a:pt x="18337" y="5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3732532" y="3608609"/>
              <a:ext cx="18337" cy="572"/>
            </a:xfrm>
            <a:custGeom>
              <a:avLst/>
              <a:pathLst>
                <a:path w="18337" h="572">
                  <a:moveTo>
                    <a:pt x="0" y="57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72"/>
                  </a:lnTo>
                  <a:lnTo>
                    <a:pt x="18337" y="5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2852347" y="3608591"/>
              <a:ext cx="18337" cy="590"/>
            </a:xfrm>
            <a:custGeom>
              <a:avLst/>
              <a:pathLst>
                <a:path w="18337" h="590">
                  <a:moveTo>
                    <a:pt x="0" y="59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90"/>
                  </a:lnTo>
                  <a:lnTo>
                    <a:pt x="18337" y="5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3677520" y="3608576"/>
              <a:ext cx="27505" cy="604"/>
            </a:xfrm>
            <a:custGeom>
              <a:avLst/>
              <a:pathLst>
                <a:path w="27505" h="604">
                  <a:moveTo>
                    <a:pt x="0" y="60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8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2972111" y="3608565"/>
              <a:ext cx="208943" cy="266"/>
            </a:xfrm>
            <a:custGeom>
              <a:avLst/>
              <a:pathLst>
                <a:path w="208943" h="266">
                  <a:moveTo>
                    <a:pt x="0" y="266"/>
                  </a:moveTo>
                  <a:lnTo>
                    <a:pt x="0" y="0"/>
                  </a:lnTo>
                  <a:lnTo>
                    <a:pt x="208943" y="0"/>
                  </a:lnTo>
                  <a:lnTo>
                    <a:pt x="208943" y="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9105329" y="3608537"/>
              <a:ext cx="18337" cy="643"/>
            </a:xfrm>
            <a:custGeom>
              <a:avLst/>
              <a:pathLst>
                <a:path w="18337" h="643">
                  <a:moveTo>
                    <a:pt x="0" y="64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43"/>
                  </a:lnTo>
                  <a:lnTo>
                    <a:pt x="18337" y="6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4466019" y="3608532"/>
              <a:ext cx="18337" cy="648"/>
            </a:xfrm>
            <a:custGeom>
              <a:avLst/>
              <a:pathLst>
                <a:path w="18337" h="648">
                  <a:moveTo>
                    <a:pt x="0" y="64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48"/>
                  </a:lnTo>
                  <a:lnTo>
                    <a:pt x="18337" y="6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611471" y="3608518"/>
              <a:ext cx="18337" cy="662"/>
            </a:xfrm>
            <a:custGeom>
              <a:avLst/>
              <a:pathLst>
                <a:path w="18337" h="662">
                  <a:moveTo>
                    <a:pt x="0" y="66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62"/>
                  </a:lnTo>
                  <a:lnTo>
                    <a:pt x="18337" y="6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4521031" y="3608502"/>
              <a:ext cx="18337" cy="678"/>
            </a:xfrm>
            <a:custGeom>
              <a:avLst/>
              <a:pathLst>
                <a:path w="18337" h="678">
                  <a:moveTo>
                    <a:pt x="0" y="67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78"/>
                  </a:lnTo>
                  <a:lnTo>
                    <a:pt x="18337" y="6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3833386" y="3608475"/>
              <a:ext cx="406283" cy="189"/>
            </a:xfrm>
            <a:custGeom>
              <a:avLst/>
              <a:pathLst>
                <a:path w="406283" h="189">
                  <a:moveTo>
                    <a:pt x="0" y="189"/>
                  </a:moveTo>
                  <a:lnTo>
                    <a:pt x="0" y="0"/>
                  </a:lnTo>
                  <a:lnTo>
                    <a:pt x="406283" y="0"/>
                  </a:lnTo>
                  <a:lnTo>
                    <a:pt x="406283" y="1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4566874" y="3608473"/>
              <a:ext cx="36674" cy="454"/>
            </a:xfrm>
            <a:custGeom>
              <a:avLst/>
              <a:pathLst>
                <a:path w="36674" h="454">
                  <a:moveTo>
                    <a:pt x="0" y="454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5914658" y="3608457"/>
              <a:ext cx="18337" cy="723"/>
            </a:xfrm>
            <a:custGeom>
              <a:avLst/>
              <a:pathLst>
                <a:path w="18337" h="723">
                  <a:moveTo>
                    <a:pt x="0" y="72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23"/>
                  </a:lnTo>
                  <a:lnTo>
                    <a:pt x="18337" y="7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3561194" y="3608425"/>
              <a:ext cx="130079" cy="205"/>
            </a:xfrm>
            <a:custGeom>
              <a:avLst/>
              <a:pathLst>
                <a:path w="130079" h="205">
                  <a:moveTo>
                    <a:pt x="0" y="205"/>
                  </a:moveTo>
                  <a:lnTo>
                    <a:pt x="0" y="0"/>
                  </a:lnTo>
                  <a:lnTo>
                    <a:pt x="130079" y="0"/>
                  </a:lnTo>
                  <a:lnTo>
                    <a:pt x="130079" y="1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354750" y="3608388"/>
              <a:ext cx="18337" cy="793"/>
            </a:xfrm>
            <a:custGeom>
              <a:avLst/>
              <a:pathLst>
                <a:path w="18337" h="793">
                  <a:moveTo>
                    <a:pt x="0" y="79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93"/>
                  </a:lnTo>
                  <a:lnTo>
                    <a:pt x="18337" y="7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4851100" y="3608358"/>
              <a:ext cx="18337" cy="823"/>
            </a:xfrm>
            <a:custGeom>
              <a:avLst/>
              <a:pathLst>
                <a:path w="18337" h="823">
                  <a:moveTo>
                    <a:pt x="0" y="82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23"/>
                  </a:lnTo>
                  <a:lnTo>
                    <a:pt x="18337" y="8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5676274" y="3608343"/>
              <a:ext cx="18337" cy="838"/>
            </a:xfrm>
            <a:custGeom>
              <a:avLst/>
              <a:pathLst>
                <a:path w="18337" h="838">
                  <a:moveTo>
                    <a:pt x="0" y="83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38"/>
                  </a:lnTo>
                  <a:lnTo>
                    <a:pt x="18337" y="8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2760661" y="3608335"/>
              <a:ext cx="18337" cy="845"/>
            </a:xfrm>
            <a:custGeom>
              <a:avLst/>
              <a:pathLst>
                <a:path w="18337" h="845">
                  <a:moveTo>
                    <a:pt x="0" y="8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45"/>
                  </a:lnTo>
                  <a:lnTo>
                    <a:pt x="18337" y="8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941540" y="3608314"/>
              <a:ext cx="18337" cy="867"/>
            </a:xfrm>
            <a:custGeom>
              <a:avLst/>
              <a:pathLst>
                <a:path w="18337" h="867">
                  <a:moveTo>
                    <a:pt x="0" y="86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67"/>
                  </a:lnTo>
                  <a:lnTo>
                    <a:pt x="18337" y="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4502694" y="3608307"/>
              <a:ext cx="27505" cy="874"/>
            </a:xfrm>
            <a:custGeom>
              <a:avLst/>
              <a:pathLst>
                <a:path w="27505" h="874">
                  <a:moveTo>
                    <a:pt x="0" y="87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9288701" y="3608261"/>
              <a:ext cx="18337" cy="920"/>
            </a:xfrm>
            <a:custGeom>
              <a:avLst/>
              <a:pathLst>
                <a:path w="18337" h="920">
                  <a:moveTo>
                    <a:pt x="0" y="92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920"/>
                  </a:lnTo>
                  <a:lnTo>
                    <a:pt x="18337" y="92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3741700" y="3608228"/>
              <a:ext cx="294827" cy="380"/>
            </a:xfrm>
            <a:custGeom>
              <a:avLst/>
              <a:pathLst>
                <a:path w="294827" h="380">
                  <a:moveTo>
                    <a:pt x="0" y="380"/>
                  </a:moveTo>
                  <a:lnTo>
                    <a:pt x="0" y="0"/>
                  </a:lnTo>
                  <a:lnTo>
                    <a:pt x="294827" y="0"/>
                  </a:lnTo>
                  <a:lnTo>
                    <a:pt x="294827" y="2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2834009" y="3608227"/>
              <a:ext cx="27505" cy="953"/>
            </a:xfrm>
            <a:custGeom>
              <a:avLst/>
              <a:pathLst>
                <a:path w="27505" h="953">
                  <a:moveTo>
                    <a:pt x="0" y="95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8665236" y="3608173"/>
              <a:ext cx="18337" cy="1007"/>
            </a:xfrm>
            <a:custGeom>
              <a:avLst/>
              <a:pathLst>
                <a:path w="18337" h="1007">
                  <a:moveTo>
                    <a:pt x="0" y="100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07"/>
                  </a:lnTo>
                  <a:lnTo>
                    <a:pt x="18337" y="10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391424" y="3608149"/>
              <a:ext cx="18337" cy="1031"/>
            </a:xfrm>
            <a:custGeom>
              <a:avLst/>
              <a:pathLst>
                <a:path w="18337" h="1031">
                  <a:moveTo>
                    <a:pt x="0" y="103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31"/>
                  </a:lnTo>
                  <a:lnTo>
                    <a:pt x="18337" y="10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116367" y="3608149"/>
              <a:ext cx="18337" cy="1031"/>
            </a:xfrm>
            <a:custGeom>
              <a:avLst/>
              <a:pathLst>
                <a:path w="18337" h="1031">
                  <a:moveTo>
                    <a:pt x="0" y="103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31"/>
                  </a:lnTo>
                  <a:lnTo>
                    <a:pt x="18337" y="10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299739" y="3608112"/>
              <a:ext cx="18337" cy="1068"/>
            </a:xfrm>
            <a:custGeom>
              <a:avLst/>
              <a:pathLst>
                <a:path w="18337" h="1068">
                  <a:moveTo>
                    <a:pt x="0" y="106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68"/>
                  </a:lnTo>
                  <a:lnTo>
                    <a:pt x="18337" y="10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9655444" y="3608104"/>
              <a:ext cx="18337" cy="1076"/>
            </a:xfrm>
            <a:custGeom>
              <a:avLst/>
              <a:pathLst>
                <a:path w="18337" h="1076">
                  <a:moveTo>
                    <a:pt x="0" y="107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76"/>
                  </a:lnTo>
                  <a:lnTo>
                    <a:pt x="18337" y="10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886529" y="3608101"/>
              <a:ext cx="18337" cy="1080"/>
            </a:xfrm>
            <a:custGeom>
              <a:avLst/>
              <a:pathLst>
                <a:path w="18337" h="1080">
                  <a:moveTo>
                    <a:pt x="0" y="108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80"/>
                  </a:lnTo>
                  <a:lnTo>
                    <a:pt x="18337" y="10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831517" y="3608083"/>
              <a:ext cx="27505" cy="1097"/>
            </a:xfrm>
            <a:custGeom>
              <a:avLst/>
              <a:pathLst>
                <a:path w="27505" h="1097">
                  <a:moveTo>
                    <a:pt x="0" y="109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6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4924449" y="3608072"/>
              <a:ext cx="18337" cy="1109"/>
            </a:xfrm>
            <a:custGeom>
              <a:avLst/>
              <a:pathLst>
                <a:path w="18337" h="1109">
                  <a:moveTo>
                    <a:pt x="0" y="110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09"/>
                  </a:lnTo>
                  <a:lnTo>
                    <a:pt x="18337" y="11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3626233" y="3608046"/>
              <a:ext cx="262880" cy="378"/>
            </a:xfrm>
            <a:custGeom>
              <a:avLst/>
              <a:pathLst>
                <a:path w="262880" h="378">
                  <a:moveTo>
                    <a:pt x="0" y="378"/>
                  </a:moveTo>
                  <a:lnTo>
                    <a:pt x="0" y="0"/>
                  </a:lnTo>
                  <a:lnTo>
                    <a:pt x="262880" y="0"/>
                  </a:lnTo>
                  <a:lnTo>
                    <a:pt x="262880" y="1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4759414" y="3608039"/>
              <a:ext cx="27505" cy="1141"/>
            </a:xfrm>
            <a:custGeom>
              <a:avLst/>
              <a:pathLst>
                <a:path w="27505" h="1141">
                  <a:moveTo>
                    <a:pt x="0" y="114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7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8756922" y="3608035"/>
              <a:ext cx="27505" cy="1145"/>
            </a:xfrm>
            <a:custGeom>
              <a:avLst/>
              <a:pathLst>
                <a:path w="27505" h="1145">
                  <a:moveTo>
                    <a:pt x="0" y="1145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519785" y="3608020"/>
              <a:ext cx="18337" cy="1161"/>
            </a:xfrm>
            <a:custGeom>
              <a:avLst/>
              <a:pathLst>
                <a:path w="18337" h="1161">
                  <a:moveTo>
                    <a:pt x="0" y="116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61"/>
                  </a:lnTo>
                  <a:lnTo>
                    <a:pt x="18337" y="11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5511239" y="3607979"/>
              <a:ext cx="18337" cy="1201"/>
            </a:xfrm>
            <a:custGeom>
              <a:avLst/>
              <a:pathLst>
                <a:path w="18337" h="1201">
                  <a:moveTo>
                    <a:pt x="0" y="120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01"/>
                  </a:lnTo>
                  <a:lnTo>
                    <a:pt x="18337" y="12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2806504" y="3607971"/>
              <a:ext cx="41258" cy="736"/>
            </a:xfrm>
            <a:custGeom>
              <a:avLst/>
              <a:pathLst>
                <a:path w="41258" h="736">
                  <a:moveTo>
                    <a:pt x="0" y="736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2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923203" y="3607899"/>
              <a:ext cx="27505" cy="1281"/>
            </a:xfrm>
            <a:custGeom>
              <a:avLst/>
              <a:pathLst>
                <a:path w="27505" h="1281">
                  <a:moveTo>
                    <a:pt x="0" y="128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5474565" y="3607869"/>
              <a:ext cx="18337" cy="1312"/>
            </a:xfrm>
            <a:custGeom>
              <a:avLst/>
              <a:pathLst>
                <a:path w="18337" h="1312">
                  <a:moveTo>
                    <a:pt x="0" y="131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312"/>
                  </a:lnTo>
                  <a:lnTo>
                    <a:pt x="18337" y="13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5126158" y="3607839"/>
              <a:ext cx="18337" cy="1342"/>
            </a:xfrm>
            <a:custGeom>
              <a:avLst/>
              <a:pathLst>
                <a:path w="18337" h="1342">
                  <a:moveTo>
                    <a:pt x="0" y="134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342"/>
                  </a:lnTo>
                  <a:lnTo>
                    <a:pt x="18337" y="13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5969669" y="3607816"/>
              <a:ext cx="18337" cy="1365"/>
            </a:xfrm>
            <a:custGeom>
              <a:avLst/>
              <a:pathLst>
                <a:path w="18337" h="1365">
                  <a:moveTo>
                    <a:pt x="0" y="136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365"/>
                  </a:lnTo>
                  <a:lnTo>
                    <a:pt x="18337" y="13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4722740" y="3607800"/>
              <a:ext cx="18337" cy="1381"/>
            </a:xfrm>
            <a:custGeom>
              <a:avLst/>
              <a:pathLst>
                <a:path w="18337" h="1381">
                  <a:moveTo>
                    <a:pt x="0" y="138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381"/>
                  </a:lnTo>
                  <a:lnTo>
                    <a:pt x="18337" y="13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4961124" y="3607779"/>
              <a:ext cx="18337" cy="1402"/>
            </a:xfrm>
            <a:custGeom>
              <a:avLst/>
              <a:pathLst>
                <a:path w="18337" h="1402">
                  <a:moveTo>
                    <a:pt x="0" y="140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402"/>
                  </a:lnTo>
                  <a:lnTo>
                    <a:pt x="18337" y="14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4631054" y="3607728"/>
              <a:ext cx="32090" cy="1452"/>
            </a:xfrm>
            <a:custGeom>
              <a:avLst/>
              <a:pathLst>
                <a:path w="32090" h="1452">
                  <a:moveTo>
                    <a:pt x="0" y="145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9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2769829" y="3607706"/>
              <a:ext cx="57303" cy="628"/>
            </a:xfrm>
            <a:custGeom>
              <a:avLst/>
              <a:pathLst>
                <a:path w="57303" h="628">
                  <a:moveTo>
                    <a:pt x="0" y="628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2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648145" y="3607705"/>
              <a:ext cx="18337" cy="1475"/>
            </a:xfrm>
            <a:custGeom>
              <a:avLst/>
              <a:pathLst>
                <a:path w="18337" h="1475">
                  <a:moveTo>
                    <a:pt x="0" y="147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475"/>
                  </a:lnTo>
                  <a:lnTo>
                    <a:pt x="18337" y="1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5547914" y="3607678"/>
              <a:ext cx="18337" cy="1503"/>
            </a:xfrm>
            <a:custGeom>
              <a:avLst/>
              <a:pathLst>
                <a:path w="18337" h="1503">
                  <a:moveTo>
                    <a:pt x="0" y="150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503"/>
                  </a:lnTo>
                  <a:lnTo>
                    <a:pt x="18337" y="15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4475188" y="3607673"/>
              <a:ext cx="41258" cy="858"/>
            </a:xfrm>
            <a:custGeom>
              <a:avLst/>
              <a:pathLst>
                <a:path w="41258" h="858">
                  <a:moveTo>
                    <a:pt x="0" y="858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6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4832763" y="3607646"/>
              <a:ext cx="27505" cy="1535"/>
            </a:xfrm>
            <a:custGeom>
              <a:avLst/>
              <a:pathLst>
                <a:path w="27505" h="1535">
                  <a:moveTo>
                    <a:pt x="0" y="1535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7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3076583" y="3607615"/>
              <a:ext cx="681090" cy="949"/>
            </a:xfrm>
            <a:custGeom>
              <a:avLst/>
              <a:pathLst>
                <a:path w="681090" h="949">
                  <a:moveTo>
                    <a:pt x="0" y="949"/>
                  </a:moveTo>
                  <a:lnTo>
                    <a:pt x="0" y="0"/>
                  </a:lnTo>
                  <a:lnTo>
                    <a:pt x="681090" y="0"/>
                  </a:lnTo>
                  <a:lnTo>
                    <a:pt x="681090" y="4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244727" y="3607611"/>
              <a:ext cx="18337" cy="1570"/>
            </a:xfrm>
            <a:custGeom>
              <a:avLst/>
              <a:pathLst>
                <a:path w="18337" h="1570">
                  <a:moveTo>
                    <a:pt x="0" y="157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570"/>
                  </a:lnTo>
                  <a:lnTo>
                    <a:pt x="18337" y="15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7344958" y="3607592"/>
              <a:ext cx="18337" cy="1589"/>
            </a:xfrm>
            <a:custGeom>
              <a:avLst/>
              <a:pathLst>
                <a:path w="18337" h="1589">
                  <a:moveTo>
                    <a:pt x="0" y="158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589"/>
                  </a:lnTo>
                  <a:lnTo>
                    <a:pt x="18337" y="15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9270363" y="3607578"/>
              <a:ext cx="27505" cy="1603"/>
            </a:xfrm>
            <a:custGeom>
              <a:avLst/>
              <a:pathLst>
                <a:path w="27505" h="1603">
                  <a:moveTo>
                    <a:pt x="0" y="160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6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9086992" y="3607556"/>
              <a:ext cx="27505" cy="1624"/>
            </a:xfrm>
            <a:custGeom>
              <a:avLst/>
              <a:pathLst>
                <a:path w="27505" h="1624">
                  <a:moveTo>
                    <a:pt x="0" y="162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9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574796" y="3607505"/>
              <a:ext cx="18337" cy="1676"/>
            </a:xfrm>
            <a:custGeom>
              <a:avLst/>
              <a:pathLst>
                <a:path w="18337" h="1676">
                  <a:moveTo>
                    <a:pt x="0" y="167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676"/>
                  </a:lnTo>
                  <a:lnTo>
                    <a:pt x="18337" y="16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8701911" y="3607424"/>
              <a:ext cx="18337" cy="1757"/>
            </a:xfrm>
            <a:custGeom>
              <a:avLst/>
              <a:pathLst>
                <a:path w="18337" h="1757">
                  <a:moveTo>
                    <a:pt x="0" y="175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757"/>
                  </a:lnTo>
                  <a:lnTo>
                    <a:pt x="18337" y="17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8738585" y="3607345"/>
              <a:ext cx="32090" cy="1835"/>
            </a:xfrm>
            <a:custGeom>
              <a:avLst/>
              <a:pathLst>
                <a:path w="32090" h="1835">
                  <a:moveTo>
                    <a:pt x="0" y="1835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6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5822972" y="3607335"/>
              <a:ext cx="18337" cy="1845"/>
            </a:xfrm>
            <a:custGeom>
              <a:avLst/>
              <a:pathLst>
                <a:path w="18337" h="1845">
                  <a:moveTo>
                    <a:pt x="0" y="18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845"/>
                  </a:lnTo>
                  <a:lnTo>
                    <a:pt x="18337" y="18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5346205" y="3607319"/>
              <a:ext cx="27505" cy="1861"/>
            </a:xfrm>
            <a:custGeom>
              <a:avLst/>
              <a:pathLst>
                <a:path w="27505" h="1861">
                  <a:moveTo>
                    <a:pt x="0" y="186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4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501448" y="3607252"/>
              <a:ext cx="27505" cy="1929"/>
            </a:xfrm>
            <a:custGeom>
              <a:avLst/>
              <a:pathLst>
                <a:path w="27505" h="1929">
                  <a:moveTo>
                    <a:pt x="0" y="192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7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620639" y="3607213"/>
              <a:ext cx="36674" cy="1304"/>
            </a:xfrm>
            <a:custGeom>
              <a:avLst/>
              <a:pathLst>
                <a:path w="36674" h="1304">
                  <a:moveTo>
                    <a:pt x="0" y="1304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4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363919" y="3607194"/>
              <a:ext cx="36674" cy="1194"/>
            </a:xfrm>
            <a:custGeom>
              <a:avLst/>
              <a:pathLst>
                <a:path w="36674" h="1194">
                  <a:moveTo>
                    <a:pt x="0" y="1194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9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7326621" y="3607174"/>
              <a:ext cx="27505" cy="2007"/>
            </a:xfrm>
            <a:custGeom>
              <a:avLst/>
              <a:pathLst>
                <a:path w="27505" h="2007">
                  <a:moveTo>
                    <a:pt x="0" y="200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7821725" y="3607138"/>
              <a:ext cx="18337" cy="2042"/>
            </a:xfrm>
            <a:custGeom>
              <a:avLst/>
              <a:pathLst>
                <a:path w="18337" h="2042">
                  <a:moveTo>
                    <a:pt x="0" y="204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042"/>
                  </a:lnTo>
                  <a:lnTo>
                    <a:pt x="18337" y="20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8674405" y="3607032"/>
              <a:ext cx="36674" cy="1140"/>
            </a:xfrm>
            <a:custGeom>
              <a:avLst/>
              <a:pathLst>
                <a:path w="36674" h="1140">
                  <a:moveTo>
                    <a:pt x="0" y="1140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3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2798481" y="3607025"/>
              <a:ext cx="618647" cy="681"/>
            </a:xfrm>
            <a:custGeom>
              <a:avLst/>
              <a:pathLst>
                <a:path w="618647" h="681">
                  <a:moveTo>
                    <a:pt x="0" y="681"/>
                  </a:moveTo>
                  <a:lnTo>
                    <a:pt x="0" y="0"/>
                  </a:lnTo>
                  <a:lnTo>
                    <a:pt x="618647" y="0"/>
                  </a:lnTo>
                  <a:lnTo>
                    <a:pt x="618647" y="59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4585211" y="3607019"/>
              <a:ext cx="61888" cy="1453"/>
            </a:xfrm>
            <a:custGeom>
              <a:avLst/>
              <a:pathLst>
                <a:path w="61888" h="1453">
                  <a:moveTo>
                    <a:pt x="0" y="1453"/>
                  </a:moveTo>
                  <a:lnTo>
                    <a:pt x="0" y="0"/>
                  </a:lnTo>
                  <a:lnTo>
                    <a:pt x="61888" y="0"/>
                  </a:lnTo>
                  <a:lnTo>
                    <a:pt x="61888" y="7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7895074" y="3606947"/>
              <a:ext cx="27505" cy="2233"/>
            </a:xfrm>
            <a:custGeom>
              <a:avLst/>
              <a:pathLst>
                <a:path w="27505" h="2233">
                  <a:moveTo>
                    <a:pt x="0" y="223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813180" y="3606799"/>
              <a:ext cx="32090" cy="2381"/>
            </a:xfrm>
            <a:custGeom>
              <a:avLst/>
              <a:pathLst>
                <a:path w="32090" h="2381">
                  <a:moveTo>
                    <a:pt x="0" y="2381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2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5749623" y="3606768"/>
              <a:ext cx="18337" cy="2413"/>
            </a:xfrm>
            <a:custGeom>
              <a:avLst/>
              <a:pathLst>
                <a:path w="18337" h="2413">
                  <a:moveTo>
                    <a:pt x="0" y="241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413"/>
                  </a:lnTo>
                  <a:lnTo>
                    <a:pt x="18337" y="24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5071147" y="3606736"/>
              <a:ext cx="18337" cy="2445"/>
            </a:xfrm>
            <a:custGeom>
              <a:avLst/>
              <a:pathLst>
                <a:path w="18337" h="2445">
                  <a:moveTo>
                    <a:pt x="0" y="24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445"/>
                  </a:lnTo>
                  <a:lnTo>
                    <a:pt x="18337" y="2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8811934" y="3606711"/>
              <a:ext cx="27505" cy="2469"/>
            </a:xfrm>
            <a:custGeom>
              <a:avLst/>
              <a:pathLst>
                <a:path w="27505" h="2469">
                  <a:moveTo>
                    <a:pt x="0" y="246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9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9013643" y="3606680"/>
              <a:ext cx="27505" cy="2501"/>
            </a:xfrm>
            <a:custGeom>
              <a:avLst/>
              <a:pathLst>
                <a:path w="27505" h="2501">
                  <a:moveTo>
                    <a:pt x="0" y="250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9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4495817" y="3606538"/>
              <a:ext cx="120337" cy="1135"/>
            </a:xfrm>
            <a:custGeom>
              <a:avLst/>
              <a:pathLst>
                <a:path w="120337" h="1135">
                  <a:moveTo>
                    <a:pt x="0" y="1135"/>
                  </a:moveTo>
                  <a:lnTo>
                    <a:pt x="0" y="0"/>
                  </a:lnTo>
                  <a:lnTo>
                    <a:pt x="120337" y="0"/>
                  </a:lnTo>
                  <a:lnTo>
                    <a:pt x="120337" y="4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5236181" y="3606535"/>
              <a:ext cx="18337" cy="2646"/>
            </a:xfrm>
            <a:custGeom>
              <a:avLst/>
              <a:pathLst>
                <a:path w="18337" h="2646">
                  <a:moveTo>
                    <a:pt x="0" y="264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646"/>
                  </a:lnTo>
                  <a:lnTo>
                    <a:pt x="18337" y="26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6428099" y="3606434"/>
              <a:ext cx="18337" cy="2746"/>
            </a:xfrm>
            <a:custGeom>
              <a:avLst/>
              <a:pathLst>
                <a:path w="18337" h="2746">
                  <a:moveTo>
                    <a:pt x="0" y="274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746"/>
                  </a:lnTo>
                  <a:lnTo>
                    <a:pt x="18337" y="27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583342" y="3606397"/>
              <a:ext cx="18337" cy="2784"/>
            </a:xfrm>
            <a:custGeom>
              <a:avLst/>
              <a:pathLst>
                <a:path w="18337" h="2784">
                  <a:moveTo>
                    <a:pt x="0" y="278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784"/>
                  </a:lnTo>
                  <a:lnTo>
                    <a:pt x="18337" y="2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4447682" y="3606290"/>
              <a:ext cx="108304" cy="2890"/>
            </a:xfrm>
            <a:custGeom>
              <a:avLst/>
              <a:pathLst>
                <a:path w="108304" h="2890">
                  <a:moveTo>
                    <a:pt x="0" y="2890"/>
                  </a:moveTo>
                  <a:lnTo>
                    <a:pt x="0" y="0"/>
                  </a:lnTo>
                  <a:lnTo>
                    <a:pt x="108304" y="0"/>
                  </a:lnTo>
                  <a:lnTo>
                    <a:pt x="108304" y="2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4933618" y="3606230"/>
              <a:ext cx="36674" cy="1842"/>
            </a:xfrm>
            <a:custGeom>
              <a:avLst/>
              <a:pathLst>
                <a:path w="36674" h="1842">
                  <a:moveTo>
                    <a:pt x="0" y="1842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9215352" y="3606214"/>
              <a:ext cx="18337" cy="2966"/>
            </a:xfrm>
            <a:custGeom>
              <a:avLst/>
              <a:pathLst>
                <a:path w="18337" h="2966">
                  <a:moveTo>
                    <a:pt x="0" y="296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966"/>
                  </a:lnTo>
                  <a:lnTo>
                    <a:pt x="18337" y="29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5731286" y="3606192"/>
              <a:ext cx="27505" cy="2988"/>
            </a:xfrm>
            <a:custGeom>
              <a:avLst/>
              <a:pathLst>
                <a:path w="27505" h="2988">
                  <a:moveTo>
                    <a:pt x="0" y="298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5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4814426" y="3606179"/>
              <a:ext cx="32090" cy="3002"/>
            </a:xfrm>
            <a:custGeom>
              <a:avLst/>
              <a:pathLst>
                <a:path w="32090" h="3002">
                  <a:moveTo>
                    <a:pt x="0" y="300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4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6483110" y="3606100"/>
              <a:ext cx="32090" cy="3081"/>
            </a:xfrm>
            <a:custGeom>
              <a:avLst/>
              <a:pathLst>
                <a:path w="32090" h="3081">
                  <a:moveTo>
                    <a:pt x="0" y="3081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1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5896320" y="3606098"/>
              <a:ext cx="27505" cy="3082"/>
            </a:xfrm>
            <a:custGeom>
              <a:avLst/>
              <a:pathLst>
                <a:path w="27505" h="3082">
                  <a:moveTo>
                    <a:pt x="0" y="3082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35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766714" y="3606055"/>
              <a:ext cx="18337" cy="3126"/>
            </a:xfrm>
            <a:custGeom>
              <a:avLst/>
              <a:pathLst>
                <a:path w="18337" h="3126">
                  <a:moveTo>
                    <a:pt x="0" y="312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126"/>
                  </a:lnTo>
                  <a:lnTo>
                    <a:pt x="18337" y="3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6895697" y="3605995"/>
              <a:ext cx="41258" cy="2105"/>
            </a:xfrm>
            <a:custGeom>
              <a:avLst/>
              <a:pathLst>
                <a:path w="41258" h="2105">
                  <a:moveTo>
                    <a:pt x="0" y="2105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19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5951332" y="3605990"/>
              <a:ext cx="27505" cy="3191"/>
            </a:xfrm>
            <a:custGeom>
              <a:avLst/>
              <a:pathLst>
                <a:path w="27505" h="3191">
                  <a:moveTo>
                    <a:pt x="0" y="319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8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6226390" y="3605975"/>
              <a:ext cx="27505" cy="3206"/>
            </a:xfrm>
            <a:custGeom>
              <a:avLst/>
              <a:pathLst>
                <a:path w="27505" h="3206">
                  <a:moveTo>
                    <a:pt x="0" y="3206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6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8754630" y="3605960"/>
              <a:ext cx="71056" cy="1385"/>
            </a:xfrm>
            <a:custGeom>
              <a:avLst/>
              <a:pathLst>
                <a:path w="71056" h="1385">
                  <a:moveTo>
                    <a:pt x="0" y="1385"/>
                  </a:moveTo>
                  <a:lnTo>
                    <a:pt x="0" y="0"/>
                  </a:lnTo>
                  <a:lnTo>
                    <a:pt x="71056" y="0"/>
                  </a:lnTo>
                  <a:lnTo>
                    <a:pt x="71056" y="7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5291193" y="3605938"/>
              <a:ext cx="18337" cy="3243"/>
            </a:xfrm>
            <a:custGeom>
              <a:avLst/>
              <a:pathLst>
                <a:path w="18337" h="3243">
                  <a:moveTo>
                    <a:pt x="0" y="324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243"/>
                  </a:lnTo>
                  <a:lnTo>
                    <a:pt x="18337" y="32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5162833" y="3605910"/>
              <a:ext cx="18337" cy="3270"/>
            </a:xfrm>
            <a:custGeom>
              <a:avLst/>
              <a:pathLst>
                <a:path w="18337" h="3270">
                  <a:moveTo>
                    <a:pt x="0" y="327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270"/>
                  </a:lnTo>
                  <a:lnTo>
                    <a:pt x="18337" y="32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5859646" y="3605897"/>
              <a:ext cx="18337" cy="3283"/>
            </a:xfrm>
            <a:custGeom>
              <a:avLst/>
              <a:pathLst>
                <a:path w="18337" h="3283">
                  <a:moveTo>
                    <a:pt x="0" y="328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283"/>
                  </a:lnTo>
                  <a:lnTo>
                    <a:pt x="18337" y="32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4906112" y="3605879"/>
              <a:ext cx="45842" cy="3301"/>
            </a:xfrm>
            <a:custGeom>
              <a:avLst/>
              <a:pathLst>
                <a:path w="45842" h="3301">
                  <a:moveTo>
                    <a:pt x="0" y="3301"/>
                  </a:moveTo>
                  <a:lnTo>
                    <a:pt x="0" y="0"/>
                  </a:lnTo>
                  <a:lnTo>
                    <a:pt x="45842" y="0"/>
                  </a:lnTo>
                  <a:lnTo>
                    <a:pt x="45842" y="3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6464773" y="3605865"/>
              <a:ext cx="34382" cy="3316"/>
            </a:xfrm>
            <a:custGeom>
              <a:avLst/>
              <a:pathLst>
                <a:path w="34382" h="3316">
                  <a:moveTo>
                    <a:pt x="0" y="3316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2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528330" y="3605855"/>
              <a:ext cx="18337" cy="3325"/>
            </a:xfrm>
            <a:custGeom>
              <a:avLst/>
              <a:pathLst>
                <a:path w="18337" h="3325">
                  <a:moveTo>
                    <a:pt x="0" y="332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325"/>
                  </a:lnTo>
                  <a:lnTo>
                    <a:pt x="18337" y="33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5217844" y="3605839"/>
              <a:ext cx="27505" cy="3342"/>
            </a:xfrm>
            <a:custGeom>
              <a:avLst/>
              <a:pathLst>
                <a:path w="27505" h="3342">
                  <a:moveTo>
                    <a:pt x="0" y="3342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6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4997798" y="3605735"/>
              <a:ext cx="18337" cy="3446"/>
            </a:xfrm>
            <a:custGeom>
              <a:avLst/>
              <a:pathLst>
                <a:path w="18337" h="3446">
                  <a:moveTo>
                    <a:pt x="0" y="344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446"/>
                  </a:lnTo>
                  <a:lnTo>
                    <a:pt x="18337" y="3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9398724" y="3605733"/>
              <a:ext cx="18337" cy="3448"/>
            </a:xfrm>
            <a:custGeom>
              <a:avLst/>
              <a:pathLst>
                <a:path w="18337" h="3448">
                  <a:moveTo>
                    <a:pt x="0" y="344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448"/>
                  </a:lnTo>
                  <a:lnTo>
                    <a:pt x="18337" y="34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6978215" y="3605706"/>
              <a:ext cx="27505" cy="3474"/>
            </a:xfrm>
            <a:custGeom>
              <a:avLst/>
              <a:pathLst>
                <a:path w="27505" h="3474">
                  <a:moveTo>
                    <a:pt x="0" y="347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3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6336413" y="3605661"/>
              <a:ext cx="45842" cy="3520"/>
            </a:xfrm>
            <a:custGeom>
              <a:avLst/>
              <a:pathLst>
                <a:path w="45842" h="3520">
                  <a:moveTo>
                    <a:pt x="0" y="3520"/>
                  </a:moveTo>
                  <a:lnTo>
                    <a:pt x="0" y="0"/>
                  </a:lnTo>
                  <a:lnTo>
                    <a:pt x="45842" y="0"/>
                  </a:lnTo>
                  <a:lnTo>
                    <a:pt x="45842" y="15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8940294" y="3605583"/>
              <a:ext cx="18337" cy="3598"/>
            </a:xfrm>
            <a:custGeom>
              <a:avLst/>
              <a:pathLst>
                <a:path w="18337" h="3598">
                  <a:moveTo>
                    <a:pt x="0" y="359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598"/>
                  </a:lnTo>
                  <a:lnTo>
                    <a:pt x="18337" y="35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9068654" y="3605438"/>
              <a:ext cx="32090" cy="3742"/>
            </a:xfrm>
            <a:custGeom>
              <a:avLst/>
              <a:pathLst>
                <a:path w="32090" h="3742">
                  <a:moveTo>
                    <a:pt x="0" y="374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21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5052810" y="3605363"/>
              <a:ext cx="27505" cy="3818"/>
            </a:xfrm>
            <a:custGeom>
              <a:avLst/>
              <a:pathLst>
                <a:path w="27505" h="3818">
                  <a:moveTo>
                    <a:pt x="0" y="381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3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4704403" y="3605331"/>
              <a:ext cx="27505" cy="3849"/>
            </a:xfrm>
            <a:custGeom>
              <a:avLst/>
              <a:pathLst>
                <a:path w="27505" h="3849">
                  <a:moveTo>
                    <a:pt x="0" y="384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4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9252026" y="3605114"/>
              <a:ext cx="32090" cy="4067"/>
            </a:xfrm>
            <a:custGeom>
              <a:avLst/>
              <a:pathLst>
                <a:path w="32090" h="4067">
                  <a:moveTo>
                    <a:pt x="0" y="4067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24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5657937" y="3604974"/>
              <a:ext cx="27505" cy="4207"/>
            </a:xfrm>
            <a:custGeom>
              <a:avLst/>
              <a:pathLst>
                <a:path w="27505" h="4207">
                  <a:moveTo>
                    <a:pt x="0" y="420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3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6208053" y="3604837"/>
              <a:ext cx="32090" cy="4344"/>
            </a:xfrm>
            <a:custGeom>
              <a:avLst/>
              <a:pathLst>
                <a:path w="32090" h="4344">
                  <a:moveTo>
                    <a:pt x="0" y="4344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6043018" y="3604814"/>
              <a:ext cx="18337" cy="4366"/>
            </a:xfrm>
            <a:custGeom>
              <a:avLst/>
              <a:pathLst>
                <a:path w="18337" h="4366">
                  <a:moveTo>
                    <a:pt x="0" y="436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366"/>
                  </a:lnTo>
                  <a:lnTo>
                    <a:pt x="18337" y="43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5107821" y="3604805"/>
              <a:ext cx="27505" cy="4376"/>
            </a:xfrm>
            <a:custGeom>
              <a:avLst/>
              <a:pathLst>
                <a:path w="27505" h="4376">
                  <a:moveTo>
                    <a:pt x="0" y="4376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0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9160340" y="3604784"/>
              <a:ext cx="18337" cy="4397"/>
            </a:xfrm>
            <a:custGeom>
              <a:avLst/>
              <a:pathLst>
                <a:path w="18337" h="4397">
                  <a:moveTo>
                    <a:pt x="0" y="439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397"/>
                  </a:lnTo>
                  <a:lnTo>
                    <a:pt x="18337" y="43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3107805" y="3604760"/>
              <a:ext cx="1394029" cy="2264"/>
            </a:xfrm>
            <a:custGeom>
              <a:avLst/>
              <a:pathLst>
                <a:path w="1394029" h="2264">
                  <a:moveTo>
                    <a:pt x="0" y="2264"/>
                  </a:moveTo>
                  <a:lnTo>
                    <a:pt x="0" y="0"/>
                  </a:lnTo>
                  <a:lnTo>
                    <a:pt x="1394029" y="0"/>
                  </a:lnTo>
                  <a:lnTo>
                    <a:pt x="1394029" y="15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051563" y="3604572"/>
              <a:ext cx="18337" cy="4609"/>
            </a:xfrm>
            <a:custGeom>
              <a:avLst/>
              <a:pathLst>
                <a:path w="18337" h="4609">
                  <a:moveTo>
                    <a:pt x="0" y="460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609"/>
                  </a:lnTo>
                  <a:lnTo>
                    <a:pt x="18337" y="46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5520408" y="3604530"/>
              <a:ext cx="36674" cy="3449"/>
            </a:xfrm>
            <a:custGeom>
              <a:avLst/>
              <a:pathLst>
                <a:path w="36674" h="3449">
                  <a:moveTo>
                    <a:pt x="0" y="3449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3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8692742" y="3604426"/>
              <a:ext cx="97416" cy="2606"/>
            </a:xfrm>
            <a:custGeom>
              <a:avLst/>
              <a:pathLst>
                <a:path w="97416" h="2606">
                  <a:moveTo>
                    <a:pt x="0" y="2606"/>
                  </a:moveTo>
                  <a:lnTo>
                    <a:pt x="0" y="0"/>
                  </a:lnTo>
                  <a:lnTo>
                    <a:pt x="97416" y="0"/>
                  </a:lnTo>
                  <a:lnTo>
                    <a:pt x="97416" y="15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9472073" y="3604338"/>
              <a:ext cx="18337" cy="4842"/>
            </a:xfrm>
            <a:custGeom>
              <a:avLst/>
              <a:pathLst>
                <a:path w="18337" h="4842">
                  <a:moveTo>
                    <a:pt x="0" y="484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842"/>
                  </a:lnTo>
                  <a:lnTo>
                    <a:pt x="18337" y="48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5795466" y="3604311"/>
              <a:ext cx="36674" cy="4490"/>
            </a:xfrm>
            <a:custGeom>
              <a:avLst/>
              <a:pathLst>
                <a:path w="36674" h="4490">
                  <a:moveTo>
                    <a:pt x="0" y="4490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3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4887775" y="3604255"/>
              <a:ext cx="41258" cy="4926"/>
            </a:xfrm>
            <a:custGeom>
              <a:avLst/>
              <a:pathLst>
                <a:path w="41258" h="4926">
                  <a:moveTo>
                    <a:pt x="0" y="4926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16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8976968" y="3604148"/>
              <a:ext cx="18337" cy="5032"/>
            </a:xfrm>
            <a:custGeom>
              <a:avLst/>
              <a:pathLst>
                <a:path w="18337" h="5032">
                  <a:moveTo>
                    <a:pt x="0" y="503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032"/>
                  </a:lnTo>
                  <a:lnTo>
                    <a:pt x="18337" y="50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5745039" y="3604010"/>
              <a:ext cx="68764" cy="2182"/>
            </a:xfrm>
            <a:custGeom>
              <a:avLst/>
              <a:pathLst>
                <a:path w="68764" h="2182">
                  <a:moveTo>
                    <a:pt x="0" y="2182"/>
                  </a:moveTo>
                  <a:lnTo>
                    <a:pt x="0" y="0"/>
                  </a:lnTo>
                  <a:lnTo>
                    <a:pt x="68764" y="0"/>
                  </a:lnTo>
                  <a:lnTo>
                    <a:pt x="68764" y="3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5199507" y="3603984"/>
              <a:ext cx="32090" cy="5196"/>
            </a:xfrm>
            <a:custGeom>
              <a:avLst/>
              <a:pathLst>
                <a:path w="32090" h="5196">
                  <a:moveTo>
                    <a:pt x="0" y="5196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8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6308907" y="3603858"/>
              <a:ext cx="50427" cy="4254"/>
            </a:xfrm>
            <a:custGeom>
              <a:avLst/>
              <a:pathLst>
                <a:path w="50427" h="4254">
                  <a:moveTo>
                    <a:pt x="0" y="4254"/>
                  </a:moveTo>
                  <a:lnTo>
                    <a:pt x="0" y="0"/>
                  </a:lnTo>
                  <a:lnTo>
                    <a:pt x="50427" y="0"/>
                  </a:lnTo>
                  <a:lnTo>
                    <a:pt x="50427" y="18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6189715" y="3603744"/>
              <a:ext cx="34382" cy="5436"/>
            </a:xfrm>
            <a:custGeom>
              <a:avLst/>
              <a:pathLst>
                <a:path w="34382" h="5436">
                  <a:moveTo>
                    <a:pt x="0" y="5436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10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6583965" y="3603678"/>
              <a:ext cx="55011" cy="3826"/>
            </a:xfrm>
            <a:custGeom>
              <a:avLst/>
              <a:pathLst>
                <a:path w="55011" h="3826">
                  <a:moveTo>
                    <a:pt x="0" y="3826"/>
                  </a:moveTo>
                  <a:lnTo>
                    <a:pt x="0" y="0"/>
                  </a:lnTo>
                  <a:lnTo>
                    <a:pt x="55011" y="0"/>
                  </a:lnTo>
                  <a:lnTo>
                    <a:pt x="55011" y="35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8463527" y="3603441"/>
              <a:ext cx="18337" cy="5740"/>
            </a:xfrm>
            <a:custGeom>
              <a:avLst/>
              <a:pathLst>
                <a:path w="18337" h="5740">
                  <a:moveTo>
                    <a:pt x="0" y="574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740"/>
                  </a:lnTo>
                  <a:lnTo>
                    <a:pt x="18337" y="57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8151795" y="3603126"/>
              <a:ext cx="18337" cy="6054"/>
            </a:xfrm>
            <a:custGeom>
              <a:avLst/>
              <a:pathLst>
                <a:path w="18337" h="6054">
                  <a:moveTo>
                    <a:pt x="0" y="605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054"/>
                  </a:lnTo>
                  <a:lnTo>
                    <a:pt x="18337" y="60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803388" y="3603100"/>
              <a:ext cx="27505" cy="6080"/>
            </a:xfrm>
            <a:custGeom>
              <a:avLst/>
              <a:pathLst>
                <a:path w="27505" h="6080">
                  <a:moveTo>
                    <a:pt x="0" y="6080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0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4830471" y="3603029"/>
              <a:ext cx="77933" cy="3149"/>
            </a:xfrm>
            <a:custGeom>
              <a:avLst/>
              <a:pathLst>
                <a:path w="77933" h="3149">
                  <a:moveTo>
                    <a:pt x="0" y="3149"/>
                  </a:moveTo>
                  <a:lnTo>
                    <a:pt x="0" y="0"/>
                  </a:lnTo>
                  <a:lnTo>
                    <a:pt x="77933" y="0"/>
                  </a:lnTo>
                  <a:lnTo>
                    <a:pt x="77933" y="12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5272856" y="3602662"/>
              <a:ext cx="27505" cy="6519"/>
            </a:xfrm>
            <a:custGeom>
              <a:avLst/>
              <a:pathLst>
                <a:path w="27505" h="6519">
                  <a:moveTo>
                    <a:pt x="0" y="651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5910073" y="3602482"/>
              <a:ext cx="55011" cy="3615"/>
            </a:xfrm>
            <a:custGeom>
              <a:avLst/>
              <a:pathLst>
                <a:path w="55011" h="3615">
                  <a:moveTo>
                    <a:pt x="0" y="3615"/>
                  </a:moveTo>
                  <a:lnTo>
                    <a:pt x="0" y="0"/>
                  </a:lnTo>
                  <a:lnTo>
                    <a:pt x="55011" y="0"/>
                  </a:lnTo>
                  <a:lnTo>
                    <a:pt x="55011" y="35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5327867" y="3602440"/>
              <a:ext cx="32090" cy="6741"/>
            </a:xfrm>
            <a:custGeom>
              <a:avLst/>
              <a:pathLst>
                <a:path w="32090" h="6741">
                  <a:moveTo>
                    <a:pt x="0" y="6741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48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8885282" y="3602397"/>
              <a:ext cx="18337" cy="6784"/>
            </a:xfrm>
            <a:custGeom>
              <a:avLst/>
              <a:pathLst>
                <a:path w="18337" h="6784">
                  <a:moveTo>
                    <a:pt x="0" y="678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784"/>
                  </a:lnTo>
                  <a:lnTo>
                    <a:pt x="18337" y="67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6916327" y="3602324"/>
              <a:ext cx="75640" cy="3670"/>
            </a:xfrm>
            <a:custGeom>
              <a:avLst/>
              <a:pathLst>
                <a:path w="75640" h="3670">
                  <a:moveTo>
                    <a:pt x="0" y="3670"/>
                  </a:moveTo>
                  <a:lnTo>
                    <a:pt x="0" y="0"/>
                  </a:lnTo>
                  <a:lnTo>
                    <a:pt x="75640" y="0"/>
                  </a:lnTo>
                  <a:lnTo>
                    <a:pt x="75640" y="33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5419553" y="3602312"/>
              <a:ext cx="18337" cy="6869"/>
            </a:xfrm>
            <a:custGeom>
              <a:avLst/>
              <a:pathLst>
                <a:path w="18337" h="6869">
                  <a:moveTo>
                    <a:pt x="0" y="686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6869"/>
                  </a:lnTo>
                  <a:lnTo>
                    <a:pt x="18337" y="68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2338905" y="3602159"/>
              <a:ext cx="18337" cy="7022"/>
            </a:xfrm>
            <a:custGeom>
              <a:avLst/>
              <a:pathLst>
                <a:path w="18337" h="7022">
                  <a:moveTo>
                    <a:pt x="0" y="702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022"/>
                  </a:lnTo>
                  <a:lnTo>
                    <a:pt x="18337" y="70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565005" y="3602113"/>
              <a:ext cx="27505" cy="7068"/>
            </a:xfrm>
            <a:custGeom>
              <a:avLst/>
              <a:pathLst>
                <a:path w="27505" h="7068">
                  <a:moveTo>
                    <a:pt x="0" y="706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2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5639600" y="3602083"/>
              <a:ext cx="32090" cy="7098"/>
            </a:xfrm>
            <a:custGeom>
              <a:avLst/>
              <a:pathLst>
                <a:path w="32090" h="7098">
                  <a:moveTo>
                    <a:pt x="0" y="7098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28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9893828" y="3602064"/>
              <a:ext cx="18337" cy="7116"/>
            </a:xfrm>
            <a:custGeom>
              <a:avLst/>
              <a:pathLst>
                <a:path w="18337" h="7116">
                  <a:moveTo>
                    <a:pt x="0" y="711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116"/>
                  </a:lnTo>
                  <a:lnTo>
                    <a:pt x="18337" y="711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2705649" y="3601994"/>
              <a:ext cx="18337" cy="7186"/>
            </a:xfrm>
            <a:custGeom>
              <a:avLst/>
              <a:pathLst>
                <a:path w="18337" h="7186">
                  <a:moveTo>
                    <a:pt x="0" y="718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186"/>
                  </a:lnTo>
                  <a:lnTo>
                    <a:pt x="18337" y="71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4773167" y="3601853"/>
              <a:ext cx="96270" cy="6185"/>
            </a:xfrm>
            <a:custGeom>
              <a:avLst/>
              <a:pathLst>
                <a:path w="96270" h="6185">
                  <a:moveTo>
                    <a:pt x="0" y="6185"/>
                  </a:moveTo>
                  <a:lnTo>
                    <a:pt x="0" y="0"/>
                  </a:lnTo>
                  <a:lnTo>
                    <a:pt x="96270" y="0"/>
                  </a:lnTo>
                  <a:lnTo>
                    <a:pt x="96270" y="11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5584588" y="3601839"/>
              <a:ext cx="18337" cy="7341"/>
            </a:xfrm>
            <a:custGeom>
              <a:avLst/>
              <a:pathLst>
                <a:path w="18337" h="7341">
                  <a:moveTo>
                    <a:pt x="0" y="734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341"/>
                  </a:lnTo>
                  <a:lnTo>
                    <a:pt x="18337" y="73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6024681" y="3601837"/>
              <a:ext cx="27505" cy="7343"/>
            </a:xfrm>
            <a:custGeom>
              <a:avLst/>
              <a:pathLst>
                <a:path w="27505" h="7343">
                  <a:moveTo>
                    <a:pt x="0" y="734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9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876737" y="3601713"/>
              <a:ext cx="32090" cy="7467"/>
            </a:xfrm>
            <a:custGeom>
              <a:avLst/>
              <a:pathLst>
                <a:path w="32090" h="7467">
                  <a:moveTo>
                    <a:pt x="0" y="7467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52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5868815" y="3601657"/>
              <a:ext cx="68764" cy="4240"/>
            </a:xfrm>
            <a:custGeom>
              <a:avLst/>
              <a:pathLst>
                <a:path w="68764" h="4240">
                  <a:moveTo>
                    <a:pt x="0" y="4240"/>
                  </a:moveTo>
                  <a:lnTo>
                    <a:pt x="0" y="0"/>
                  </a:lnTo>
                  <a:lnTo>
                    <a:pt x="68764" y="0"/>
                  </a:lnTo>
                  <a:lnTo>
                    <a:pt x="68764" y="8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8005097" y="3601527"/>
              <a:ext cx="18337" cy="7653"/>
            </a:xfrm>
            <a:custGeom>
              <a:avLst/>
              <a:pathLst>
                <a:path w="18337" h="7653">
                  <a:moveTo>
                    <a:pt x="0" y="765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7653"/>
                  </a:lnTo>
                  <a:lnTo>
                    <a:pt x="18337" y="76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8646899" y="3601339"/>
              <a:ext cx="94551" cy="7842"/>
            </a:xfrm>
            <a:custGeom>
              <a:avLst/>
              <a:pathLst>
                <a:path w="94551" h="7842">
                  <a:moveTo>
                    <a:pt x="0" y="7842"/>
                  </a:moveTo>
                  <a:lnTo>
                    <a:pt x="0" y="0"/>
                  </a:lnTo>
                  <a:lnTo>
                    <a:pt x="94551" y="0"/>
                  </a:lnTo>
                  <a:lnTo>
                    <a:pt x="94551" y="30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4718156" y="3601221"/>
              <a:ext cx="103146" cy="4110"/>
            </a:xfrm>
            <a:custGeom>
              <a:avLst/>
              <a:pathLst>
                <a:path w="103146" h="4110">
                  <a:moveTo>
                    <a:pt x="0" y="4110"/>
                  </a:moveTo>
                  <a:lnTo>
                    <a:pt x="0" y="0"/>
                  </a:lnTo>
                  <a:lnTo>
                    <a:pt x="103146" y="0"/>
                  </a:lnTo>
                  <a:lnTo>
                    <a:pt x="103146" y="6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5034472" y="3601106"/>
              <a:ext cx="32090" cy="8074"/>
            </a:xfrm>
            <a:custGeom>
              <a:avLst/>
              <a:pathLst>
                <a:path w="32090" h="8074">
                  <a:moveTo>
                    <a:pt x="0" y="8074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42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8610225" y="3600768"/>
              <a:ext cx="18337" cy="8413"/>
            </a:xfrm>
            <a:custGeom>
              <a:avLst/>
              <a:pathLst>
                <a:path w="18337" h="8413">
                  <a:moveTo>
                    <a:pt x="0" y="841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413"/>
                  </a:lnTo>
                  <a:lnTo>
                    <a:pt x="18337" y="84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5483734" y="3600607"/>
              <a:ext cx="55011" cy="7262"/>
            </a:xfrm>
            <a:custGeom>
              <a:avLst/>
              <a:pathLst>
                <a:path w="55011" h="7262">
                  <a:moveTo>
                    <a:pt x="0" y="7262"/>
                  </a:moveTo>
                  <a:lnTo>
                    <a:pt x="0" y="0"/>
                  </a:lnTo>
                  <a:lnTo>
                    <a:pt x="55011" y="0"/>
                  </a:lnTo>
                  <a:lnTo>
                    <a:pt x="55011" y="39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3804820" y="3600554"/>
              <a:ext cx="964909" cy="4206"/>
            </a:xfrm>
            <a:custGeom>
              <a:avLst/>
              <a:pathLst>
                <a:path w="964909" h="4206">
                  <a:moveTo>
                    <a:pt x="0" y="4206"/>
                  </a:moveTo>
                  <a:lnTo>
                    <a:pt x="0" y="0"/>
                  </a:lnTo>
                  <a:lnTo>
                    <a:pt x="964909" y="0"/>
                  </a:lnTo>
                  <a:lnTo>
                    <a:pt x="964909" y="6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9027396" y="3600272"/>
              <a:ext cx="57303" cy="6407"/>
            </a:xfrm>
            <a:custGeom>
              <a:avLst/>
              <a:pathLst>
                <a:path w="57303" h="6407">
                  <a:moveTo>
                    <a:pt x="0" y="6407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51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2742323" y="3600066"/>
              <a:ext cx="1544950" cy="9114"/>
            </a:xfrm>
            <a:custGeom>
              <a:avLst/>
              <a:pathLst>
                <a:path w="1544950" h="9114">
                  <a:moveTo>
                    <a:pt x="0" y="9114"/>
                  </a:moveTo>
                  <a:lnTo>
                    <a:pt x="0" y="0"/>
                  </a:lnTo>
                  <a:lnTo>
                    <a:pt x="1544950" y="0"/>
                  </a:lnTo>
                  <a:lnTo>
                    <a:pt x="1544950" y="4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6171378" y="3600052"/>
              <a:ext cx="35528" cy="9128"/>
            </a:xfrm>
            <a:custGeom>
              <a:avLst/>
              <a:pathLst>
                <a:path w="35528" h="9128">
                  <a:moveTo>
                    <a:pt x="0" y="9128"/>
                  </a:moveTo>
                  <a:lnTo>
                    <a:pt x="0" y="0"/>
                  </a:lnTo>
                  <a:lnTo>
                    <a:pt x="35528" y="0"/>
                  </a:lnTo>
                  <a:lnTo>
                    <a:pt x="35528" y="36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8921957" y="3600024"/>
              <a:ext cx="27505" cy="9156"/>
            </a:xfrm>
            <a:custGeom>
              <a:avLst/>
              <a:pathLst>
                <a:path w="27505" h="9156">
                  <a:moveTo>
                    <a:pt x="0" y="9156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55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6088861" y="3600020"/>
              <a:ext cx="36674" cy="8900"/>
            </a:xfrm>
            <a:custGeom>
              <a:avLst/>
              <a:pathLst>
                <a:path w="36674" h="8900">
                  <a:moveTo>
                    <a:pt x="0" y="8900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81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9692119" y="3599916"/>
              <a:ext cx="18337" cy="9265"/>
            </a:xfrm>
            <a:custGeom>
              <a:avLst/>
              <a:pathLst>
                <a:path w="18337" h="9265">
                  <a:moveTo>
                    <a:pt x="0" y="926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9265"/>
                  </a:lnTo>
                  <a:lnTo>
                    <a:pt x="18337" y="92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6437267" y="3599682"/>
              <a:ext cx="44696" cy="6752"/>
            </a:xfrm>
            <a:custGeom>
              <a:avLst/>
              <a:pathLst>
                <a:path w="44696" h="6752">
                  <a:moveTo>
                    <a:pt x="0" y="6752"/>
                  </a:moveTo>
                  <a:lnTo>
                    <a:pt x="0" y="0"/>
                  </a:lnTo>
                  <a:lnTo>
                    <a:pt x="44696" y="0"/>
                  </a:lnTo>
                  <a:lnTo>
                    <a:pt x="44696" y="61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2613963" y="3599574"/>
              <a:ext cx="18337" cy="9607"/>
            </a:xfrm>
            <a:custGeom>
              <a:avLst/>
              <a:pathLst>
                <a:path w="18337" h="9607">
                  <a:moveTo>
                    <a:pt x="0" y="960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9607"/>
                  </a:lnTo>
                  <a:lnTo>
                    <a:pt x="18337" y="96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308284" y="3599419"/>
              <a:ext cx="32090" cy="9762"/>
            </a:xfrm>
            <a:custGeom>
              <a:avLst/>
              <a:pathLst>
                <a:path w="32090" h="9762">
                  <a:moveTo>
                    <a:pt x="0" y="976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77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858400" y="3599390"/>
              <a:ext cx="34382" cy="9791"/>
            </a:xfrm>
            <a:custGeom>
              <a:avLst/>
              <a:pathLst>
                <a:path w="34382" h="9791">
                  <a:moveTo>
                    <a:pt x="0" y="9791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23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5712948" y="3599186"/>
              <a:ext cx="66472" cy="9994"/>
            </a:xfrm>
            <a:custGeom>
              <a:avLst/>
              <a:pathLst>
                <a:path w="66472" h="9994">
                  <a:moveTo>
                    <a:pt x="0" y="9994"/>
                  </a:moveTo>
                  <a:lnTo>
                    <a:pt x="0" y="0"/>
                  </a:lnTo>
                  <a:lnTo>
                    <a:pt x="66472" y="0"/>
                  </a:lnTo>
                  <a:lnTo>
                    <a:pt x="66472" y="4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9875491" y="3599134"/>
              <a:ext cx="27505" cy="10047"/>
            </a:xfrm>
            <a:custGeom>
              <a:avLst/>
              <a:pathLst>
                <a:path w="27505" h="10047">
                  <a:moveTo>
                    <a:pt x="0" y="1004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9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5172001" y="3599001"/>
              <a:ext cx="43550" cy="6908"/>
            </a:xfrm>
            <a:custGeom>
              <a:avLst/>
              <a:pathLst>
                <a:path w="43550" h="6908">
                  <a:moveTo>
                    <a:pt x="0" y="6908"/>
                  </a:moveTo>
                  <a:lnTo>
                    <a:pt x="0" y="0"/>
                  </a:lnTo>
                  <a:lnTo>
                    <a:pt x="43550" y="0"/>
                  </a:lnTo>
                  <a:lnTo>
                    <a:pt x="43550" y="49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2393917" y="3598736"/>
              <a:ext cx="18337" cy="10445"/>
            </a:xfrm>
            <a:custGeom>
              <a:avLst/>
              <a:pathLst>
                <a:path w="18337" h="10445">
                  <a:moveTo>
                    <a:pt x="0" y="104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445"/>
                  </a:lnTo>
                  <a:lnTo>
                    <a:pt x="18337" y="10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6556459" y="3598725"/>
              <a:ext cx="55011" cy="10456"/>
            </a:xfrm>
            <a:custGeom>
              <a:avLst/>
              <a:pathLst>
                <a:path w="55011" h="10456">
                  <a:moveTo>
                    <a:pt x="0" y="10456"/>
                  </a:moveTo>
                  <a:lnTo>
                    <a:pt x="0" y="0"/>
                  </a:lnTo>
                  <a:lnTo>
                    <a:pt x="55011" y="0"/>
                  </a:lnTo>
                  <a:lnTo>
                    <a:pt x="55011" y="49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5621262" y="3598687"/>
              <a:ext cx="34382" cy="10494"/>
            </a:xfrm>
            <a:custGeom>
              <a:avLst/>
              <a:pathLst>
                <a:path w="34382" h="10494">
                  <a:moveTo>
                    <a:pt x="0" y="10494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33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9142003" y="3598679"/>
              <a:ext cx="27505" cy="10501"/>
            </a:xfrm>
            <a:custGeom>
              <a:avLst/>
              <a:pathLst>
                <a:path w="27505" h="10501">
                  <a:moveTo>
                    <a:pt x="0" y="1050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61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9948840" y="3598667"/>
              <a:ext cx="18337" cy="10513"/>
            </a:xfrm>
            <a:custGeom>
              <a:avLst/>
              <a:pathLst>
                <a:path w="18337" h="10513">
                  <a:moveTo>
                    <a:pt x="0" y="1051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0513"/>
                  </a:lnTo>
                  <a:lnTo>
                    <a:pt x="18337" y="105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9224520" y="3598428"/>
              <a:ext cx="43550" cy="7786"/>
            </a:xfrm>
            <a:custGeom>
              <a:avLst/>
              <a:pathLst>
                <a:path w="43550" h="7786">
                  <a:moveTo>
                    <a:pt x="0" y="7786"/>
                  </a:moveTo>
                  <a:lnTo>
                    <a:pt x="0" y="0"/>
                  </a:lnTo>
                  <a:lnTo>
                    <a:pt x="43550" y="0"/>
                  </a:lnTo>
                  <a:lnTo>
                    <a:pt x="43550" y="66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6829225" y="3598355"/>
              <a:ext cx="124922" cy="8444"/>
            </a:xfrm>
            <a:custGeom>
              <a:avLst/>
              <a:pathLst>
                <a:path w="124922" h="8444">
                  <a:moveTo>
                    <a:pt x="0" y="8444"/>
                  </a:moveTo>
                  <a:lnTo>
                    <a:pt x="0" y="0"/>
                  </a:lnTo>
                  <a:lnTo>
                    <a:pt x="124922" y="0"/>
                  </a:lnTo>
                  <a:lnTo>
                    <a:pt x="124922" y="39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88238" y="3598128"/>
              <a:ext cx="18337" cy="11052"/>
            </a:xfrm>
            <a:custGeom>
              <a:avLst/>
              <a:pathLst>
                <a:path w="18337" h="11052">
                  <a:moveTo>
                    <a:pt x="0" y="1105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052"/>
                  </a:lnTo>
                  <a:lnTo>
                    <a:pt x="18337" y="1105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5121574" y="3598073"/>
              <a:ext cx="72202" cy="6731"/>
            </a:xfrm>
            <a:custGeom>
              <a:avLst/>
              <a:pathLst>
                <a:path w="72202" h="6731">
                  <a:moveTo>
                    <a:pt x="0" y="6731"/>
                  </a:moveTo>
                  <a:lnTo>
                    <a:pt x="0" y="0"/>
                  </a:lnTo>
                  <a:lnTo>
                    <a:pt x="72202" y="0"/>
                  </a:lnTo>
                  <a:lnTo>
                    <a:pt x="72202" y="9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418307" y="3597632"/>
              <a:ext cx="18337" cy="11549"/>
            </a:xfrm>
            <a:custGeom>
              <a:avLst/>
              <a:pathLst>
                <a:path w="18337" h="11549">
                  <a:moveTo>
                    <a:pt x="0" y="1154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549"/>
                  </a:lnTo>
                  <a:lnTo>
                    <a:pt x="18337" y="11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5456228" y="3597630"/>
              <a:ext cx="55011" cy="11551"/>
            </a:xfrm>
            <a:custGeom>
              <a:avLst/>
              <a:pathLst>
                <a:path w="55011" h="11551">
                  <a:moveTo>
                    <a:pt x="0" y="11551"/>
                  </a:moveTo>
                  <a:lnTo>
                    <a:pt x="0" y="0"/>
                  </a:lnTo>
                  <a:lnTo>
                    <a:pt x="55011" y="0"/>
                  </a:lnTo>
                  <a:lnTo>
                    <a:pt x="55011" y="297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9747130" y="3597575"/>
              <a:ext cx="18337" cy="11605"/>
            </a:xfrm>
            <a:custGeom>
              <a:avLst/>
              <a:pathLst>
                <a:path w="18337" h="11605">
                  <a:moveTo>
                    <a:pt x="0" y="1160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1605"/>
                  </a:lnTo>
                  <a:lnTo>
                    <a:pt x="18337" y="11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2595626" y="3597371"/>
              <a:ext cx="27505" cy="11809"/>
            </a:xfrm>
            <a:custGeom>
              <a:avLst/>
              <a:pathLst>
                <a:path w="27505" h="11809">
                  <a:moveTo>
                    <a:pt x="0" y="1180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2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6684820" y="3596998"/>
              <a:ext cx="18337" cy="12183"/>
            </a:xfrm>
            <a:custGeom>
              <a:avLst/>
              <a:pathLst>
                <a:path w="18337" h="12183">
                  <a:moveTo>
                    <a:pt x="0" y="1218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183"/>
                  </a:lnTo>
                  <a:lnTo>
                    <a:pt x="18337" y="121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473319" y="3596788"/>
              <a:ext cx="18337" cy="12393"/>
            </a:xfrm>
            <a:custGeom>
              <a:avLst/>
              <a:pathLst>
                <a:path w="18337" h="12393">
                  <a:moveTo>
                    <a:pt x="0" y="1239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393"/>
                  </a:lnTo>
                  <a:lnTo>
                    <a:pt x="18337" y="123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6739831" y="3596675"/>
              <a:ext cx="18337" cy="12506"/>
            </a:xfrm>
            <a:custGeom>
              <a:avLst/>
              <a:pathLst>
                <a:path w="18337" h="12506">
                  <a:moveTo>
                    <a:pt x="0" y="1250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2506"/>
                  </a:lnTo>
                  <a:lnTo>
                    <a:pt x="18337" y="12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5050517" y="3596360"/>
              <a:ext cx="107157" cy="4746"/>
            </a:xfrm>
            <a:custGeom>
              <a:avLst/>
              <a:pathLst>
                <a:path w="107157" h="4746">
                  <a:moveTo>
                    <a:pt x="0" y="4746"/>
                  </a:moveTo>
                  <a:lnTo>
                    <a:pt x="0" y="0"/>
                  </a:lnTo>
                  <a:lnTo>
                    <a:pt x="107157" y="0"/>
                  </a:lnTo>
                  <a:lnTo>
                    <a:pt x="107157" y="17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9453735" y="3596253"/>
              <a:ext cx="27505" cy="12927"/>
            </a:xfrm>
            <a:custGeom>
              <a:avLst/>
              <a:pathLst>
                <a:path w="27505" h="12927">
                  <a:moveTo>
                    <a:pt x="0" y="1292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0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6794843" y="3595953"/>
              <a:ext cx="96843" cy="13228"/>
            </a:xfrm>
            <a:custGeom>
              <a:avLst/>
              <a:pathLst>
                <a:path w="96843" h="13228">
                  <a:moveTo>
                    <a:pt x="0" y="13228"/>
                  </a:moveTo>
                  <a:lnTo>
                    <a:pt x="0" y="0"/>
                  </a:lnTo>
                  <a:lnTo>
                    <a:pt x="96843" y="0"/>
                  </a:lnTo>
                  <a:lnTo>
                    <a:pt x="96843" y="24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8591887" y="3595774"/>
              <a:ext cx="27505" cy="13407"/>
            </a:xfrm>
            <a:custGeom>
              <a:avLst/>
              <a:pathLst>
                <a:path w="27505" h="13407">
                  <a:moveTo>
                    <a:pt x="0" y="1340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9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9857154" y="3595473"/>
              <a:ext cx="32090" cy="13708"/>
            </a:xfrm>
            <a:custGeom>
              <a:avLst/>
              <a:pathLst>
                <a:path w="32090" h="13708">
                  <a:moveTo>
                    <a:pt x="0" y="13708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366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8445190" y="3595013"/>
              <a:ext cx="27505" cy="14167"/>
            </a:xfrm>
            <a:custGeom>
              <a:avLst/>
              <a:pathLst>
                <a:path w="27505" h="14167">
                  <a:moveTo>
                    <a:pt x="0" y="14167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4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6721494" y="3594778"/>
              <a:ext cx="27505" cy="14403"/>
            </a:xfrm>
            <a:custGeom>
              <a:avLst/>
              <a:pathLst>
                <a:path w="27505" h="14403">
                  <a:moveTo>
                    <a:pt x="0" y="14403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8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20016" y="3594736"/>
              <a:ext cx="18337" cy="14445"/>
            </a:xfrm>
            <a:custGeom>
              <a:avLst/>
              <a:pathLst>
                <a:path w="18337" h="14445">
                  <a:moveTo>
                    <a:pt x="0" y="144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4445"/>
                  </a:lnTo>
                  <a:lnTo>
                    <a:pt x="18337" y="144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5006967" y="3594527"/>
              <a:ext cx="97129" cy="11207"/>
            </a:xfrm>
            <a:custGeom>
              <a:avLst/>
              <a:pathLst>
                <a:path w="97129" h="11207">
                  <a:moveTo>
                    <a:pt x="0" y="11207"/>
                  </a:moveTo>
                  <a:lnTo>
                    <a:pt x="0" y="0"/>
                  </a:lnTo>
                  <a:lnTo>
                    <a:pt x="97129" y="0"/>
                  </a:lnTo>
                  <a:lnTo>
                    <a:pt x="97129" y="18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5593757" y="3594464"/>
              <a:ext cx="44696" cy="7375"/>
            </a:xfrm>
            <a:custGeom>
              <a:avLst/>
              <a:pathLst>
                <a:path w="44696" h="7375">
                  <a:moveTo>
                    <a:pt x="0" y="7375"/>
                  </a:moveTo>
                  <a:lnTo>
                    <a:pt x="0" y="0"/>
                  </a:lnTo>
                  <a:lnTo>
                    <a:pt x="44696" y="0"/>
                  </a:lnTo>
                  <a:lnTo>
                    <a:pt x="44696" y="42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2375580" y="3594432"/>
              <a:ext cx="27505" cy="14748"/>
            </a:xfrm>
            <a:custGeom>
              <a:avLst/>
              <a:pathLst>
                <a:path w="27505" h="14748">
                  <a:moveTo>
                    <a:pt x="0" y="1474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3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509993" y="3594375"/>
              <a:ext cx="27505" cy="14805"/>
            </a:xfrm>
            <a:custGeom>
              <a:avLst/>
              <a:pathLst>
                <a:path w="27505" h="14805">
                  <a:moveTo>
                    <a:pt x="0" y="14805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14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5286609" y="3593987"/>
              <a:ext cx="57303" cy="8675"/>
            </a:xfrm>
            <a:custGeom>
              <a:avLst/>
              <a:pathLst>
                <a:path w="57303" h="8675">
                  <a:moveTo>
                    <a:pt x="0" y="8675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84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9664613" y="3593973"/>
              <a:ext cx="36674" cy="14131"/>
            </a:xfrm>
            <a:custGeom>
              <a:avLst/>
              <a:pathLst>
                <a:path w="36674" h="14131">
                  <a:moveTo>
                    <a:pt x="0" y="14131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59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6006343" y="3593953"/>
              <a:ext cx="32090" cy="15228"/>
            </a:xfrm>
            <a:custGeom>
              <a:avLst/>
              <a:pathLst>
                <a:path w="32090" h="15228">
                  <a:moveTo>
                    <a:pt x="0" y="15228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78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5401216" y="3593659"/>
              <a:ext cx="27505" cy="15522"/>
            </a:xfrm>
            <a:custGeom>
              <a:avLst/>
              <a:pathLst>
                <a:path w="27505" h="15522">
                  <a:moveTo>
                    <a:pt x="0" y="15522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6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75882" y="3593471"/>
              <a:ext cx="41258" cy="12583"/>
            </a:xfrm>
            <a:custGeom>
              <a:avLst/>
              <a:pathLst>
                <a:path w="41258" h="12583">
                  <a:moveTo>
                    <a:pt x="0" y="12583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96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8894451" y="3593044"/>
              <a:ext cx="41258" cy="9353"/>
            </a:xfrm>
            <a:custGeom>
              <a:avLst/>
              <a:pathLst>
                <a:path w="41258" h="9353">
                  <a:moveTo>
                    <a:pt x="0" y="9353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69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6281401" y="3593033"/>
              <a:ext cx="52719" cy="16148"/>
            </a:xfrm>
            <a:custGeom>
              <a:avLst/>
              <a:pathLst>
                <a:path w="52719" h="16148">
                  <a:moveTo>
                    <a:pt x="0" y="16148"/>
                  </a:moveTo>
                  <a:lnTo>
                    <a:pt x="0" y="0"/>
                  </a:lnTo>
                  <a:lnTo>
                    <a:pt x="52719" y="0"/>
                  </a:lnTo>
                  <a:lnTo>
                    <a:pt x="52719" y="10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8536876" y="3593022"/>
              <a:ext cx="18337" cy="16158"/>
            </a:xfrm>
            <a:custGeom>
              <a:avLst/>
              <a:pathLst>
                <a:path w="18337" h="16158">
                  <a:moveTo>
                    <a:pt x="0" y="1615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6158"/>
                  </a:lnTo>
                  <a:lnTo>
                    <a:pt x="18337" y="1615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2650638" y="3592834"/>
              <a:ext cx="18337" cy="16347"/>
            </a:xfrm>
            <a:custGeom>
              <a:avLst/>
              <a:pathLst>
                <a:path w="18337" h="16347">
                  <a:moveTo>
                    <a:pt x="0" y="1634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6347"/>
                  </a:lnTo>
                  <a:lnTo>
                    <a:pt x="18337" y="163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399970" y="3592661"/>
              <a:ext cx="27505" cy="16519"/>
            </a:xfrm>
            <a:custGeom>
              <a:avLst/>
              <a:pathLst>
                <a:path w="27505" h="16519">
                  <a:moveTo>
                    <a:pt x="0" y="1651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9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8041772" y="3592455"/>
              <a:ext cx="18337" cy="16726"/>
            </a:xfrm>
            <a:custGeom>
              <a:avLst/>
              <a:pathLst>
                <a:path w="18337" h="16726">
                  <a:moveTo>
                    <a:pt x="0" y="1672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6726"/>
                  </a:lnTo>
                  <a:lnTo>
                    <a:pt x="18337" y="167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3514799" y="3592357"/>
              <a:ext cx="1540732" cy="7709"/>
            </a:xfrm>
            <a:custGeom>
              <a:avLst/>
              <a:pathLst>
                <a:path w="1540732" h="7709">
                  <a:moveTo>
                    <a:pt x="0" y="7709"/>
                  </a:moveTo>
                  <a:lnTo>
                    <a:pt x="0" y="0"/>
                  </a:lnTo>
                  <a:lnTo>
                    <a:pt x="1540732" y="0"/>
                  </a:lnTo>
                  <a:lnTo>
                    <a:pt x="1540732" y="21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8986137" y="3592106"/>
              <a:ext cx="69910" cy="12042"/>
            </a:xfrm>
            <a:custGeom>
              <a:avLst/>
              <a:pathLst>
                <a:path w="69910" h="12042">
                  <a:moveTo>
                    <a:pt x="0" y="12042"/>
                  </a:moveTo>
                  <a:lnTo>
                    <a:pt x="0" y="0"/>
                  </a:lnTo>
                  <a:lnTo>
                    <a:pt x="69910" y="0"/>
                  </a:lnTo>
                  <a:lnTo>
                    <a:pt x="69910" y="81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124912" y="3591983"/>
              <a:ext cx="18337" cy="17198"/>
            </a:xfrm>
            <a:custGeom>
              <a:avLst/>
              <a:pathLst>
                <a:path w="18337" h="17198">
                  <a:moveTo>
                    <a:pt x="0" y="1719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7198"/>
                  </a:lnTo>
                  <a:lnTo>
                    <a:pt x="18337" y="171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5903197" y="3591929"/>
              <a:ext cx="119191" cy="9727"/>
            </a:xfrm>
            <a:custGeom>
              <a:avLst/>
              <a:pathLst>
                <a:path w="119191" h="9727">
                  <a:moveTo>
                    <a:pt x="0" y="9727"/>
                  </a:moveTo>
                  <a:lnTo>
                    <a:pt x="0" y="0"/>
                  </a:lnTo>
                  <a:lnTo>
                    <a:pt x="119191" y="0"/>
                  </a:lnTo>
                  <a:lnTo>
                    <a:pt x="119191" y="2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6459616" y="3591725"/>
              <a:ext cx="124349" cy="7956"/>
            </a:xfrm>
            <a:custGeom>
              <a:avLst/>
              <a:pathLst>
                <a:path w="124349" h="7956">
                  <a:moveTo>
                    <a:pt x="0" y="7956"/>
                  </a:moveTo>
                  <a:lnTo>
                    <a:pt x="0" y="0"/>
                  </a:lnTo>
                  <a:lnTo>
                    <a:pt x="124349" y="0"/>
                  </a:lnTo>
                  <a:lnTo>
                    <a:pt x="124349" y="69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9435398" y="3591619"/>
              <a:ext cx="32090" cy="17562"/>
            </a:xfrm>
            <a:custGeom>
              <a:avLst/>
              <a:pathLst>
                <a:path w="32090" h="17562">
                  <a:moveTo>
                    <a:pt x="0" y="1756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463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033226" y="3591335"/>
              <a:ext cx="27505" cy="17845"/>
            </a:xfrm>
            <a:custGeom>
              <a:avLst/>
              <a:pathLst>
                <a:path w="27505" h="17845">
                  <a:moveTo>
                    <a:pt x="0" y="17845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32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6776505" y="3590644"/>
              <a:ext cx="66758" cy="18537"/>
            </a:xfrm>
            <a:custGeom>
              <a:avLst/>
              <a:pathLst>
                <a:path w="66758" h="18537">
                  <a:moveTo>
                    <a:pt x="0" y="18537"/>
                  </a:moveTo>
                  <a:lnTo>
                    <a:pt x="0" y="0"/>
                  </a:lnTo>
                  <a:lnTo>
                    <a:pt x="66758" y="0"/>
                  </a:lnTo>
                  <a:lnTo>
                    <a:pt x="66758" y="53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9197015" y="3590594"/>
              <a:ext cx="49281" cy="18586"/>
            </a:xfrm>
            <a:custGeom>
              <a:avLst/>
              <a:pathLst>
                <a:path w="49281" h="18586">
                  <a:moveTo>
                    <a:pt x="0" y="18586"/>
                  </a:moveTo>
                  <a:lnTo>
                    <a:pt x="0" y="0"/>
                  </a:lnTo>
                  <a:lnTo>
                    <a:pt x="49281" y="0"/>
                  </a:lnTo>
                  <a:lnTo>
                    <a:pt x="49281" y="78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8014266" y="3590528"/>
              <a:ext cx="36674" cy="10999"/>
            </a:xfrm>
            <a:custGeom>
              <a:avLst/>
              <a:pathLst>
                <a:path w="36674" h="10999">
                  <a:moveTo>
                    <a:pt x="0" y="10999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9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482487" y="3590044"/>
              <a:ext cx="41258" cy="6743"/>
            </a:xfrm>
            <a:custGeom>
              <a:avLst/>
              <a:pathLst>
                <a:path w="41258" h="6743">
                  <a:moveTo>
                    <a:pt x="0" y="6743"/>
                  </a:moveTo>
                  <a:lnTo>
                    <a:pt x="0" y="0"/>
                  </a:lnTo>
                  <a:lnTo>
                    <a:pt x="41258" y="0"/>
                  </a:lnTo>
                  <a:lnTo>
                    <a:pt x="41258" y="433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9930502" y="3589999"/>
              <a:ext cx="27505" cy="19181"/>
            </a:xfrm>
            <a:custGeom>
              <a:avLst/>
              <a:pathLst>
                <a:path w="27505" h="19181">
                  <a:moveTo>
                    <a:pt x="0" y="1918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86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2522277" y="3589969"/>
              <a:ext cx="18337" cy="19211"/>
            </a:xfrm>
            <a:custGeom>
              <a:avLst/>
              <a:pathLst>
                <a:path w="18337" h="19211">
                  <a:moveTo>
                    <a:pt x="0" y="1921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9211"/>
                  </a:lnTo>
                  <a:lnTo>
                    <a:pt x="18337" y="192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8096783" y="3589652"/>
              <a:ext cx="18337" cy="19528"/>
            </a:xfrm>
            <a:custGeom>
              <a:avLst/>
              <a:pathLst>
                <a:path w="18337" h="19528">
                  <a:moveTo>
                    <a:pt x="0" y="1952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9528"/>
                  </a:lnTo>
                  <a:lnTo>
                    <a:pt x="18337" y="195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578758" y="3589597"/>
              <a:ext cx="50427" cy="12516"/>
            </a:xfrm>
            <a:custGeom>
              <a:avLst/>
              <a:pathLst>
                <a:path w="50427" h="12516">
                  <a:moveTo>
                    <a:pt x="0" y="12516"/>
                  </a:moveTo>
                  <a:lnTo>
                    <a:pt x="0" y="0"/>
                  </a:lnTo>
                  <a:lnTo>
                    <a:pt x="50427" y="0"/>
                  </a:lnTo>
                  <a:lnTo>
                    <a:pt x="50427" y="5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950086" y="3589553"/>
              <a:ext cx="18337" cy="19627"/>
            </a:xfrm>
            <a:custGeom>
              <a:avLst/>
              <a:pathLst>
                <a:path w="18337" h="19627">
                  <a:moveTo>
                    <a:pt x="0" y="1962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9627"/>
                  </a:lnTo>
                  <a:lnTo>
                    <a:pt x="18337" y="196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9618770" y="3589418"/>
              <a:ext cx="18337" cy="19762"/>
            </a:xfrm>
            <a:custGeom>
              <a:avLst/>
              <a:pathLst>
                <a:path w="18337" h="19762">
                  <a:moveTo>
                    <a:pt x="0" y="1976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19762"/>
                  </a:lnTo>
                  <a:lnTo>
                    <a:pt x="18337" y="197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381633" y="3589185"/>
              <a:ext cx="32090" cy="19995"/>
            </a:xfrm>
            <a:custGeom>
              <a:avLst/>
              <a:pathLst>
                <a:path w="32090" h="19995">
                  <a:moveTo>
                    <a:pt x="0" y="19995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34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271610" y="3589131"/>
              <a:ext cx="18337" cy="20049"/>
            </a:xfrm>
            <a:custGeom>
              <a:avLst/>
              <a:pathLst>
                <a:path w="18337" h="20049">
                  <a:moveTo>
                    <a:pt x="0" y="2004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0049"/>
                  </a:lnTo>
                  <a:lnTo>
                    <a:pt x="18337" y="200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2609379" y="3588770"/>
              <a:ext cx="50427" cy="8601"/>
            </a:xfrm>
            <a:custGeom>
              <a:avLst/>
              <a:pathLst>
                <a:path w="50427" h="8601">
                  <a:moveTo>
                    <a:pt x="0" y="8601"/>
                  </a:moveTo>
                  <a:lnTo>
                    <a:pt x="0" y="0"/>
                  </a:lnTo>
                  <a:lnTo>
                    <a:pt x="50427" y="0"/>
                  </a:lnTo>
                  <a:lnTo>
                    <a:pt x="50427" y="40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5483734" y="3588214"/>
              <a:ext cx="132371" cy="9415"/>
            </a:xfrm>
            <a:custGeom>
              <a:avLst/>
              <a:pathLst>
                <a:path w="132371" h="9415">
                  <a:moveTo>
                    <a:pt x="0" y="9415"/>
                  </a:moveTo>
                  <a:lnTo>
                    <a:pt x="0" y="0"/>
                  </a:lnTo>
                  <a:lnTo>
                    <a:pt x="132371" y="0"/>
                  </a:lnTo>
                  <a:lnTo>
                    <a:pt x="132371" y="62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8866945" y="3588108"/>
              <a:ext cx="48135" cy="21072"/>
            </a:xfrm>
            <a:custGeom>
              <a:avLst/>
              <a:pathLst>
                <a:path w="48135" h="21072">
                  <a:moveTo>
                    <a:pt x="0" y="21072"/>
                  </a:moveTo>
                  <a:lnTo>
                    <a:pt x="0" y="0"/>
                  </a:lnTo>
                  <a:lnTo>
                    <a:pt x="48135" y="0"/>
                  </a:lnTo>
                  <a:lnTo>
                    <a:pt x="48135" y="49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656691" y="3587835"/>
              <a:ext cx="18337" cy="21345"/>
            </a:xfrm>
            <a:custGeom>
              <a:avLst/>
              <a:pathLst>
                <a:path w="18337" h="21345">
                  <a:moveTo>
                    <a:pt x="0" y="21345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1345"/>
                  </a:lnTo>
                  <a:lnTo>
                    <a:pt x="18337" y="2134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875591" y="3587242"/>
              <a:ext cx="83663" cy="12147"/>
            </a:xfrm>
            <a:custGeom>
              <a:avLst/>
              <a:pathLst>
                <a:path w="83663" h="12147">
                  <a:moveTo>
                    <a:pt x="0" y="12147"/>
                  </a:moveTo>
                  <a:lnTo>
                    <a:pt x="0" y="0"/>
                  </a:lnTo>
                  <a:lnTo>
                    <a:pt x="83663" y="0"/>
                  </a:lnTo>
                  <a:lnTo>
                    <a:pt x="83663" y="23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2320568" y="3585712"/>
              <a:ext cx="27505" cy="23468"/>
            </a:xfrm>
            <a:custGeom>
              <a:avLst/>
              <a:pathLst>
                <a:path w="27505" h="23468">
                  <a:moveTo>
                    <a:pt x="0" y="2346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6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324329" y="3585635"/>
              <a:ext cx="73348" cy="13784"/>
            </a:xfrm>
            <a:custGeom>
              <a:avLst/>
              <a:pathLst>
                <a:path w="73348" h="13784">
                  <a:moveTo>
                    <a:pt x="0" y="13784"/>
                  </a:moveTo>
                  <a:lnTo>
                    <a:pt x="0" y="0"/>
                  </a:lnTo>
                  <a:lnTo>
                    <a:pt x="73348" y="0"/>
                  </a:lnTo>
                  <a:lnTo>
                    <a:pt x="73348" y="3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198261" y="3585375"/>
              <a:ext cx="18337" cy="23806"/>
            </a:xfrm>
            <a:custGeom>
              <a:avLst/>
              <a:pathLst>
                <a:path w="18337" h="23806">
                  <a:moveTo>
                    <a:pt x="0" y="23806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3806"/>
                  </a:lnTo>
                  <a:lnTo>
                    <a:pt x="18337" y="238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2687312" y="3585373"/>
              <a:ext cx="27505" cy="23808"/>
            </a:xfrm>
            <a:custGeom>
              <a:avLst/>
              <a:pathLst>
                <a:path w="27505" h="23808">
                  <a:moveTo>
                    <a:pt x="0" y="23808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66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5746185" y="3584832"/>
              <a:ext cx="216608" cy="14354"/>
            </a:xfrm>
            <a:custGeom>
              <a:avLst/>
              <a:pathLst>
                <a:path w="216608" h="14354">
                  <a:moveTo>
                    <a:pt x="0" y="14354"/>
                  </a:moveTo>
                  <a:lnTo>
                    <a:pt x="0" y="0"/>
                  </a:lnTo>
                  <a:lnTo>
                    <a:pt x="216608" y="0"/>
                  </a:lnTo>
                  <a:lnTo>
                    <a:pt x="216608" y="70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5414969" y="3584439"/>
              <a:ext cx="134950" cy="9219"/>
            </a:xfrm>
            <a:custGeom>
              <a:avLst/>
              <a:pathLst>
                <a:path w="134950" h="9219">
                  <a:moveTo>
                    <a:pt x="0" y="9219"/>
                  </a:moveTo>
                  <a:lnTo>
                    <a:pt x="0" y="0"/>
                  </a:lnTo>
                  <a:lnTo>
                    <a:pt x="134950" y="0"/>
                  </a:lnTo>
                  <a:lnTo>
                    <a:pt x="134950" y="37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8573550" y="3584338"/>
              <a:ext cx="32090" cy="24842"/>
            </a:xfrm>
            <a:custGeom>
              <a:avLst/>
              <a:pathLst>
                <a:path w="32090" h="24842">
                  <a:moveTo>
                    <a:pt x="0" y="24842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14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8280155" y="3584080"/>
              <a:ext cx="18337" cy="25101"/>
            </a:xfrm>
            <a:custGeom>
              <a:avLst/>
              <a:pathLst>
                <a:path w="18337" h="25101">
                  <a:moveTo>
                    <a:pt x="0" y="2510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5101"/>
                  </a:lnTo>
                  <a:lnTo>
                    <a:pt x="18337" y="251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8518539" y="3583630"/>
              <a:ext cx="27505" cy="25551"/>
            </a:xfrm>
            <a:custGeom>
              <a:avLst/>
              <a:pathLst>
                <a:path w="27505" h="25551">
                  <a:moveTo>
                    <a:pt x="0" y="2555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93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9407892" y="3583223"/>
              <a:ext cx="43550" cy="22509"/>
            </a:xfrm>
            <a:custGeom>
              <a:avLst/>
              <a:pathLst>
                <a:path w="43550" h="22509">
                  <a:moveTo>
                    <a:pt x="0" y="22509"/>
                  </a:moveTo>
                  <a:lnTo>
                    <a:pt x="0" y="0"/>
                  </a:lnTo>
                  <a:lnTo>
                    <a:pt x="43550" y="0"/>
                  </a:lnTo>
                  <a:lnTo>
                    <a:pt x="43550" y="83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5315261" y="3582139"/>
              <a:ext cx="167183" cy="11847"/>
            </a:xfrm>
            <a:custGeom>
              <a:avLst/>
              <a:pathLst>
                <a:path w="167183" h="11847">
                  <a:moveTo>
                    <a:pt x="0" y="11847"/>
                  </a:moveTo>
                  <a:lnTo>
                    <a:pt x="0" y="0"/>
                  </a:lnTo>
                  <a:lnTo>
                    <a:pt x="167183" y="0"/>
                  </a:lnTo>
                  <a:lnTo>
                    <a:pt x="167183" y="23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2558952" y="3581430"/>
              <a:ext cx="18337" cy="27750"/>
            </a:xfrm>
            <a:custGeom>
              <a:avLst/>
              <a:pathLst>
                <a:path w="18337" h="27750">
                  <a:moveTo>
                    <a:pt x="0" y="2775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7750"/>
                  </a:lnTo>
                  <a:lnTo>
                    <a:pt x="18337" y="277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097406" y="3581320"/>
              <a:ext cx="36674" cy="16807"/>
            </a:xfrm>
            <a:custGeom>
              <a:avLst/>
              <a:pathLst>
                <a:path w="36674" h="16807">
                  <a:moveTo>
                    <a:pt x="0" y="16807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06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8188469" y="3580248"/>
              <a:ext cx="18337" cy="28932"/>
            </a:xfrm>
            <a:custGeom>
              <a:avLst/>
              <a:pathLst>
                <a:path w="18337" h="28932">
                  <a:moveTo>
                    <a:pt x="0" y="28932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8932"/>
                  </a:lnTo>
                  <a:lnTo>
                    <a:pt x="18337" y="289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6735247" y="3579656"/>
              <a:ext cx="74638" cy="15121"/>
            </a:xfrm>
            <a:custGeom>
              <a:avLst/>
              <a:pathLst>
                <a:path w="74638" h="15121">
                  <a:moveTo>
                    <a:pt x="0" y="15121"/>
                  </a:moveTo>
                  <a:lnTo>
                    <a:pt x="0" y="0"/>
                  </a:lnTo>
                  <a:lnTo>
                    <a:pt x="74638" y="0"/>
                  </a:lnTo>
                  <a:lnTo>
                    <a:pt x="74638" y="1098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603971" y="3579531"/>
              <a:ext cx="61888" cy="10065"/>
            </a:xfrm>
            <a:custGeom>
              <a:avLst/>
              <a:pathLst>
                <a:path w="61888" h="10065">
                  <a:moveTo>
                    <a:pt x="0" y="10065"/>
                  </a:moveTo>
                  <a:lnTo>
                    <a:pt x="0" y="0"/>
                  </a:lnTo>
                  <a:lnTo>
                    <a:pt x="61888" y="0"/>
                  </a:lnTo>
                  <a:lnTo>
                    <a:pt x="61888" y="830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6307761" y="3579449"/>
              <a:ext cx="214029" cy="13583"/>
            </a:xfrm>
            <a:custGeom>
              <a:avLst/>
              <a:pathLst>
                <a:path w="214029" h="13583">
                  <a:moveTo>
                    <a:pt x="0" y="13583"/>
                  </a:moveTo>
                  <a:lnTo>
                    <a:pt x="0" y="0"/>
                  </a:lnTo>
                  <a:lnTo>
                    <a:pt x="214029" y="0"/>
                  </a:lnTo>
                  <a:lnTo>
                    <a:pt x="214029" y="12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7711702" y="3579271"/>
              <a:ext cx="18337" cy="29909"/>
            </a:xfrm>
            <a:custGeom>
              <a:avLst/>
              <a:pathLst>
                <a:path w="18337" h="29909">
                  <a:moveTo>
                    <a:pt x="0" y="2990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29909"/>
                  </a:lnTo>
                  <a:lnTo>
                    <a:pt x="18337" y="299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426853" y="3578786"/>
              <a:ext cx="32090" cy="30394"/>
            </a:xfrm>
            <a:custGeom>
              <a:avLst/>
              <a:pathLst>
                <a:path w="32090" h="30394">
                  <a:moveTo>
                    <a:pt x="0" y="30394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162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7796512" y="3578774"/>
              <a:ext cx="120910" cy="14696"/>
            </a:xfrm>
            <a:custGeom>
              <a:avLst/>
              <a:pathLst>
                <a:path w="120910" h="14696">
                  <a:moveTo>
                    <a:pt x="0" y="14696"/>
                  </a:moveTo>
                  <a:lnTo>
                    <a:pt x="0" y="0"/>
                  </a:lnTo>
                  <a:lnTo>
                    <a:pt x="120910" y="0"/>
                  </a:lnTo>
                  <a:lnTo>
                    <a:pt x="120910" y="846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9155756" y="3578602"/>
              <a:ext cx="65899" cy="20076"/>
            </a:xfrm>
            <a:custGeom>
              <a:avLst/>
              <a:pathLst>
                <a:path w="65899" h="20076">
                  <a:moveTo>
                    <a:pt x="0" y="20076"/>
                  </a:moveTo>
                  <a:lnTo>
                    <a:pt x="0" y="0"/>
                  </a:lnTo>
                  <a:lnTo>
                    <a:pt x="65899" y="0"/>
                  </a:lnTo>
                  <a:lnTo>
                    <a:pt x="65899" y="119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694175" y="3578324"/>
              <a:ext cx="196838" cy="23014"/>
            </a:xfrm>
            <a:custGeom>
              <a:avLst/>
              <a:pathLst>
                <a:path w="196838" h="23014">
                  <a:moveTo>
                    <a:pt x="0" y="23014"/>
                  </a:moveTo>
                  <a:lnTo>
                    <a:pt x="0" y="0"/>
                  </a:lnTo>
                  <a:lnTo>
                    <a:pt x="196838" y="0"/>
                  </a:lnTo>
                  <a:lnTo>
                    <a:pt x="196838" y="97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4285165" y="3578314"/>
              <a:ext cx="1113687" cy="14042"/>
            </a:xfrm>
            <a:custGeom>
              <a:avLst/>
              <a:pathLst>
                <a:path w="1113687" h="14042">
                  <a:moveTo>
                    <a:pt x="0" y="14042"/>
                  </a:moveTo>
                  <a:lnTo>
                    <a:pt x="0" y="0"/>
                  </a:lnTo>
                  <a:lnTo>
                    <a:pt x="1113687" y="0"/>
                  </a:lnTo>
                  <a:lnTo>
                    <a:pt x="1113687" y="38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6153041" y="3577973"/>
              <a:ext cx="36101" cy="31207"/>
            </a:xfrm>
            <a:custGeom>
              <a:avLst/>
              <a:pathLst>
                <a:path w="36101" h="31207">
                  <a:moveTo>
                    <a:pt x="0" y="31207"/>
                  </a:moveTo>
                  <a:lnTo>
                    <a:pt x="0" y="0"/>
                  </a:lnTo>
                  <a:lnTo>
                    <a:pt x="36101" y="0"/>
                  </a:lnTo>
                  <a:lnTo>
                    <a:pt x="36101" y="220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7280778" y="3577394"/>
              <a:ext cx="80225" cy="11737"/>
            </a:xfrm>
            <a:custGeom>
              <a:avLst/>
              <a:pathLst>
                <a:path w="80225" h="11737">
                  <a:moveTo>
                    <a:pt x="0" y="11737"/>
                  </a:moveTo>
                  <a:lnTo>
                    <a:pt x="0" y="0"/>
                  </a:lnTo>
                  <a:lnTo>
                    <a:pt x="80225" y="0"/>
                  </a:lnTo>
                  <a:lnTo>
                    <a:pt x="80225" y="82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7454982" y="3576965"/>
              <a:ext cx="48135" cy="32215"/>
            </a:xfrm>
            <a:custGeom>
              <a:avLst/>
              <a:pathLst>
                <a:path w="48135" h="32215">
                  <a:moveTo>
                    <a:pt x="0" y="32215"/>
                  </a:moveTo>
                  <a:lnTo>
                    <a:pt x="0" y="0"/>
                  </a:lnTo>
                  <a:lnTo>
                    <a:pt x="48135" y="0"/>
                  </a:lnTo>
                  <a:lnTo>
                    <a:pt x="48135" y="130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7986760" y="3575929"/>
              <a:ext cx="45842" cy="33251"/>
            </a:xfrm>
            <a:custGeom>
              <a:avLst/>
              <a:pathLst>
                <a:path w="45842" h="33251">
                  <a:moveTo>
                    <a:pt x="0" y="33251"/>
                  </a:moveTo>
                  <a:lnTo>
                    <a:pt x="0" y="0"/>
                  </a:lnTo>
                  <a:lnTo>
                    <a:pt x="45842" y="0"/>
                  </a:lnTo>
                  <a:lnTo>
                    <a:pt x="45842" y="145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9325375" y="3575717"/>
              <a:ext cx="18337" cy="33464"/>
            </a:xfrm>
            <a:custGeom>
              <a:avLst/>
              <a:pathLst>
                <a:path w="18337" h="33464">
                  <a:moveTo>
                    <a:pt x="0" y="3346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3464"/>
                  </a:lnTo>
                  <a:lnTo>
                    <a:pt x="18337" y="334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7234935" y="3575138"/>
              <a:ext cx="18337" cy="34043"/>
            </a:xfrm>
            <a:custGeom>
              <a:avLst/>
              <a:pathLst>
                <a:path w="18337" h="34043">
                  <a:moveTo>
                    <a:pt x="0" y="34043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4043"/>
                  </a:lnTo>
                  <a:lnTo>
                    <a:pt x="18337" y="340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2467266" y="3574211"/>
              <a:ext cx="18337" cy="34969"/>
            </a:xfrm>
            <a:custGeom>
              <a:avLst/>
              <a:pathLst>
                <a:path w="18337" h="34969">
                  <a:moveTo>
                    <a:pt x="0" y="3496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4969"/>
                  </a:lnTo>
                  <a:lnTo>
                    <a:pt x="18337" y="349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2503940" y="3574191"/>
              <a:ext cx="27505" cy="34990"/>
            </a:xfrm>
            <a:custGeom>
              <a:avLst/>
              <a:pathLst>
                <a:path w="27505" h="34990">
                  <a:moveTo>
                    <a:pt x="0" y="34990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577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6107198" y="3573956"/>
              <a:ext cx="63893" cy="26064"/>
            </a:xfrm>
            <a:custGeom>
              <a:avLst/>
              <a:pathLst>
                <a:path w="63893" h="26064">
                  <a:moveTo>
                    <a:pt x="0" y="26064"/>
                  </a:moveTo>
                  <a:lnTo>
                    <a:pt x="0" y="0"/>
                  </a:lnTo>
                  <a:lnTo>
                    <a:pt x="63893" y="0"/>
                  </a:lnTo>
                  <a:lnTo>
                    <a:pt x="63893" y="40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371841" y="3573936"/>
              <a:ext cx="18337" cy="35244"/>
            </a:xfrm>
            <a:custGeom>
              <a:avLst/>
              <a:pathLst>
                <a:path w="18337" h="35244">
                  <a:moveTo>
                    <a:pt x="0" y="3524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5244"/>
                  </a:lnTo>
                  <a:lnTo>
                    <a:pt x="18337" y="352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408515" y="3573469"/>
              <a:ext cx="34382" cy="35712"/>
            </a:xfrm>
            <a:custGeom>
              <a:avLst/>
              <a:pathLst>
                <a:path w="34382" h="35712">
                  <a:moveTo>
                    <a:pt x="0" y="35712"/>
                  </a:moveTo>
                  <a:lnTo>
                    <a:pt x="0" y="0"/>
                  </a:lnTo>
                  <a:lnTo>
                    <a:pt x="34382" y="0"/>
                  </a:lnTo>
                  <a:lnTo>
                    <a:pt x="34382" y="53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78446" y="3573441"/>
              <a:ext cx="27505" cy="35739"/>
            </a:xfrm>
            <a:custGeom>
              <a:avLst/>
              <a:pathLst>
                <a:path w="27505" h="35739">
                  <a:moveTo>
                    <a:pt x="0" y="3573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162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133458" y="3570924"/>
              <a:ext cx="27505" cy="38256"/>
            </a:xfrm>
            <a:custGeom>
              <a:avLst/>
              <a:pathLst>
                <a:path w="27505" h="38256">
                  <a:moveTo>
                    <a:pt x="0" y="38256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22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8316830" y="3570654"/>
              <a:ext cx="18337" cy="38527"/>
            </a:xfrm>
            <a:custGeom>
              <a:avLst/>
              <a:pathLst>
                <a:path w="18337" h="38527">
                  <a:moveTo>
                    <a:pt x="0" y="38527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38527"/>
                  </a:lnTo>
                  <a:lnTo>
                    <a:pt x="18337" y="385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8353504" y="3570431"/>
              <a:ext cx="27505" cy="38749"/>
            </a:xfrm>
            <a:custGeom>
              <a:avLst/>
              <a:pathLst>
                <a:path w="27505" h="38749">
                  <a:moveTo>
                    <a:pt x="0" y="38749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5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5854489" y="3569048"/>
              <a:ext cx="284656" cy="15783"/>
            </a:xfrm>
            <a:custGeom>
              <a:avLst/>
              <a:pathLst>
                <a:path w="284656" h="15783">
                  <a:moveTo>
                    <a:pt x="0" y="15783"/>
                  </a:moveTo>
                  <a:lnTo>
                    <a:pt x="0" y="0"/>
                  </a:lnTo>
                  <a:lnTo>
                    <a:pt x="284656" y="0"/>
                  </a:lnTo>
                  <a:lnTo>
                    <a:pt x="284656" y="49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8225144" y="3568851"/>
              <a:ext cx="18337" cy="40329"/>
            </a:xfrm>
            <a:custGeom>
              <a:avLst/>
              <a:pathLst>
                <a:path w="18337" h="40329">
                  <a:moveTo>
                    <a:pt x="0" y="40329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0329"/>
                  </a:lnTo>
                  <a:lnTo>
                    <a:pt x="18337" y="4032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046979" y="3568819"/>
              <a:ext cx="68764" cy="22516"/>
            </a:xfrm>
            <a:custGeom>
              <a:avLst/>
              <a:pathLst>
                <a:path w="68764" h="22516">
                  <a:moveTo>
                    <a:pt x="0" y="22516"/>
                  </a:moveTo>
                  <a:lnTo>
                    <a:pt x="0" y="0"/>
                  </a:lnTo>
                  <a:lnTo>
                    <a:pt x="68764" y="0"/>
                  </a:lnTo>
                  <a:lnTo>
                    <a:pt x="68764" y="125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7207429" y="3568680"/>
              <a:ext cx="36674" cy="16694"/>
            </a:xfrm>
            <a:custGeom>
              <a:avLst/>
              <a:pathLst>
                <a:path w="36674" h="16694">
                  <a:moveTo>
                    <a:pt x="0" y="16694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64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9873199" y="3567492"/>
              <a:ext cx="71056" cy="27980"/>
            </a:xfrm>
            <a:custGeom>
              <a:avLst/>
              <a:pathLst>
                <a:path w="71056" h="27980">
                  <a:moveTo>
                    <a:pt x="0" y="27980"/>
                  </a:moveTo>
                  <a:lnTo>
                    <a:pt x="0" y="0"/>
                  </a:lnTo>
                  <a:lnTo>
                    <a:pt x="71056" y="0"/>
                  </a:lnTo>
                  <a:lnTo>
                    <a:pt x="71056" y="22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6693988" y="3565890"/>
              <a:ext cx="78577" cy="31107"/>
            </a:xfrm>
            <a:custGeom>
              <a:avLst/>
              <a:pathLst>
                <a:path w="78577" h="31107">
                  <a:moveTo>
                    <a:pt x="0" y="31107"/>
                  </a:moveTo>
                  <a:lnTo>
                    <a:pt x="0" y="0"/>
                  </a:lnTo>
                  <a:lnTo>
                    <a:pt x="78577" y="0"/>
                  </a:lnTo>
                  <a:lnTo>
                    <a:pt x="78577" y="137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9188706" y="3565753"/>
              <a:ext cx="145837" cy="12849"/>
            </a:xfrm>
            <a:custGeom>
              <a:avLst/>
              <a:pathLst>
                <a:path w="145837" h="12849">
                  <a:moveTo>
                    <a:pt x="0" y="12849"/>
                  </a:moveTo>
                  <a:lnTo>
                    <a:pt x="0" y="0"/>
                  </a:lnTo>
                  <a:lnTo>
                    <a:pt x="145837" y="0"/>
                  </a:lnTo>
                  <a:lnTo>
                    <a:pt x="145837" y="99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2634592" y="3565718"/>
              <a:ext cx="66472" cy="23051"/>
            </a:xfrm>
            <a:custGeom>
              <a:avLst/>
              <a:pathLst>
                <a:path w="66472" h="23051">
                  <a:moveTo>
                    <a:pt x="0" y="23051"/>
                  </a:moveTo>
                  <a:lnTo>
                    <a:pt x="0" y="0"/>
                  </a:lnTo>
                  <a:lnTo>
                    <a:pt x="66472" y="0"/>
                  </a:lnTo>
                  <a:lnTo>
                    <a:pt x="66472" y="196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9508747" y="3563462"/>
              <a:ext cx="18337" cy="45718"/>
            </a:xfrm>
            <a:custGeom>
              <a:avLst/>
              <a:pathLst>
                <a:path w="18337" h="45718">
                  <a:moveTo>
                    <a:pt x="0" y="45718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45718"/>
                  </a:lnTo>
                  <a:lnTo>
                    <a:pt x="18337" y="4571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6414776" y="3562929"/>
              <a:ext cx="318501" cy="16520"/>
            </a:xfrm>
            <a:custGeom>
              <a:avLst/>
              <a:pathLst>
                <a:path w="318501" h="16520">
                  <a:moveTo>
                    <a:pt x="0" y="16520"/>
                  </a:moveTo>
                  <a:lnTo>
                    <a:pt x="0" y="0"/>
                  </a:lnTo>
                  <a:lnTo>
                    <a:pt x="318501" y="0"/>
                  </a:lnTo>
                  <a:lnTo>
                    <a:pt x="318501" y="29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4842009" y="3562537"/>
              <a:ext cx="1154807" cy="15777"/>
            </a:xfrm>
            <a:custGeom>
              <a:avLst/>
              <a:pathLst>
                <a:path w="1154807" h="15777">
                  <a:moveTo>
                    <a:pt x="0" y="15777"/>
                  </a:moveTo>
                  <a:lnTo>
                    <a:pt x="0" y="0"/>
                  </a:lnTo>
                  <a:lnTo>
                    <a:pt x="1154807" y="0"/>
                  </a:lnTo>
                  <a:lnTo>
                    <a:pt x="1154807" y="65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500201" y="3558869"/>
              <a:ext cx="32090" cy="50311"/>
            </a:xfrm>
            <a:custGeom>
              <a:avLst/>
              <a:pathLst>
                <a:path w="32090" h="50311">
                  <a:moveTo>
                    <a:pt x="0" y="50311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2476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261818" y="3557956"/>
              <a:ext cx="27505" cy="51224"/>
            </a:xfrm>
            <a:custGeom>
              <a:avLst/>
              <a:pathLst>
                <a:path w="27505" h="51224">
                  <a:moveTo>
                    <a:pt x="0" y="51224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61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9021092" y="3557728"/>
              <a:ext cx="240532" cy="34378"/>
            </a:xfrm>
            <a:custGeom>
              <a:avLst/>
              <a:pathLst>
                <a:path w="240532" h="34378">
                  <a:moveTo>
                    <a:pt x="0" y="34378"/>
                  </a:moveTo>
                  <a:lnTo>
                    <a:pt x="0" y="0"/>
                  </a:lnTo>
                  <a:lnTo>
                    <a:pt x="240532" y="0"/>
                  </a:lnTo>
                  <a:lnTo>
                    <a:pt x="240532" y="80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9362049" y="3556697"/>
              <a:ext cx="18337" cy="52484"/>
            </a:xfrm>
            <a:custGeom>
              <a:avLst/>
              <a:pathLst>
                <a:path w="18337" h="52484">
                  <a:moveTo>
                    <a:pt x="0" y="52484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2484"/>
                  </a:lnTo>
                  <a:lnTo>
                    <a:pt x="18337" y="524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009682" y="3556658"/>
              <a:ext cx="82517" cy="19271"/>
            </a:xfrm>
            <a:custGeom>
              <a:avLst/>
              <a:pathLst>
                <a:path w="82517" h="19271">
                  <a:moveTo>
                    <a:pt x="0" y="19271"/>
                  </a:moveTo>
                  <a:lnTo>
                    <a:pt x="0" y="0"/>
                  </a:lnTo>
                  <a:lnTo>
                    <a:pt x="82517" y="0"/>
                  </a:lnTo>
                  <a:lnTo>
                    <a:pt x="82517" y="167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7693365" y="3556469"/>
              <a:ext cx="27505" cy="52711"/>
            </a:xfrm>
            <a:custGeom>
              <a:avLst/>
              <a:pathLst>
                <a:path w="27505" h="52711">
                  <a:moveTo>
                    <a:pt x="0" y="52711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228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9600433" y="3552685"/>
              <a:ext cx="27505" cy="56495"/>
            </a:xfrm>
            <a:custGeom>
              <a:avLst/>
              <a:pathLst>
                <a:path w="27505" h="56495">
                  <a:moveTo>
                    <a:pt x="0" y="56495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6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9783805" y="3552170"/>
              <a:ext cx="18337" cy="57010"/>
            </a:xfrm>
            <a:custGeom>
              <a:avLst/>
              <a:pathLst>
                <a:path w="18337" h="57010">
                  <a:moveTo>
                    <a:pt x="0" y="57010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57010"/>
                  </a:lnTo>
                  <a:lnTo>
                    <a:pt x="18337" y="570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425707" y="3552002"/>
              <a:ext cx="90539" cy="21467"/>
            </a:xfrm>
            <a:custGeom>
              <a:avLst/>
              <a:pathLst>
                <a:path w="90539" h="21467">
                  <a:moveTo>
                    <a:pt x="0" y="21467"/>
                  </a:moveTo>
                  <a:lnTo>
                    <a:pt x="0" y="0"/>
                  </a:lnTo>
                  <a:lnTo>
                    <a:pt x="90539" y="0"/>
                  </a:lnTo>
                  <a:lnTo>
                    <a:pt x="90539" y="6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7320891" y="3550373"/>
              <a:ext cx="158158" cy="27021"/>
            </a:xfrm>
            <a:custGeom>
              <a:avLst/>
              <a:pathLst>
                <a:path w="158158" h="27021">
                  <a:moveTo>
                    <a:pt x="0" y="27021"/>
                  </a:moveTo>
                  <a:lnTo>
                    <a:pt x="0" y="0"/>
                  </a:lnTo>
                  <a:lnTo>
                    <a:pt x="158158" y="0"/>
                  </a:lnTo>
                  <a:lnTo>
                    <a:pt x="158158" y="265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97638" y="3549786"/>
              <a:ext cx="36674" cy="30462"/>
            </a:xfrm>
            <a:custGeom>
              <a:avLst/>
              <a:pathLst>
                <a:path w="36674" h="30462">
                  <a:moveTo>
                    <a:pt x="0" y="30462"/>
                  </a:moveTo>
                  <a:lnTo>
                    <a:pt x="0" y="0"/>
                  </a:lnTo>
                  <a:lnTo>
                    <a:pt x="36674" y="0"/>
                  </a:lnTo>
                  <a:lnTo>
                    <a:pt x="36674" y="190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9728793" y="3549069"/>
              <a:ext cx="27505" cy="60112"/>
            </a:xfrm>
            <a:custGeom>
              <a:avLst/>
              <a:pathLst>
                <a:path w="27505" h="60112">
                  <a:moveTo>
                    <a:pt x="0" y="60112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485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589595" y="3548832"/>
              <a:ext cx="202998" cy="35505"/>
            </a:xfrm>
            <a:custGeom>
              <a:avLst/>
              <a:pathLst>
                <a:path w="202998" h="35505">
                  <a:moveTo>
                    <a:pt x="0" y="35505"/>
                  </a:moveTo>
                  <a:lnTo>
                    <a:pt x="0" y="0"/>
                  </a:lnTo>
                  <a:lnTo>
                    <a:pt x="202998" y="0"/>
                  </a:lnTo>
                  <a:lnTo>
                    <a:pt x="202998" y="294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7225767" y="3548730"/>
              <a:ext cx="174203" cy="19950"/>
            </a:xfrm>
            <a:custGeom>
              <a:avLst/>
              <a:pathLst>
                <a:path w="174203" h="19950">
                  <a:moveTo>
                    <a:pt x="0" y="19950"/>
                  </a:moveTo>
                  <a:lnTo>
                    <a:pt x="0" y="0"/>
                  </a:lnTo>
                  <a:lnTo>
                    <a:pt x="174203" y="0"/>
                  </a:lnTo>
                  <a:lnTo>
                    <a:pt x="174203" y="16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7856967" y="3547041"/>
              <a:ext cx="193973" cy="31732"/>
            </a:xfrm>
            <a:custGeom>
              <a:avLst/>
              <a:pathLst>
                <a:path w="193973" h="31732">
                  <a:moveTo>
                    <a:pt x="0" y="31732"/>
                  </a:moveTo>
                  <a:lnTo>
                    <a:pt x="0" y="0"/>
                  </a:lnTo>
                  <a:lnTo>
                    <a:pt x="193973" y="0"/>
                  </a:lnTo>
                  <a:lnTo>
                    <a:pt x="193973" y="96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7179924" y="3547011"/>
              <a:ext cx="132944" cy="62170"/>
            </a:xfrm>
            <a:custGeom>
              <a:avLst/>
              <a:pathLst>
                <a:path w="132944" h="62170">
                  <a:moveTo>
                    <a:pt x="0" y="62170"/>
                  </a:moveTo>
                  <a:lnTo>
                    <a:pt x="0" y="0"/>
                  </a:lnTo>
                  <a:lnTo>
                    <a:pt x="132944" y="0"/>
                  </a:lnTo>
                  <a:lnTo>
                    <a:pt x="132944" y="17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7634915" y="3543356"/>
              <a:ext cx="72202" cy="36175"/>
            </a:xfrm>
            <a:custGeom>
              <a:avLst/>
              <a:pathLst>
                <a:path w="72202" h="36175">
                  <a:moveTo>
                    <a:pt x="0" y="36175"/>
                  </a:moveTo>
                  <a:lnTo>
                    <a:pt x="0" y="0"/>
                  </a:lnTo>
                  <a:lnTo>
                    <a:pt x="72202" y="0"/>
                  </a:lnTo>
                  <a:lnTo>
                    <a:pt x="72202" y="131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367257" y="3542854"/>
              <a:ext cx="103719" cy="27577"/>
            </a:xfrm>
            <a:custGeom>
              <a:avLst/>
              <a:pathLst>
                <a:path w="103719" h="27577">
                  <a:moveTo>
                    <a:pt x="0" y="27577"/>
                  </a:moveTo>
                  <a:lnTo>
                    <a:pt x="0" y="0"/>
                  </a:lnTo>
                  <a:lnTo>
                    <a:pt x="103719" y="0"/>
                  </a:lnTo>
                  <a:lnTo>
                    <a:pt x="103719" y="91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9838816" y="3542295"/>
              <a:ext cx="69910" cy="66885"/>
            </a:xfrm>
            <a:custGeom>
              <a:avLst/>
              <a:pathLst>
                <a:path w="69910" h="66885">
                  <a:moveTo>
                    <a:pt x="0" y="66885"/>
                  </a:moveTo>
                  <a:lnTo>
                    <a:pt x="0" y="0"/>
                  </a:lnTo>
                  <a:lnTo>
                    <a:pt x="69910" y="0"/>
                  </a:lnTo>
                  <a:lnTo>
                    <a:pt x="69910" y="251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2568120" y="3541275"/>
              <a:ext cx="99708" cy="40155"/>
            </a:xfrm>
            <a:custGeom>
              <a:avLst/>
              <a:pathLst>
                <a:path w="99708" h="40155">
                  <a:moveTo>
                    <a:pt x="0" y="40155"/>
                  </a:moveTo>
                  <a:lnTo>
                    <a:pt x="0" y="0"/>
                  </a:lnTo>
                  <a:lnTo>
                    <a:pt x="99708" y="0"/>
                  </a:lnTo>
                  <a:lnTo>
                    <a:pt x="99708" y="244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9429668" y="3540269"/>
              <a:ext cx="88247" cy="42953"/>
            </a:xfrm>
            <a:custGeom>
              <a:avLst/>
              <a:pathLst>
                <a:path w="88247" h="42953">
                  <a:moveTo>
                    <a:pt x="0" y="42953"/>
                  </a:moveTo>
                  <a:lnTo>
                    <a:pt x="0" y="0"/>
                  </a:lnTo>
                  <a:lnTo>
                    <a:pt x="88247" y="0"/>
                  </a:lnTo>
                  <a:lnTo>
                    <a:pt x="88247" y="231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7161587" y="3540087"/>
              <a:ext cx="84809" cy="69093"/>
            </a:xfrm>
            <a:custGeom>
              <a:avLst/>
              <a:pathLst>
                <a:path w="84809" h="69093">
                  <a:moveTo>
                    <a:pt x="0" y="69093"/>
                  </a:moveTo>
                  <a:lnTo>
                    <a:pt x="0" y="0"/>
                  </a:lnTo>
                  <a:lnTo>
                    <a:pt x="84809" y="0"/>
                  </a:lnTo>
                  <a:lnTo>
                    <a:pt x="84809" y="69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325998" y="3538153"/>
              <a:ext cx="93118" cy="32501"/>
            </a:xfrm>
            <a:custGeom>
              <a:avLst/>
              <a:pathLst>
                <a:path w="93118" h="32501">
                  <a:moveTo>
                    <a:pt x="0" y="32501"/>
                  </a:moveTo>
                  <a:lnTo>
                    <a:pt x="0" y="0"/>
                  </a:lnTo>
                  <a:lnTo>
                    <a:pt x="93118" y="0"/>
                  </a:lnTo>
                  <a:lnTo>
                    <a:pt x="93118" y="47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2448928" y="3535328"/>
              <a:ext cx="27505" cy="73852"/>
            </a:xfrm>
            <a:custGeom>
              <a:avLst/>
              <a:pathLst>
                <a:path w="27505" h="73852">
                  <a:moveTo>
                    <a:pt x="0" y="73852"/>
                  </a:moveTo>
                  <a:lnTo>
                    <a:pt x="0" y="0"/>
                  </a:lnTo>
                  <a:lnTo>
                    <a:pt x="27505" y="0"/>
                  </a:lnTo>
                  <a:lnTo>
                    <a:pt x="27505" y="388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7081361" y="3534087"/>
              <a:ext cx="122629" cy="34732"/>
            </a:xfrm>
            <a:custGeom>
              <a:avLst/>
              <a:pathLst>
                <a:path w="122629" h="34732">
                  <a:moveTo>
                    <a:pt x="0" y="34732"/>
                  </a:moveTo>
                  <a:lnTo>
                    <a:pt x="0" y="0"/>
                  </a:lnTo>
                  <a:lnTo>
                    <a:pt x="122629" y="0"/>
                  </a:lnTo>
                  <a:lnTo>
                    <a:pt x="122629" y="60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6574026" y="3527940"/>
              <a:ext cx="568649" cy="34988"/>
            </a:xfrm>
            <a:custGeom>
              <a:avLst/>
              <a:pathLst>
                <a:path w="568649" h="34988">
                  <a:moveTo>
                    <a:pt x="0" y="34988"/>
                  </a:moveTo>
                  <a:lnTo>
                    <a:pt x="0" y="0"/>
                  </a:lnTo>
                  <a:lnTo>
                    <a:pt x="568649" y="0"/>
                  </a:lnTo>
                  <a:lnTo>
                    <a:pt x="568649" y="61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7748377" y="3523490"/>
              <a:ext cx="205577" cy="85690"/>
            </a:xfrm>
            <a:custGeom>
              <a:avLst/>
              <a:pathLst>
                <a:path w="205577" h="85690">
                  <a:moveTo>
                    <a:pt x="0" y="85690"/>
                  </a:moveTo>
                  <a:lnTo>
                    <a:pt x="0" y="0"/>
                  </a:lnTo>
                  <a:lnTo>
                    <a:pt x="205577" y="0"/>
                  </a:lnTo>
                  <a:lnTo>
                    <a:pt x="205577" y="23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9682950" y="3521233"/>
              <a:ext cx="59595" cy="72740"/>
            </a:xfrm>
            <a:custGeom>
              <a:avLst/>
              <a:pathLst>
                <a:path w="59595" h="72740">
                  <a:moveTo>
                    <a:pt x="0" y="72740"/>
                  </a:moveTo>
                  <a:lnTo>
                    <a:pt x="0" y="0"/>
                  </a:lnTo>
                  <a:lnTo>
                    <a:pt x="59595" y="0"/>
                  </a:lnTo>
                  <a:lnTo>
                    <a:pt x="59595" y="27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5419413" y="3521165"/>
              <a:ext cx="1438938" cy="41371"/>
            </a:xfrm>
            <a:custGeom>
              <a:avLst/>
              <a:pathLst>
                <a:path w="1438938" h="41371">
                  <a:moveTo>
                    <a:pt x="0" y="41371"/>
                  </a:moveTo>
                  <a:lnTo>
                    <a:pt x="0" y="0"/>
                  </a:lnTo>
                  <a:lnTo>
                    <a:pt x="1438938" y="0"/>
                  </a:lnTo>
                  <a:lnTo>
                    <a:pt x="1438938" y="67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9545421" y="3519529"/>
              <a:ext cx="18337" cy="89651"/>
            </a:xfrm>
            <a:custGeom>
              <a:avLst/>
              <a:pathLst>
                <a:path w="18337" h="89651">
                  <a:moveTo>
                    <a:pt x="0" y="89651"/>
                  </a:moveTo>
                  <a:lnTo>
                    <a:pt x="0" y="0"/>
                  </a:lnTo>
                  <a:lnTo>
                    <a:pt x="18337" y="0"/>
                  </a:lnTo>
                  <a:lnTo>
                    <a:pt x="18337" y="89651"/>
                  </a:lnTo>
                  <a:lnTo>
                    <a:pt x="18337" y="896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9141358" y="3507400"/>
              <a:ext cx="229859" cy="50327"/>
            </a:xfrm>
            <a:custGeom>
              <a:avLst/>
              <a:pathLst>
                <a:path w="229859" h="50327">
                  <a:moveTo>
                    <a:pt x="0" y="50327"/>
                  </a:moveTo>
                  <a:lnTo>
                    <a:pt x="0" y="0"/>
                  </a:lnTo>
                  <a:lnTo>
                    <a:pt x="229859" y="0"/>
                  </a:lnTo>
                  <a:lnTo>
                    <a:pt x="229859" y="4929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275571" y="3505398"/>
              <a:ext cx="96986" cy="52558"/>
            </a:xfrm>
            <a:custGeom>
              <a:avLst/>
              <a:pathLst>
                <a:path w="96986" h="52558">
                  <a:moveTo>
                    <a:pt x="0" y="52558"/>
                  </a:moveTo>
                  <a:lnTo>
                    <a:pt x="0" y="0"/>
                  </a:lnTo>
                  <a:lnTo>
                    <a:pt x="96986" y="0"/>
                  </a:lnTo>
                  <a:lnTo>
                    <a:pt x="96986" y="327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2617974" y="3500625"/>
              <a:ext cx="3520907" cy="40650"/>
            </a:xfrm>
            <a:custGeom>
              <a:avLst/>
              <a:pathLst>
                <a:path w="3520907" h="40650">
                  <a:moveTo>
                    <a:pt x="0" y="40650"/>
                  </a:moveTo>
                  <a:lnTo>
                    <a:pt x="0" y="0"/>
                  </a:lnTo>
                  <a:lnTo>
                    <a:pt x="3520907" y="0"/>
                  </a:lnTo>
                  <a:lnTo>
                    <a:pt x="3520907" y="205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9582096" y="3500453"/>
              <a:ext cx="32090" cy="108727"/>
            </a:xfrm>
            <a:custGeom>
              <a:avLst/>
              <a:pathLst>
                <a:path w="32090" h="108727">
                  <a:moveTo>
                    <a:pt x="0" y="108727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522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2430591" y="3488036"/>
              <a:ext cx="32090" cy="121145"/>
            </a:xfrm>
            <a:custGeom>
              <a:avLst/>
              <a:pathLst>
                <a:path w="32090" h="121145">
                  <a:moveTo>
                    <a:pt x="0" y="121145"/>
                  </a:moveTo>
                  <a:lnTo>
                    <a:pt x="0" y="0"/>
                  </a:lnTo>
                  <a:lnTo>
                    <a:pt x="32090" y="0"/>
                  </a:lnTo>
                  <a:lnTo>
                    <a:pt x="32090" y="472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15975" y="3486082"/>
              <a:ext cx="108089" cy="63704"/>
            </a:xfrm>
            <a:custGeom>
              <a:avLst/>
              <a:pathLst>
                <a:path w="108089" h="63704">
                  <a:moveTo>
                    <a:pt x="0" y="63704"/>
                  </a:moveTo>
                  <a:lnTo>
                    <a:pt x="0" y="0"/>
                  </a:lnTo>
                  <a:lnTo>
                    <a:pt x="108089" y="0"/>
                  </a:lnTo>
                  <a:lnTo>
                    <a:pt x="108089" y="193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9473792" y="3484505"/>
              <a:ext cx="80798" cy="55763"/>
            </a:xfrm>
            <a:custGeom>
              <a:avLst/>
              <a:pathLst>
                <a:path w="80798" h="55763">
                  <a:moveTo>
                    <a:pt x="0" y="55763"/>
                  </a:moveTo>
                  <a:lnTo>
                    <a:pt x="0" y="0"/>
                  </a:lnTo>
                  <a:lnTo>
                    <a:pt x="80798" y="0"/>
                  </a:lnTo>
                  <a:lnTo>
                    <a:pt x="80798" y="350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9820479" y="3483077"/>
              <a:ext cx="53292" cy="126103"/>
            </a:xfrm>
            <a:custGeom>
              <a:avLst/>
              <a:pathLst>
                <a:path w="53292" h="126103">
                  <a:moveTo>
                    <a:pt x="0" y="126103"/>
                  </a:moveTo>
                  <a:lnTo>
                    <a:pt x="0" y="0"/>
                  </a:lnTo>
                  <a:lnTo>
                    <a:pt x="53292" y="0"/>
                  </a:lnTo>
                  <a:lnTo>
                    <a:pt x="53292" y="592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147211" y="3473645"/>
              <a:ext cx="122809" cy="97279"/>
            </a:xfrm>
            <a:custGeom>
              <a:avLst/>
              <a:pathLst>
                <a:path w="122809" h="97279">
                  <a:moveTo>
                    <a:pt x="0" y="97279"/>
                  </a:moveTo>
                  <a:lnTo>
                    <a:pt x="0" y="0"/>
                  </a:lnTo>
                  <a:lnTo>
                    <a:pt x="122809" y="0"/>
                  </a:lnTo>
                  <a:lnTo>
                    <a:pt x="122809" y="124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691094" y="3472674"/>
              <a:ext cx="565193" cy="76158"/>
            </a:xfrm>
            <a:custGeom>
              <a:avLst/>
              <a:pathLst>
                <a:path w="565193" h="76158">
                  <a:moveTo>
                    <a:pt x="0" y="76158"/>
                  </a:moveTo>
                  <a:lnTo>
                    <a:pt x="0" y="0"/>
                  </a:lnTo>
                  <a:lnTo>
                    <a:pt x="565193" y="0"/>
                  </a:lnTo>
                  <a:lnTo>
                    <a:pt x="565193" y="347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7851165" y="3462841"/>
              <a:ext cx="357449" cy="60648"/>
            </a:xfrm>
            <a:custGeom>
              <a:avLst/>
              <a:pathLst>
                <a:path w="357449" h="60648">
                  <a:moveTo>
                    <a:pt x="0" y="60648"/>
                  </a:moveTo>
                  <a:lnTo>
                    <a:pt x="0" y="0"/>
                  </a:lnTo>
                  <a:lnTo>
                    <a:pt x="357449" y="0"/>
                  </a:lnTo>
                  <a:lnTo>
                    <a:pt x="357449" y="1080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9792973" y="3460835"/>
              <a:ext cx="54152" cy="91335"/>
            </a:xfrm>
            <a:custGeom>
              <a:avLst/>
              <a:pathLst>
                <a:path w="54152" h="91335">
                  <a:moveTo>
                    <a:pt x="0" y="91335"/>
                  </a:moveTo>
                  <a:lnTo>
                    <a:pt x="0" y="0"/>
                  </a:lnTo>
                  <a:lnTo>
                    <a:pt x="54152" y="0"/>
                  </a:lnTo>
                  <a:lnTo>
                    <a:pt x="54152" y="2224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7671017" y="3454762"/>
              <a:ext cx="358873" cy="88593"/>
            </a:xfrm>
            <a:custGeom>
              <a:avLst/>
              <a:pathLst>
                <a:path w="358873" h="88593">
                  <a:moveTo>
                    <a:pt x="0" y="88593"/>
                  </a:moveTo>
                  <a:lnTo>
                    <a:pt x="0" y="0"/>
                  </a:lnTo>
                  <a:lnTo>
                    <a:pt x="358873" y="0"/>
                  </a:lnTo>
                  <a:lnTo>
                    <a:pt x="358873" y="80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2389333" y="3452695"/>
              <a:ext cx="57303" cy="141737"/>
            </a:xfrm>
            <a:custGeom>
              <a:avLst/>
              <a:pathLst>
                <a:path w="57303" h="141737">
                  <a:moveTo>
                    <a:pt x="0" y="141737"/>
                  </a:moveTo>
                  <a:lnTo>
                    <a:pt x="0" y="0"/>
                  </a:lnTo>
                  <a:lnTo>
                    <a:pt x="57303" y="0"/>
                  </a:lnTo>
                  <a:lnTo>
                    <a:pt x="57303" y="3534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4378428" y="3436206"/>
              <a:ext cx="3472025" cy="64418"/>
            </a:xfrm>
            <a:custGeom>
              <a:avLst/>
              <a:pathLst>
                <a:path w="3472025" h="64418">
                  <a:moveTo>
                    <a:pt x="0" y="64418"/>
                  </a:moveTo>
                  <a:lnTo>
                    <a:pt x="0" y="0"/>
                  </a:lnTo>
                  <a:lnTo>
                    <a:pt x="3472025" y="0"/>
                  </a:lnTo>
                  <a:lnTo>
                    <a:pt x="3472025" y="185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9712748" y="3394681"/>
              <a:ext cx="107301" cy="126551"/>
            </a:xfrm>
            <a:custGeom>
              <a:avLst/>
              <a:pathLst>
                <a:path w="107301" h="126551">
                  <a:moveTo>
                    <a:pt x="0" y="126551"/>
                  </a:moveTo>
                  <a:lnTo>
                    <a:pt x="0" y="0"/>
                  </a:lnTo>
                  <a:lnTo>
                    <a:pt x="107301" y="0"/>
                  </a:lnTo>
                  <a:lnTo>
                    <a:pt x="107301" y="661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2517693" y="3320888"/>
              <a:ext cx="3596747" cy="253302"/>
            </a:xfrm>
            <a:custGeom>
              <a:avLst/>
              <a:pathLst>
                <a:path w="3596747" h="253302">
                  <a:moveTo>
                    <a:pt x="0" y="253302"/>
                  </a:moveTo>
                  <a:lnTo>
                    <a:pt x="0" y="0"/>
                  </a:lnTo>
                  <a:lnTo>
                    <a:pt x="3596747" y="0"/>
                  </a:lnTo>
                  <a:lnTo>
                    <a:pt x="3596747" y="11531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2417984" y="3314615"/>
              <a:ext cx="1898082" cy="138080"/>
            </a:xfrm>
            <a:custGeom>
              <a:avLst/>
              <a:pathLst>
                <a:path w="1898082" h="138080">
                  <a:moveTo>
                    <a:pt x="0" y="138080"/>
                  </a:moveTo>
                  <a:lnTo>
                    <a:pt x="0" y="0"/>
                  </a:lnTo>
                  <a:lnTo>
                    <a:pt x="1898082" y="0"/>
                  </a:lnTo>
                  <a:lnTo>
                    <a:pt x="1898082" y="62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9598141" y="3309836"/>
              <a:ext cx="168258" cy="190616"/>
            </a:xfrm>
            <a:custGeom>
              <a:avLst/>
              <a:pathLst>
                <a:path w="168258" h="190616">
                  <a:moveTo>
                    <a:pt x="0" y="190616"/>
                  </a:moveTo>
                  <a:lnTo>
                    <a:pt x="0" y="0"/>
                  </a:lnTo>
                  <a:lnTo>
                    <a:pt x="168258" y="0"/>
                  </a:lnTo>
                  <a:lnTo>
                    <a:pt x="168258" y="848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9514191" y="3309390"/>
              <a:ext cx="168078" cy="175115"/>
            </a:xfrm>
            <a:custGeom>
              <a:avLst/>
              <a:pathLst>
                <a:path w="168078" h="175115">
                  <a:moveTo>
                    <a:pt x="0" y="175115"/>
                  </a:moveTo>
                  <a:lnTo>
                    <a:pt x="0" y="0"/>
                  </a:lnTo>
                  <a:lnTo>
                    <a:pt x="168078" y="0"/>
                  </a:lnTo>
                  <a:lnTo>
                    <a:pt x="168078" y="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973691" y="3308306"/>
              <a:ext cx="624538" cy="164367"/>
            </a:xfrm>
            <a:custGeom>
              <a:avLst/>
              <a:pathLst>
                <a:path w="624538" h="164367">
                  <a:moveTo>
                    <a:pt x="0" y="164367"/>
                  </a:moveTo>
                  <a:lnTo>
                    <a:pt x="0" y="0"/>
                  </a:lnTo>
                  <a:lnTo>
                    <a:pt x="624538" y="0"/>
                  </a:lnTo>
                  <a:lnTo>
                    <a:pt x="624538" y="10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3367026" y="3307474"/>
              <a:ext cx="5918935" cy="7141"/>
            </a:xfrm>
            <a:custGeom>
              <a:avLst/>
              <a:pathLst>
                <a:path w="5918935" h="7141">
                  <a:moveTo>
                    <a:pt x="0" y="7141"/>
                  </a:moveTo>
                  <a:lnTo>
                    <a:pt x="0" y="0"/>
                  </a:lnTo>
                  <a:lnTo>
                    <a:pt x="5918935" y="0"/>
                  </a:lnTo>
                  <a:lnTo>
                    <a:pt x="5918935" y="8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2334321" y="3306800"/>
              <a:ext cx="3992172" cy="278912"/>
            </a:xfrm>
            <a:custGeom>
              <a:avLst/>
              <a:pathLst>
                <a:path w="3992172" h="278912">
                  <a:moveTo>
                    <a:pt x="0" y="278912"/>
                  </a:moveTo>
                  <a:lnTo>
                    <a:pt x="0" y="0"/>
                  </a:lnTo>
                  <a:lnTo>
                    <a:pt x="3992172" y="0"/>
                  </a:lnTo>
                  <a:lnTo>
                    <a:pt x="3992172" y="67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2274380" y="5023643"/>
              <a:ext cx="37019" cy="174625"/>
            </a:xfrm>
            <a:custGeom>
              <a:avLst/>
              <a:pathLst>
                <a:path w="37019" h="174625">
                  <a:moveTo>
                    <a:pt x="37019" y="0"/>
                  </a:moveTo>
                  <a:lnTo>
                    <a:pt x="0" y="0"/>
                  </a:lnTo>
                  <a:lnTo>
                    <a:pt x="0" y="174625"/>
                  </a:lnTo>
                  <a:lnTo>
                    <a:pt x="37019" y="174625"/>
                  </a:lnTo>
                  <a:lnTo>
                    <a:pt x="37019" y="1746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2271963" y="4849019"/>
              <a:ext cx="39436" cy="261937"/>
            </a:xfrm>
            <a:custGeom>
              <a:avLst/>
              <a:pathLst>
                <a:path w="39436" h="261937">
                  <a:moveTo>
                    <a:pt x="39436" y="0"/>
                  </a:moveTo>
                  <a:lnTo>
                    <a:pt x="0" y="0"/>
                  </a:lnTo>
                  <a:lnTo>
                    <a:pt x="0" y="261937"/>
                  </a:lnTo>
                  <a:lnTo>
                    <a:pt x="2416" y="2619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2269828" y="4674393"/>
              <a:ext cx="41571" cy="305593"/>
            </a:xfrm>
            <a:custGeom>
              <a:avLst/>
              <a:pathLst>
                <a:path w="41571" h="305593">
                  <a:moveTo>
                    <a:pt x="41571" y="0"/>
                  </a:moveTo>
                  <a:lnTo>
                    <a:pt x="0" y="0"/>
                  </a:lnTo>
                  <a:lnTo>
                    <a:pt x="0" y="305593"/>
                  </a:lnTo>
                  <a:lnTo>
                    <a:pt x="2134" y="3055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2261067" y="4499768"/>
              <a:ext cx="50332" cy="327421"/>
            </a:xfrm>
            <a:custGeom>
              <a:avLst/>
              <a:pathLst>
                <a:path w="50332" h="327421">
                  <a:moveTo>
                    <a:pt x="50332" y="0"/>
                  </a:moveTo>
                  <a:lnTo>
                    <a:pt x="0" y="0"/>
                  </a:lnTo>
                  <a:lnTo>
                    <a:pt x="0" y="327421"/>
                  </a:lnTo>
                  <a:lnTo>
                    <a:pt x="8760" y="3274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2251544" y="4325143"/>
              <a:ext cx="59855" cy="338335"/>
            </a:xfrm>
            <a:custGeom>
              <a:avLst/>
              <a:pathLst>
                <a:path w="59855" h="338335">
                  <a:moveTo>
                    <a:pt x="59855" y="0"/>
                  </a:moveTo>
                  <a:lnTo>
                    <a:pt x="0" y="0"/>
                  </a:lnTo>
                  <a:lnTo>
                    <a:pt x="0" y="338335"/>
                  </a:lnTo>
                  <a:lnTo>
                    <a:pt x="9523" y="3383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2209688" y="4150518"/>
              <a:ext cx="101711" cy="343792"/>
            </a:xfrm>
            <a:custGeom>
              <a:avLst/>
              <a:pathLst>
                <a:path w="101711" h="343792">
                  <a:moveTo>
                    <a:pt x="101711" y="0"/>
                  </a:moveTo>
                  <a:lnTo>
                    <a:pt x="0" y="0"/>
                  </a:lnTo>
                  <a:lnTo>
                    <a:pt x="0" y="343792"/>
                  </a:lnTo>
                  <a:lnTo>
                    <a:pt x="41855" y="343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2069495" y="3975893"/>
              <a:ext cx="241904" cy="346521"/>
            </a:xfrm>
            <a:custGeom>
              <a:avLst/>
              <a:pathLst>
                <a:path w="241904" h="346521">
                  <a:moveTo>
                    <a:pt x="241904" y="0"/>
                  </a:moveTo>
                  <a:lnTo>
                    <a:pt x="0" y="0"/>
                  </a:lnTo>
                  <a:lnTo>
                    <a:pt x="0" y="346521"/>
                  </a:lnTo>
                  <a:lnTo>
                    <a:pt x="140193" y="3465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rc4691"/>
            <p:cNvSpPr/>
            <p:nvPr/>
          </p:nvSpPr>
          <p:spPr>
            <a:xfrm>
              <a:off x="2311400" y="3888581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2" name="rc4692"/>
            <p:cNvSpPr/>
            <p:nvPr/>
          </p:nvSpPr>
          <p:spPr>
            <a:xfrm>
              <a:off x="231140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3" name="rc4693"/>
            <p:cNvSpPr/>
            <p:nvPr/>
          </p:nvSpPr>
          <p:spPr>
            <a:xfrm>
              <a:off x="23114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4" name="rc4694"/>
            <p:cNvSpPr/>
            <p:nvPr/>
          </p:nvSpPr>
          <p:spPr>
            <a:xfrm>
              <a:off x="23114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5" name="rc4695"/>
            <p:cNvSpPr/>
            <p:nvPr/>
          </p:nvSpPr>
          <p:spPr>
            <a:xfrm>
              <a:off x="23114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6" name="rc4696"/>
            <p:cNvSpPr/>
            <p:nvPr/>
          </p:nvSpPr>
          <p:spPr>
            <a:xfrm>
              <a:off x="2311400" y="4761706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7" name="rc4697"/>
            <p:cNvSpPr/>
            <p:nvPr/>
          </p:nvSpPr>
          <p:spPr>
            <a:xfrm>
              <a:off x="23114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8" name="rc4698"/>
            <p:cNvSpPr/>
            <p:nvPr/>
          </p:nvSpPr>
          <p:spPr>
            <a:xfrm>
              <a:off x="23114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9" name="rc4699"/>
            <p:cNvSpPr/>
            <p:nvPr/>
          </p:nvSpPr>
          <p:spPr>
            <a:xfrm>
              <a:off x="2329737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0" name="rc4700"/>
            <p:cNvSpPr/>
            <p:nvPr/>
          </p:nvSpPr>
          <p:spPr>
            <a:xfrm>
              <a:off x="232973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1" name="rc4701"/>
            <p:cNvSpPr/>
            <p:nvPr/>
          </p:nvSpPr>
          <p:spPr>
            <a:xfrm>
              <a:off x="232973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2" name="rc4702"/>
            <p:cNvSpPr/>
            <p:nvPr/>
          </p:nvSpPr>
          <p:spPr>
            <a:xfrm>
              <a:off x="232973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3" name="rc4703"/>
            <p:cNvSpPr/>
            <p:nvPr/>
          </p:nvSpPr>
          <p:spPr>
            <a:xfrm>
              <a:off x="232973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4" name="rc4704"/>
            <p:cNvSpPr/>
            <p:nvPr/>
          </p:nvSpPr>
          <p:spPr>
            <a:xfrm>
              <a:off x="2329737" y="4761706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5" name="rc4705"/>
            <p:cNvSpPr/>
            <p:nvPr/>
          </p:nvSpPr>
          <p:spPr>
            <a:xfrm>
              <a:off x="232973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6" name="rc4706"/>
            <p:cNvSpPr/>
            <p:nvPr/>
          </p:nvSpPr>
          <p:spPr>
            <a:xfrm>
              <a:off x="232973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7" name="rc4707"/>
            <p:cNvSpPr/>
            <p:nvPr/>
          </p:nvSpPr>
          <p:spPr>
            <a:xfrm>
              <a:off x="2348074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8" name="rc4708"/>
            <p:cNvSpPr/>
            <p:nvPr/>
          </p:nvSpPr>
          <p:spPr>
            <a:xfrm>
              <a:off x="234807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9" name="rc4709"/>
            <p:cNvSpPr/>
            <p:nvPr/>
          </p:nvSpPr>
          <p:spPr>
            <a:xfrm>
              <a:off x="234807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0" name="rc4710"/>
            <p:cNvSpPr/>
            <p:nvPr/>
          </p:nvSpPr>
          <p:spPr>
            <a:xfrm>
              <a:off x="234807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1" name="rc4711"/>
            <p:cNvSpPr/>
            <p:nvPr/>
          </p:nvSpPr>
          <p:spPr>
            <a:xfrm>
              <a:off x="234807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2" name="rc4712"/>
            <p:cNvSpPr/>
            <p:nvPr/>
          </p:nvSpPr>
          <p:spPr>
            <a:xfrm>
              <a:off x="2348074" y="4761706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3" name="rc4713"/>
            <p:cNvSpPr/>
            <p:nvPr/>
          </p:nvSpPr>
          <p:spPr>
            <a:xfrm>
              <a:off x="234807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4" name="rc4714"/>
            <p:cNvSpPr/>
            <p:nvPr/>
          </p:nvSpPr>
          <p:spPr>
            <a:xfrm>
              <a:off x="234807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5" name="rc4715"/>
            <p:cNvSpPr/>
            <p:nvPr/>
          </p:nvSpPr>
          <p:spPr>
            <a:xfrm>
              <a:off x="2366411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6" name="rc4716"/>
            <p:cNvSpPr/>
            <p:nvPr/>
          </p:nvSpPr>
          <p:spPr>
            <a:xfrm>
              <a:off x="236641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7" name="rc4717"/>
            <p:cNvSpPr/>
            <p:nvPr/>
          </p:nvSpPr>
          <p:spPr>
            <a:xfrm>
              <a:off x="236641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8" name="rc4718"/>
            <p:cNvSpPr/>
            <p:nvPr/>
          </p:nvSpPr>
          <p:spPr>
            <a:xfrm>
              <a:off x="236641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9" name="rc4719"/>
            <p:cNvSpPr/>
            <p:nvPr/>
          </p:nvSpPr>
          <p:spPr>
            <a:xfrm>
              <a:off x="2366411" y="45870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0" name="rc4720"/>
            <p:cNvSpPr/>
            <p:nvPr/>
          </p:nvSpPr>
          <p:spPr>
            <a:xfrm>
              <a:off x="236641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1" name="rc4721"/>
            <p:cNvSpPr/>
            <p:nvPr/>
          </p:nvSpPr>
          <p:spPr>
            <a:xfrm>
              <a:off x="236641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2" name="rc4722"/>
            <p:cNvSpPr/>
            <p:nvPr/>
          </p:nvSpPr>
          <p:spPr>
            <a:xfrm>
              <a:off x="236641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3" name="rc4723"/>
            <p:cNvSpPr/>
            <p:nvPr/>
          </p:nvSpPr>
          <p:spPr>
            <a:xfrm>
              <a:off x="2384748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4" name="rc4724"/>
            <p:cNvSpPr/>
            <p:nvPr/>
          </p:nvSpPr>
          <p:spPr>
            <a:xfrm>
              <a:off x="238474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5" name="rc4725"/>
            <p:cNvSpPr/>
            <p:nvPr/>
          </p:nvSpPr>
          <p:spPr>
            <a:xfrm>
              <a:off x="2384748" y="42378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6" name="rc4726"/>
            <p:cNvSpPr/>
            <p:nvPr/>
          </p:nvSpPr>
          <p:spPr>
            <a:xfrm>
              <a:off x="238474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7" name="rc4727"/>
            <p:cNvSpPr/>
            <p:nvPr/>
          </p:nvSpPr>
          <p:spPr>
            <a:xfrm>
              <a:off x="2384748" y="45870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8" name="rc4728"/>
            <p:cNvSpPr/>
            <p:nvPr/>
          </p:nvSpPr>
          <p:spPr>
            <a:xfrm>
              <a:off x="23847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9" name="rc4729"/>
            <p:cNvSpPr/>
            <p:nvPr/>
          </p:nvSpPr>
          <p:spPr>
            <a:xfrm>
              <a:off x="23847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0" name="rc4730"/>
            <p:cNvSpPr/>
            <p:nvPr/>
          </p:nvSpPr>
          <p:spPr>
            <a:xfrm>
              <a:off x="2384748" y="51109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1" name="rc4731"/>
            <p:cNvSpPr/>
            <p:nvPr/>
          </p:nvSpPr>
          <p:spPr>
            <a:xfrm>
              <a:off x="2403085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2" name="rc4732"/>
            <p:cNvSpPr/>
            <p:nvPr/>
          </p:nvSpPr>
          <p:spPr>
            <a:xfrm>
              <a:off x="240308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3" name="rc4733"/>
            <p:cNvSpPr/>
            <p:nvPr/>
          </p:nvSpPr>
          <p:spPr>
            <a:xfrm>
              <a:off x="240308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4" name="rc4734"/>
            <p:cNvSpPr/>
            <p:nvPr/>
          </p:nvSpPr>
          <p:spPr>
            <a:xfrm>
              <a:off x="2403085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5" name="rc4735"/>
            <p:cNvSpPr/>
            <p:nvPr/>
          </p:nvSpPr>
          <p:spPr>
            <a:xfrm>
              <a:off x="2403085" y="4587081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6" name="rc4736"/>
            <p:cNvSpPr/>
            <p:nvPr/>
          </p:nvSpPr>
          <p:spPr>
            <a:xfrm>
              <a:off x="240308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7" name="rc4737"/>
            <p:cNvSpPr/>
            <p:nvPr/>
          </p:nvSpPr>
          <p:spPr>
            <a:xfrm>
              <a:off x="240308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8" name="rc4738"/>
            <p:cNvSpPr/>
            <p:nvPr/>
          </p:nvSpPr>
          <p:spPr>
            <a:xfrm>
              <a:off x="240308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9" name="rc4739"/>
            <p:cNvSpPr/>
            <p:nvPr/>
          </p:nvSpPr>
          <p:spPr>
            <a:xfrm>
              <a:off x="2421423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0" name="rc4740"/>
            <p:cNvSpPr/>
            <p:nvPr/>
          </p:nvSpPr>
          <p:spPr>
            <a:xfrm>
              <a:off x="2421423" y="4063206"/>
              <a:ext cx="18337" cy="174625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1" name="rc4741"/>
            <p:cNvSpPr/>
            <p:nvPr/>
          </p:nvSpPr>
          <p:spPr>
            <a:xfrm>
              <a:off x="242142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2" name="rc4742"/>
            <p:cNvSpPr/>
            <p:nvPr/>
          </p:nvSpPr>
          <p:spPr>
            <a:xfrm>
              <a:off x="242142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3" name="rc4743"/>
            <p:cNvSpPr/>
            <p:nvPr/>
          </p:nvSpPr>
          <p:spPr>
            <a:xfrm>
              <a:off x="2421423" y="4587081"/>
              <a:ext cx="18337" cy="174625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4" name="rc4744"/>
            <p:cNvSpPr/>
            <p:nvPr/>
          </p:nvSpPr>
          <p:spPr>
            <a:xfrm>
              <a:off x="242142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5" name="rc4745"/>
            <p:cNvSpPr/>
            <p:nvPr/>
          </p:nvSpPr>
          <p:spPr>
            <a:xfrm>
              <a:off x="242142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6" name="rc4746"/>
            <p:cNvSpPr/>
            <p:nvPr/>
          </p:nvSpPr>
          <p:spPr>
            <a:xfrm>
              <a:off x="242142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7" name="rc4747"/>
            <p:cNvSpPr/>
            <p:nvPr/>
          </p:nvSpPr>
          <p:spPr>
            <a:xfrm>
              <a:off x="2439760" y="3888581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8" name="rc4748"/>
            <p:cNvSpPr/>
            <p:nvPr/>
          </p:nvSpPr>
          <p:spPr>
            <a:xfrm>
              <a:off x="243976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9" name="rc4749"/>
            <p:cNvSpPr/>
            <p:nvPr/>
          </p:nvSpPr>
          <p:spPr>
            <a:xfrm>
              <a:off x="243976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0" name="rc4750"/>
            <p:cNvSpPr/>
            <p:nvPr/>
          </p:nvSpPr>
          <p:spPr>
            <a:xfrm>
              <a:off x="243976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1" name="rc4751"/>
            <p:cNvSpPr/>
            <p:nvPr/>
          </p:nvSpPr>
          <p:spPr>
            <a:xfrm>
              <a:off x="2439760" y="4587081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2" name="rc4752"/>
            <p:cNvSpPr/>
            <p:nvPr/>
          </p:nvSpPr>
          <p:spPr>
            <a:xfrm>
              <a:off x="2439760" y="4761706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3" name="rc4753"/>
            <p:cNvSpPr/>
            <p:nvPr/>
          </p:nvSpPr>
          <p:spPr>
            <a:xfrm>
              <a:off x="243976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4" name="rc4754"/>
            <p:cNvSpPr/>
            <p:nvPr/>
          </p:nvSpPr>
          <p:spPr>
            <a:xfrm>
              <a:off x="243976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5" name="rc4755"/>
            <p:cNvSpPr/>
            <p:nvPr/>
          </p:nvSpPr>
          <p:spPr>
            <a:xfrm>
              <a:off x="2458097" y="3888581"/>
              <a:ext cx="18337" cy="174625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6" name="rc4756"/>
            <p:cNvSpPr/>
            <p:nvPr/>
          </p:nvSpPr>
          <p:spPr>
            <a:xfrm>
              <a:off x="245809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7" name="rc4757"/>
            <p:cNvSpPr/>
            <p:nvPr/>
          </p:nvSpPr>
          <p:spPr>
            <a:xfrm>
              <a:off x="245809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8" name="rc4758"/>
            <p:cNvSpPr/>
            <p:nvPr/>
          </p:nvSpPr>
          <p:spPr>
            <a:xfrm>
              <a:off x="245809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9" name="rc4759"/>
            <p:cNvSpPr/>
            <p:nvPr/>
          </p:nvSpPr>
          <p:spPr>
            <a:xfrm>
              <a:off x="2458097" y="4587081"/>
              <a:ext cx="18337" cy="174625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0" name="rc4760"/>
            <p:cNvSpPr/>
            <p:nvPr/>
          </p:nvSpPr>
          <p:spPr>
            <a:xfrm>
              <a:off x="245809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1" name="rc4761"/>
            <p:cNvSpPr/>
            <p:nvPr/>
          </p:nvSpPr>
          <p:spPr>
            <a:xfrm>
              <a:off x="245809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2" name="rc4762"/>
            <p:cNvSpPr/>
            <p:nvPr/>
          </p:nvSpPr>
          <p:spPr>
            <a:xfrm>
              <a:off x="245809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3" name="rc4763"/>
            <p:cNvSpPr/>
            <p:nvPr/>
          </p:nvSpPr>
          <p:spPr>
            <a:xfrm>
              <a:off x="2476434" y="3888581"/>
              <a:ext cx="18337" cy="174625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4" name="rc4764"/>
            <p:cNvSpPr/>
            <p:nvPr/>
          </p:nvSpPr>
          <p:spPr>
            <a:xfrm>
              <a:off x="247643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5" name="rc4765"/>
            <p:cNvSpPr/>
            <p:nvPr/>
          </p:nvSpPr>
          <p:spPr>
            <a:xfrm>
              <a:off x="247643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6" name="rc4766"/>
            <p:cNvSpPr/>
            <p:nvPr/>
          </p:nvSpPr>
          <p:spPr>
            <a:xfrm>
              <a:off x="247643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7" name="rc4767"/>
            <p:cNvSpPr/>
            <p:nvPr/>
          </p:nvSpPr>
          <p:spPr>
            <a:xfrm>
              <a:off x="2476434" y="4587081"/>
              <a:ext cx="18337" cy="174625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8" name="rc4768"/>
            <p:cNvSpPr/>
            <p:nvPr/>
          </p:nvSpPr>
          <p:spPr>
            <a:xfrm>
              <a:off x="2476434" y="47617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9" name="rc4769"/>
            <p:cNvSpPr/>
            <p:nvPr/>
          </p:nvSpPr>
          <p:spPr>
            <a:xfrm>
              <a:off x="24764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0" name="rc4770"/>
            <p:cNvSpPr/>
            <p:nvPr/>
          </p:nvSpPr>
          <p:spPr>
            <a:xfrm>
              <a:off x="247643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1" name="rc4771"/>
            <p:cNvSpPr/>
            <p:nvPr/>
          </p:nvSpPr>
          <p:spPr>
            <a:xfrm>
              <a:off x="2494771" y="3888581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2" name="rc4772"/>
            <p:cNvSpPr/>
            <p:nvPr/>
          </p:nvSpPr>
          <p:spPr>
            <a:xfrm>
              <a:off x="249477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3" name="rc4773"/>
            <p:cNvSpPr/>
            <p:nvPr/>
          </p:nvSpPr>
          <p:spPr>
            <a:xfrm>
              <a:off x="249477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4" name="rc4774"/>
            <p:cNvSpPr/>
            <p:nvPr/>
          </p:nvSpPr>
          <p:spPr>
            <a:xfrm>
              <a:off x="249477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5" name="rc4775"/>
            <p:cNvSpPr/>
            <p:nvPr/>
          </p:nvSpPr>
          <p:spPr>
            <a:xfrm>
              <a:off x="249477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6" name="rc4776"/>
            <p:cNvSpPr/>
            <p:nvPr/>
          </p:nvSpPr>
          <p:spPr>
            <a:xfrm>
              <a:off x="249477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7" name="rc4777"/>
            <p:cNvSpPr/>
            <p:nvPr/>
          </p:nvSpPr>
          <p:spPr>
            <a:xfrm>
              <a:off x="2494771" y="4936331"/>
              <a:ext cx="18337" cy="174625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8" name="rc4778"/>
            <p:cNvSpPr/>
            <p:nvPr/>
          </p:nvSpPr>
          <p:spPr>
            <a:xfrm>
              <a:off x="2494771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9" name="rc4779"/>
            <p:cNvSpPr/>
            <p:nvPr/>
          </p:nvSpPr>
          <p:spPr>
            <a:xfrm>
              <a:off x="2513109" y="388858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0" name="rc4780"/>
            <p:cNvSpPr/>
            <p:nvPr/>
          </p:nvSpPr>
          <p:spPr>
            <a:xfrm>
              <a:off x="251310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1" name="rc4781"/>
            <p:cNvSpPr/>
            <p:nvPr/>
          </p:nvSpPr>
          <p:spPr>
            <a:xfrm>
              <a:off x="251310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2" name="rc4782"/>
            <p:cNvSpPr/>
            <p:nvPr/>
          </p:nvSpPr>
          <p:spPr>
            <a:xfrm>
              <a:off x="251310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3" name="rc4783"/>
            <p:cNvSpPr/>
            <p:nvPr/>
          </p:nvSpPr>
          <p:spPr>
            <a:xfrm>
              <a:off x="251310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4" name="rc4784"/>
            <p:cNvSpPr/>
            <p:nvPr/>
          </p:nvSpPr>
          <p:spPr>
            <a:xfrm>
              <a:off x="251310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5" name="rc4785"/>
            <p:cNvSpPr/>
            <p:nvPr/>
          </p:nvSpPr>
          <p:spPr>
            <a:xfrm>
              <a:off x="2513109" y="493633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6" name="rc4786"/>
            <p:cNvSpPr/>
            <p:nvPr/>
          </p:nvSpPr>
          <p:spPr>
            <a:xfrm>
              <a:off x="251310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7" name="rc4787"/>
            <p:cNvSpPr/>
            <p:nvPr/>
          </p:nvSpPr>
          <p:spPr>
            <a:xfrm>
              <a:off x="2531446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8" name="rc4788"/>
            <p:cNvSpPr/>
            <p:nvPr/>
          </p:nvSpPr>
          <p:spPr>
            <a:xfrm>
              <a:off x="253144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9" name="rc4789"/>
            <p:cNvSpPr/>
            <p:nvPr/>
          </p:nvSpPr>
          <p:spPr>
            <a:xfrm>
              <a:off x="253144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0" name="rc4790"/>
            <p:cNvSpPr/>
            <p:nvPr/>
          </p:nvSpPr>
          <p:spPr>
            <a:xfrm>
              <a:off x="253144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1" name="rc4791"/>
            <p:cNvSpPr/>
            <p:nvPr/>
          </p:nvSpPr>
          <p:spPr>
            <a:xfrm>
              <a:off x="253144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2" name="rc4792"/>
            <p:cNvSpPr/>
            <p:nvPr/>
          </p:nvSpPr>
          <p:spPr>
            <a:xfrm>
              <a:off x="253144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3" name="rc4793"/>
            <p:cNvSpPr/>
            <p:nvPr/>
          </p:nvSpPr>
          <p:spPr>
            <a:xfrm>
              <a:off x="2531446" y="4936331"/>
              <a:ext cx="18337" cy="174625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4" name="rc4794"/>
            <p:cNvSpPr/>
            <p:nvPr/>
          </p:nvSpPr>
          <p:spPr>
            <a:xfrm>
              <a:off x="253144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5" name="rc4795"/>
            <p:cNvSpPr/>
            <p:nvPr/>
          </p:nvSpPr>
          <p:spPr>
            <a:xfrm>
              <a:off x="2549783" y="3888581"/>
              <a:ext cx="18337" cy="174625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6" name="rc4796"/>
            <p:cNvSpPr/>
            <p:nvPr/>
          </p:nvSpPr>
          <p:spPr>
            <a:xfrm>
              <a:off x="254978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7" name="rc4797"/>
            <p:cNvSpPr/>
            <p:nvPr/>
          </p:nvSpPr>
          <p:spPr>
            <a:xfrm>
              <a:off x="2549783" y="4237831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8" name="rc4798"/>
            <p:cNvSpPr/>
            <p:nvPr/>
          </p:nvSpPr>
          <p:spPr>
            <a:xfrm>
              <a:off x="254978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9" name="rc4799"/>
            <p:cNvSpPr/>
            <p:nvPr/>
          </p:nvSpPr>
          <p:spPr>
            <a:xfrm>
              <a:off x="254978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0" name="rc4800"/>
            <p:cNvSpPr/>
            <p:nvPr/>
          </p:nvSpPr>
          <p:spPr>
            <a:xfrm>
              <a:off x="2549783" y="476170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1" name="rc4801"/>
            <p:cNvSpPr/>
            <p:nvPr/>
          </p:nvSpPr>
          <p:spPr>
            <a:xfrm>
              <a:off x="254978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2" name="rc4802"/>
            <p:cNvSpPr/>
            <p:nvPr/>
          </p:nvSpPr>
          <p:spPr>
            <a:xfrm>
              <a:off x="254978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3" name="rc4803"/>
            <p:cNvSpPr/>
            <p:nvPr/>
          </p:nvSpPr>
          <p:spPr>
            <a:xfrm>
              <a:off x="2568120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4" name="rc4804"/>
            <p:cNvSpPr/>
            <p:nvPr/>
          </p:nvSpPr>
          <p:spPr>
            <a:xfrm>
              <a:off x="256812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5" name="rc4805"/>
            <p:cNvSpPr/>
            <p:nvPr/>
          </p:nvSpPr>
          <p:spPr>
            <a:xfrm>
              <a:off x="2568120" y="4237831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6" name="rc4806"/>
            <p:cNvSpPr/>
            <p:nvPr/>
          </p:nvSpPr>
          <p:spPr>
            <a:xfrm>
              <a:off x="256812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7" name="rc4807"/>
            <p:cNvSpPr/>
            <p:nvPr/>
          </p:nvSpPr>
          <p:spPr>
            <a:xfrm>
              <a:off x="256812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8" name="rc4808"/>
            <p:cNvSpPr/>
            <p:nvPr/>
          </p:nvSpPr>
          <p:spPr>
            <a:xfrm>
              <a:off x="2568120" y="4761706"/>
              <a:ext cx="18337" cy="174625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9" name="rc4809"/>
            <p:cNvSpPr/>
            <p:nvPr/>
          </p:nvSpPr>
          <p:spPr>
            <a:xfrm>
              <a:off x="256812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0" name="rc4810"/>
            <p:cNvSpPr/>
            <p:nvPr/>
          </p:nvSpPr>
          <p:spPr>
            <a:xfrm>
              <a:off x="256812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1" name="rc4811"/>
            <p:cNvSpPr/>
            <p:nvPr/>
          </p:nvSpPr>
          <p:spPr>
            <a:xfrm>
              <a:off x="2586457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2" name="rc4812"/>
            <p:cNvSpPr/>
            <p:nvPr/>
          </p:nvSpPr>
          <p:spPr>
            <a:xfrm>
              <a:off x="258645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3" name="rc4813"/>
            <p:cNvSpPr/>
            <p:nvPr/>
          </p:nvSpPr>
          <p:spPr>
            <a:xfrm>
              <a:off x="2586457" y="4237831"/>
              <a:ext cx="18337" cy="174625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4" name="rc4814"/>
            <p:cNvSpPr/>
            <p:nvPr/>
          </p:nvSpPr>
          <p:spPr>
            <a:xfrm>
              <a:off x="258645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5" name="rc4815"/>
            <p:cNvSpPr/>
            <p:nvPr/>
          </p:nvSpPr>
          <p:spPr>
            <a:xfrm>
              <a:off x="258645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6" name="rc4816"/>
            <p:cNvSpPr/>
            <p:nvPr/>
          </p:nvSpPr>
          <p:spPr>
            <a:xfrm>
              <a:off x="258645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7" name="rc4817"/>
            <p:cNvSpPr/>
            <p:nvPr/>
          </p:nvSpPr>
          <p:spPr>
            <a:xfrm>
              <a:off x="258645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8" name="rc4818"/>
            <p:cNvSpPr/>
            <p:nvPr/>
          </p:nvSpPr>
          <p:spPr>
            <a:xfrm>
              <a:off x="258645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9" name="rc4819"/>
            <p:cNvSpPr/>
            <p:nvPr/>
          </p:nvSpPr>
          <p:spPr>
            <a:xfrm>
              <a:off x="2604795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0" name="rc4820"/>
            <p:cNvSpPr/>
            <p:nvPr/>
          </p:nvSpPr>
          <p:spPr>
            <a:xfrm>
              <a:off x="260479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1" name="rc4821"/>
            <p:cNvSpPr/>
            <p:nvPr/>
          </p:nvSpPr>
          <p:spPr>
            <a:xfrm>
              <a:off x="2604795" y="423783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2" name="rc4822"/>
            <p:cNvSpPr/>
            <p:nvPr/>
          </p:nvSpPr>
          <p:spPr>
            <a:xfrm>
              <a:off x="2604795" y="44124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3" name="rc4823"/>
            <p:cNvSpPr/>
            <p:nvPr/>
          </p:nvSpPr>
          <p:spPr>
            <a:xfrm>
              <a:off x="260479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4" name="rc4824"/>
            <p:cNvSpPr/>
            <p:nvPr/>
          </p:nvSpPr>
          <p:spPr>
            <a:xfrm>
              <a:off x="2604795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5" name="rc4825"/>
            <p:cNvSpPr/>
            <p:nvPr/>
          </p:nvSpPr>
          <p:spPr>
            <a:xfrm>
              <a:off x="260479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6" name="rc4826"/>
            <p:cNvSpPr/>
            <p:nvPr/>
          </p:nvSpPr>
          <p:spPr>
            <a:xfrm>
              <a:off x="260479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7" name="rc4827"/>
            <p:cNvSpPr/>
            <p:nvPr/>
          </p:nvSpPr>
          <p:spPr>
            <a:xfrm>
              <a:off x="2623132" y="3888581"/>
              <a:ext cx="18337" cy="174625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8" name="rc4828"/>
            <p:cNvSpPr/>
            <p:nvPr/>
          </p:nvSpPr>
          <p:spPr>
            <a:xfrm>
              <a:off x="262313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9" name="rc4829"/>
            <p:cNvSpPr/>
            <p:nvPr/>
          </p:nvSpPr>
          <p:spPr>
            <a:xfrm>
              <a:off x="2623132" y="423783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0" name="rc4830"/>
            <p:cNvSpPr/>
            <p:nvPr/>
          </p:nvSpPr>
          <p:spPr>
            <a:xfrm>
              <a:off x="262313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1" name="rc4831"/>
            <p:cNvSpPr/>
            <p:nvPr/>
          </p:nvSpPr>
          <p:spPr>
            <a:xfrm>
              <a:off x="262313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2" name="rc4832"/>
            <p:cNvSpPr/>
            <p:nvPr/>
          </p:nvSpPr>
          <p:spPr>
            <a:xfrm>
              <a:off x="262313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3" name="rc4833"/>
            <p:cNvSpPr/>
            <p:nvPr/>
          </p:nvSpPr>
          <p:spPr>
            <a:xfrm>
              <a:off x="262313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4" name="rc4834"/>
            <p:cNvSpPr/>
            <p:nvPr/>
          </p:nvSpPr>
          <p:spPr>
            <a:xfrm>
              <a:off x="262313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5" name="rc4835"/>
            <p:cNvSpPr/>
            <p:nvPr/>
          </p:nvSpPr>
          <p:spPr>
            <a:xfrm>
              <a:off x="2641469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6" name="rc4836"/>
            <p:cNvSpPr/>
            <p:nvPr/>
          </p:nvSpPr>
          <p:spPr>
            <a:xfrm>
              <a:off x="264146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7" name="rc4837"/>
            <p:cNvSpPr/>
            <p:nvPr/>
          </p:nvSpPr>
          <p:spPr>
            <a:xfrm>
              <a:off x="2641469" y="4237831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8" name="rc4838"/>
            <p:cNvSpPr/>
            <p:nvPr/>
          </p:nvSpPr>
          <p:spPr>
            <a:xfrm>
              <a:off x="2641469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9" name="rc4839"/>
            <p:cNvSpPr/>
            <p:nvPr/>
          </p:nvSpPr>
          <p:spPr>
            <a:xfrm>
              <a:off x="264146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0" name="rc4840"/>
            <p:cNvSpPr/>
            <p:nvPr/>
          </p:nvSpPr>
          <p:spPr>
            <a:xfrm>
              <a:off x="264146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1" name="rc4841"/>
            <p:cNvSpPr/>
            <p:nvPr/>
          </p:nvSpPr>
          <p:spPr>
            <a:xfrm>
              <a:off x="264146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2" name="rc4842"/>
            <p:cNvSpPr/>
            <p:nvPr/>
          </p:nvSpPr>
          <p:spPr>
            <a:xfrm>
              <a:off x="264146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3" name="rc4843"/>
            <p:cNvSpPr/>
            <p:nvPr/>
          </p:nvSpPr>
          <p:spPr>
            <a:xfrm>
              <a:off x="2659806" y="3888581"/>
              <a:ext cx="18337" cy="174625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4" name="rc4844"/>
            <p:cNvSpPr/>
            <p:nvPr/>
          </p:nvSpPr>
          <p:spPr>
            <a:xfrm>
              <a:off x="265980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5" name="rc4845"/>
            <p:cNvSpPr/>
            <p:nvPr/>
          </p:nvSpPr>
          <p:spPr>
            <a:xfrm>
              <a:off x="2659806" y="4237831"/>
              <a:ext cx="18337" cy="174625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6" name="rc4846"/>
            <p:cNvSpPr/>
            <p:nvPr/>
          </p:nvSpPr>
          <p:spPr>
            <a:xfrm>
              <a:off x="2659806" y="44124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7" name="rc4847"/>
            <p:cNvSpPr/>
            <p:nvPr/>
          </p:nvSpPr>
          <p:spPr>
            <a:xfrm>
              <a:off x="265980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8" name="rc4848"/>
            <p:cNvSpPr/>
            <p:nvPr/>
          </p:nvSpPr>
          <p:spPr>
            <a:xfrm>
              <a:off x="265980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9" name="rc4849"/>
            <p:cNvSpPr/>
            <p:nvPr/>
          </p:nvSpPr>
          <p:spPr>
            <a:xfrm>
              <a:off x="265980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0" name="rc4850"/>
            <p:cNvSpPr/>
            <p:nvPr/>
          </p:nvSpPr>
          <p:spPr>
            <a:xfrm>
              <a:off x="265980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1" name="rc4851"/>
            <p:cNvSpPr/>
            <p:nvPr/>
          </p:nvSpPr>
          <p:spPr>
            <a:xfrm>
              <a:off x="2678143" y="3888581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2" name="rc4852"/>
            <p:cNvSpPr/>
            <p:nvPr/>
          </p:nvSpPr>
          <p:spPr>
            <a:xfrm>
              <a:off x="2678143" y="40632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3" name="rc4853"/>
            <p:cNvSpPr/>
            <p:nvPr/>
          </p:nvSpPr>
          <p:spPr>
            <a:xfrm>
              <a:off x="2678143" y="4237831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4" name="rc4854"/>
            <p:cNvSpPr/>
            <p:nvPr/>
          </p:nvSpPr>
          <p:spPr>
            <a:xfrm>
              <a:off x="267814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5" name="rc4855"/>
            <p:cNvSpPr/>
            <p:nvPr/>
          </p:nvSpPr>
          <p:spPr>
            <a:xfrm>
              <a:off x="2678143" y="458708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6" name="rc4856"/>
            <p:cNvSpPr/>
            <p:nvPr/>
          </p:nvSpPr>
          <p:spPr>
            <a:xfrm>
              <a:off x="2678143" y="47617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7" name="rc4857"/>
            <p:cNvSpPr/>
            <p:nvPr/>
          </p:nvSpPr>
          <p:spPr>
            <a:xfrm>
              <a:off x="267814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8" name="rc4858"/>
            <p:cNvSpPr/>
            <p:nvPr/>
          </p:nvSpPr>
          <p:spPr>
            <a:xfrm>
              <a:off x="267814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9" name="rc4859"/>
            <p:cNvSpPr/>
            <p:nvPr/>
          </p:nvSpPr>
          <p:spPr>
            <a:xfrm>
              <a:off x="2696481" y="3888581"/>
              <a:ext cx="18337" cy="174625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0" name="rc4860"/>
            <p:cNvSpPr/>
            <p:nvPr/>
          </p:nvSpPr>
          <p:spPr>
            <a:xfrm>
              <a:off x="269648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1" name="rc4861"/>
            <p:cNvSpPr/>
            <p:nvPr/>
          </p:nvSpPr>
          <p:spPr>
            <a:xfrm>
              <a:off x="2696481" y="4237831"/>
              <a:ext cx="18337" cy="174625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2" name="rc4862"/>
            <p:cNvSpPr/>
            <p:nvPr/>
          </p:nvSpPr>
          <p:spPr>
            <a:xfrm>
              <a:off x="2696481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3" name="rc4863"/>
            <p:cNvSpPr/>
            <p:nvPr/>
          </p:nvSpPr>
          <p:spPr>
            <a:xfrm>
              <a:off x="2696481" y="45870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4" name="rc4864"/>
            <p:cNvSpPr/>
            <p:nvPr/>
          </p:nvSpPr>
          <p:spPr>
            <a:xfrm>
              <a:off x="269648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5" name="rc4865"/>
            <p:cNvSpPr/>
            <p:nvPr/>
          </p:nvSpPr>
          <p:spPr>
            <a:xfrm>
              <a:off x="269648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6" name="rc4866"/>
            <p:cNvSpPr/>
            <p:nvPr/>
          </p:nvSpPr>
          <p:spPr>
            <a:xfrm>
              <a:off x="2696481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7" name="rc4867"/>
            <p:cNvSpPr/>
            <p:nvPr/>
          </p:nvSpPr>
          <p:spPr>
            <a:xfrm>
              <a:off x="2714818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8" name="rc4868"/>
            <p:cNvSpPr/>
            <p:nvPr/>
          </p:nvSpPr>
          <p:spPr>
            <a:xfrm>
              <a:off x="271481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9" name="rc4869"/>
            <p:cNvSpPr/>
            <p:nvPr/>
          </p:nvSpPr>
          <p:spPr>
            <a:xfrm>
              <a:off x="2714818" y="4237831"/>
              <a:ext cx="18337" cy="174625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0" name="rc4870"/>
            <p:cNvSpPr/>
            <p:nvPr/>
          </p:nvSpPr>
          <p:spPr>
            <a:xfrm>
              <a:off x="271481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1" name="rc4871"/>
            <p:cNvSpPr/>
            <p:nvPr/>
          </p:nvSpPr>
          <p:spPr>
            <a:xfrm>
              <a:off x="271481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2" name="rc4872"/>
            <p:cNvSpPr/>
            <p:nvPr/>
          </p:nvSpPr>
          <p:spPr>
            <a:xfrm>
              <a:off x="271481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3" name="rc4873"/>
            <p:cNvSpPr/>
            <p:nvPr/>
          </p:nvSpPr>
          <p:spPr>
            <a:xfrm>
              <a:off x="271481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4" name="rc4874"/>
            <p:cNvSpPr/>
            <p:nvPr/>
          </p:nvSpPr>
          <p:spPr>
            <a:xfrm>
              <a:off x="271481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5" name="rc4875"/>
            <p:cNvSpPr/>
            <p:nvPr/>
          </p:nvSpPr>
          <p:spPr>
            <a:xfrm>
              <a:off x="2733155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6" name="rc4876"/>
            <p:cNvSpPr/>
            <p:nvPr/>
          </p:nvSpPr>
          <p:spPr>
            <a:xfrm>
              <a:off x="273315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7" name="rc4877"/>
            <p:cNvSpPr/>
            <p:nvPr/>
          </p:nvSpPr>
          <p:spPr>
            <a:xfrm>
              <a:off x="273315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8" name="rc4878"/>
            <p:cNvSpPr/>
            <p:nvPr/>
          </p:nvSpPr>
          <p:spPr>
            <a:xfrm>
              <a:off x="273315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9" name="rc4879"/>
            <p:cNvSpPr/>
            <p:nvPr/>
          </p:nvSpPr>
          <p:spPr>
            <a:xfrm>
              <a:off x="273315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0" name="rc4880"/>
            <p:cNvSpPr/>
            <p:nvPr/>
          </p:nvSpPr>
          <p:spPr>
            <a:xfrm>
              <a:off x="273315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1" name="rc4881"/>
            <p:cNvSpPr/>
            <p:nvPr/>
          </p:nvSpPr>
          <p:spPr>
            <a:xfrm>
              <a:off x="2733155" y="49363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2" name="rc4882"/>
            <p:cNvSpPr/>
            <p:nvPr/>
          </p:nvSpPr>
          <p:spPr>
            <a:xfrm>
              <a:off x="273315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3" name="rc4883"/>
            <p:cNvSpPr/>
            <p:nvPr/>
          </p:nvSpPr>
          <p:spPr>
            <a:xfrm>
              <a:off x="275149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4" name="rc4884"/>
            <p:cNvSpPr/>
            <p:nvPr/>
          </p:nvSpPr>
          <p:spPr>
            <a:xfrm>
              <a:off x="275149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5" name="rc4885"/>
            <p:cNvSpPr/>
            <p:nvPr/>
          </p:nvSpPr>
          <p:spPr>
            <a:xfrm>
              <a:off x="275149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6" name="rc4886"/>
            <p:cNvSpPr/>
            <p:nvPr/>
          </p:nvSpPr>
          <p:spPr>
            <a:xfrm>
              <a:off x="275149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7" name="rc4887"/>
            <p:cNvSpPr/>
            <p:nvPr/>
          </p:nvSpPr>
          <p:spPr>
            <a:xfrm>
              <a:off x="275149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8" name="rc4888"/>
            <p:cNvSpPr/>
            <p:nvPr/>
          </p:nvSpPr>
          <p:spPr>
            <a:xfrm>
              <a:off x="275149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9" name="rc4889"/>
            <p:cNvSpPr/>
            <p:nvPr/>
          </p:nvSpPr>
          <p:spPr>
            <a:xfrm>
              <a:off x="275149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0" name="rc4890"/>
            <p:cNvSpPr/>
            <p:nvPr/>
          </p:nvSpPr>
          <p:spPr>
            <a:xfrm>
              <a:off x="275149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1" name="rc4891"/>
            <p:cNvSpPr/>
            <p:nvPr/>
          </p:nvSpPr>
          <p:spPr>
            <a:xfrm>
              <a:off x="276982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2" name="rc4892"/>
            <p:cNvSpPr/>
            <p:nvPr/>
          </p:nvSpPr>
          <p:spPr>
            <a:xfrm>
              <a:off x="276982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3" name="rc4893"/>
            <p:cNvSpPr/>
            <p:nvPr/>
          </p:nvSpPr>
          <p:spPr>
            <a:xfrm>
              <a:off x="276982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4" name="rc4894"/>
            <p:cNvSpPr/>
            <p:nvPr/>
          </p:nvSpPr>
          <p:spPr>
            <a:xfrm>
              <a:off x="276982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5" name="rc4895"/>
            <p:cNvSpPr/>
            <p:nvPr/>
          </p:nvSpPr>
          <p:spPr>
            <a:xfrm>
              <a:off x="276982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6" name="rc4896"/>
            <p:cNvSpPr/>
            <p:nvPr/>
          </p:nvSpPr>
          <p:spPr>
            <a:xfrm>
              <a:off x="276982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7" name="rc4897"/>
            <p:cNvSpPr/>
            <p:nvPr/>
          </p:nvSpPr>
          <p:spPr>
            <a:xfrm>
              <a:off x="276982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8" name="rc4898"/>
            <p:cNvSpPr/>
            <p:nvPr/>
          </p:nvSpPr>
          <p:spPr>
            <a:xfrm>
              <a:off x="276982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9" name="rc4899"/>
            <p:cNvSpPr/>
            <p:nvPr/>
          </p:nvSpPr>
          <p:spPr>
            <a:xfrm>
              <a:off x="278816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0" name="rc4900"/>
            <p:cNvSpPr/>
            <p:nvPr/>
          </p:nvSpPr>
          <p:spPr>
            <a:xfrm>
              <a:off x="278816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1" name="rc4901"/>
            <p:cNvSpPr/>
            <p:nvPr/>
          </p:nvSpPr>
          <p:spPr>
            <a:xfrm>
              <a:off x="278816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2" name="rc4902"/>
            <p:cNvSpPr/>
            <p:nvPr/>
          </p:nvSpPr>
          <p:spPr>
            <a:xfrm>
              <a:off x="278816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3" name="rc4903"/>
            <p:cNvSpPr/>
            <p:nvPr/>
          </p:nvSpPr>
          <p:spPr>
            <a:xfrm>
              <a:off x="278816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4" name="rc4904"/>
            <p:cNvSpPr/>
            <p:nvPr/>
          </p:nvSpPr>
          <p:spPr>
            <a:xfrm>
              <a:off x="278816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5" name="rc4905"/>
            <p:cNvSpPr/>
            <p:nvPr/>
          </p:nvSpPr>
          <p:spPr>
            <a:xfrm>
              <a:off x="278816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6" name="rc4906"/>
            <p:cNvSpPr/>
            <p:nvPr/>
          </p:nvSpPr>
          <p:spPr>
            <a:xfrm>
              <a:off x="278816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7" name="rc4907"/>
            <p:cNvSpPr/>
            <p:nvPr/>
          </p:nvSpPr>
          <p:spPr>
            <a:xfrm>
              <a:off x="280650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8" name="rc4908"/>
            <p:cNvSpPr/>
            <p:nvPr/>
          </p:nvSpPr>
          <p:spPr>
            <a:xfrm>
              <a:off x="280650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9" name="rc4909"/>
            <p:cNvSpPr/>
            <p:nvPr/>
          </p:nvSpPr>
          <p:spPr>
            <a:xfrm>
              <a:off x="280650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0" name="rc4910"/>
            <p:cNvSpPr/>
            <p:nvPr/>
          </p:nvSpPr>
          <p:spPr>
            <a:xfrm>
              <a:off x="280650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1" name="rc4911"/>
            <p:cNvSpPr/>
            <p:nvPr/>
          </p:nvSpPr>
          <p:spPr>
            <a:xfrm>
              <a:off x="280650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2" name="rc4912"/>
            <p:cNvSpPr/>
            <p:nvPr/>
          </p:nvSpPr>
          <p:spPr>
            <a:xfrm>
              <a:off x="280650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3" name="rc4913"/>
            <p:cNvSpPr/>
            <p:nvPr/>
          </p:nvSpPr>
          <p:spPr>
            <a:xfrm>
              <a:off x="280650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4" name="rc4914"/>
            <p:cNvSpPr/>
            <p:nvPr/>
          </p:nvSpPr>
          <p:spPr>
            <a:xfrm>
              <a:off x="280650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5" name="rc4915"/>
            <p:cNvSpPr/>
            <p:nvPr/>
          </p:nvSpPr>
          <p:spPr>
            <a:xfrm>
              <a:off x="282484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6" name="rc4916"/>
            <p:cNvSpPr/>
            <p:nvPr/>
          </p:nvSpPr>
          <p:spPr>
            <a:xfrm>
              <a:off x="282484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7" name="rc4917"/>
            <p:cNvSpPr/>
            <p:nvPr/>
          </p:nvSpPr>
          <p:spPr>
            <a:xfrm>
              <a:off x="282484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8" name="rc4918"/>
            <p:cNvSpPr/>
            <p:nvPr/>
          </p:nvSpPr>
          <p:spPr>
            <a:xfrm>
              <a:off x="282484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9" name="rc4919"/>
            <p:cNvSpPr/>
            <p:nvPr/>
          </p:nvSpPr>
          <p:spPr>
            <a:xfrm>
              <a:off x="282484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0" name="rc4920"/>
            <p:cNvSpPr/>
            <p:nvPr/>
          </p:nvSpPr>
          <p:spPr>
            <a:xfrm>
              <a:off x="282484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1" name="rc4921"/>
            <p:cNvSpPr/>
            <p:nvPr/>
          </p:nvSpPr>
          <p:spPr>
            <a:xfrm>
              <a:off x="282484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2" name="rc4922"/>
            <p:cNvSpPr/>
            <p:nvPr/>
          </p:nvSpPr>
          <p:spPr>
            <a:xfrm>
              <a:off x="282484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3" name="rc4923"/>
            <p:cNvSpPr/>
            <p:nvPr/>
          </p:nvSpPr>
          <p:spPr>
            <a:xfrm>
              <a:off x="284317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4" name="rc4924"/>
            <p:cNvSpPr/>
            <p:nvPr/>
          </p:nvSpPr>
          <p:spPr>
            <a:xfrm>
              <a:off x="284317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5" name="rc4925"/>
            <p:cNvSpPr/>
            <p:nvPr/>
          </p:nvSpPr>
          <p:spPr>
            <a:xfrm>
              <a:off x="284317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6" name="rc4926"/>
            <p:cNvSpPr/>
            <p:nvPr/>
          </p:nvSpPr>
          <p:spPr>
            <a:xfrm>
              <a:off x="284317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7" name="rc4927"/>
            <p:cNvSpPr/>
            <p:nvPr/>
          </p:nvSpPr>
          <p:spPr>
            <a:xfrm>
              <a:off x="284317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8" name="rc4928"/>
            <p:cNvSpPr/>
            <p:nvPr/>
          </p:nvSpPr>
          <p:spPr>
            <a:xfrm>
              <a:off x="284317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9" name="rc4929"/>
            <p:cNvSpPr/>
            <p:nvPr/>
          </p:nvSpPr>
          <p:spPr>
            <a:xfrm>
              <a:off x="284317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0" name="rc4930"/>
            <p:cNvSpPr/>
            <p:nvPr/>
          </p:nvSpPr>
          <p:spPr>
            <a:xfrm>
              <a:off x="284317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1" name="rc4931"/>
            <p:cNvSpPr/>
            <p:nvPr/>
          </p:nvSpPr>
          <p:spPr>
            <a:xfrm>
              <a:off x="286151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2" name="rc4932"/>
            <p:cNvSpPr/>
            <p:nvPr/>
          </p:nvSpPr>
          <p:spPr>
            <a:xfrm>
              <a:off x="286151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3" name="rc4933"/>
            <p:cNvSpPr/>
            <p:nvPr/>
          </p:nvSpPr>
          <p:spPr>
            <a:xfrm>
              <a:off x="286151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4" name="rc4934"/>
            <p:cNvSpPr/>
            <p:nvPr/>
          </p:nvSpPr>
          <p:spPr>
            <a:xfrm>
              <a:off x="286151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5" name="rc4935"/>
            <p:cNvSpPr/>
            <p:nvPr/>
          </p:nvSpPr>
          <p:spPr>
            <a:xfrm>
              <a:off x="286151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6" name="rc4936"/>
            <p:cNvSpPr/>
            <p:nvPr/>
          </p:nvSpPr>
          <p:spPr>
            <a:xfrm>
              <a:off x="286151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7" name="rc4937"/>
            <p:cNvSpPr/>
            <p:nvPr/>
          </p:nvSpPr>
          <p:spPr>
            <a:xfrm>
              <a:off x="286151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8" name="rc4938"/>
            <p:cNvSpPr/>
            <p:nvPr/>
          </p:nvSpPr>
          <p:spPr>
            <a:xfrm>
              <a:off x="286151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9" name="rc4939"/>
            <p:cNvSpPr/>
            <p:nvPr/>
          </p:nvSpPr>
          <p:spPr>
            <a:xfrm>
              <a:off x="287985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0" name="rc4940"/>
            <p:cNvSpPr/>
            <p:nvPr/>
          </p:nvSpPr>
          <p:spPr>
            <a:xfrm>
              <a:off x="287985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1" name="rc4941"/>
            <p:cNvSpPr/>
            <p:nvPr/>
          </p:nvSpPr>
          <p:spPr>
            <a:xfrm>
              <a:off x="287985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2" name="rc4942"/>
            <p:cNvSpPr/>
            <p:nvPr/>
          </p:nvSpPr>
          <p:spPr>
            <a:xfrm>
              <a:off x="287985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3" name="rc4943"/>
            <p:cNvSpPr/>
            <p:nvPr/>
          </p:nvSpPr>
          <p:spPr>
            <a:xfrm>
              <a:off x="287985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4" name="rc4944"/>
            <p:cNvSpPr/>
            <p:nvPr/>
          </p:nvSpPr>
          <p:spPr>
            <a:xfrm>
              <a:off x="287985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5" name="rc4945"/>
            <p:cNvSpPr/>
            <p:nvPr/>
          </p:nvSpPr>
          <p:spPr>
            <a:xfrm>
              <a:off x="287985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6" name="rc4946"/>
            <p:cNvSpPr/>
            <p:nvPr/>
          </p:nvSpPr>
          <p:spPr>
            <a:xfrm>
              <a:off x="287985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7" name="rc4947"/>
            <p:cNvSpPr/>
            <p:nvPr/>
          </p:nvSpPr>
          <p:spPr>
            <a:xfrm>
              <a:off x="289819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8" name="rc4948"/>
            <p:cNvSpPr/>
            <p:nvPr/>
          </p:nvSpPr>
          <p:spPr>
            <a:xfrm>
              <a:off x="289819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9" name="rc4949"/>
            <p:cNvSpPr/>
            <p:nvPr/>
          </p:nvSpPr>
          <p:spPr>
            <a:xfrm>
              <a:off x="289819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0" name="rc4950"/>
            <p:cNvSpPr/>
            <p:nvPr/>
          </p:nvSpPr>
          <p:spPr>
            <a:xfrm>
              <a:off x="289819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1" name="rc4951"/>
            <p:cNvSpPr/>
            <p:nvPr/>
          </p:nvSpPr>
          <p:spPr>
            <a:xfrm>
              <a:off x="289819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2" name="rc4952"/>
            <p:cNvSpPr/>
            <p:nvPr/>
          </p:nvSpPr>
          <p:spPr>
            <a:xfrm>
              <a:off x="289819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3" name="rc4953"/>
            <p:cNvSpPr/>
            <p:nvPr/>
          </p:nvSpPr>
          <p:spPr>
            <a:xfrm>
              <a:off x="289819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4" name="rc4954"/>
            <p:cNvSpPr/>
            <p:nvPr/>
          </p:nvSpPr>
          <p:spPr>
            <a:xfrm>
              <a:off x="289819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5" name="rc4955"/>
            <p:cNvSpPr/>
            <p:nvPr/>
          </p:nvSpPr>
          <p:spPr>
            <a:xfrm>
              <a:off x="291652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6" name="rc4956"/>
            <p:cNvSpPr/>
            <p:nvPr/>
          </p:nvSpPr>
          <p:spPr>
            <a:xfrm>
              <a:off x="291652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7" name="rc4957"/>
            <p:cNvSpPr/>
            <p:nvPr/>
          </p:nvSpPr>
          <p:spPr>
            <a:xfrm>
              <a:off x="291652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8" name="rc4958"/>
            <p:cNvSpPr/>
            <p:nvPr/>
          </p:nvSpPr>
          <p:spPr>
            <a:xfrm>
              <a:off x="291652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9" name="rc4959"/>
            <p:cNvSpPr/>
            <p:nvPr/>
          </p:nvSpPr>
          <p:spPr>
            <a:xfrm>
              <a:off x="291652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0" name="rc4960"/>
            <p:cNvSpPr/>
            <p:nvPr/>
          </p:nvSpPr>
          <p:spPr>
            <a:xfrm>
              <a:off x="291652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1" name="rc4961"/>
            <p:cNvSpPr/>
            <p:nvPr/>
          </p:nvSpPr>
          <p:spPr>
            <a:xfrm>
              <a:off x="291652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2" name="rc4962"/>
            <p:cNvSpPr/>
            <p:nvPr/>
          </p:nvSpPr>
          <p:spPr>
            <a:xfrm>
              <a:off x="291652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3" name="rc4963"/>
            <p:cNvSpPr/>
            <p:nvPr/>
          </p:nvSpPr>
          <p:spPr>
            <a:xfrm>
              <a:off x="293486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4" name="rc4964"/>
            <p:cNvSpPr/>
            <p:nvPr/>
          </p:nvSpPr>
          <p:spPr>
            <a:xfrm>
              <a:off x="293486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5" name="rc4965"/>
            <p:cNvSpPr/>
            <p:nvPr/>
          </p:nvSpPr>
          <p:spPr>
            <a:xfrm>
              <a:off x="293486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6" name="rc4966"/>
            <p:cNvSpPr/>
            <p:nvPr/>
          </p:nvSpPr>
          <p:spPr>
            <a:xfrm>
              <a:off x="293486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7" name="rc4967"/>
            <p:cNvSpPr/>
            <p:nvPr/>
          </p:nvSpPr>
          <p:spPr>
            <a:xfrm>
              <a:off x="293486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8" name="rc4968"/>
            <p:cNvSpPr/>
            <p:nvPr/>
          </p:nvSpPr>
          <p:spPr>
            <a:xfrm>
              <a:off x="293486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9" name="rc4969"/>
            <p:cNvSpPr/>
            <p:nvPr/>
          </p:nvSpPr>
          <p:spPr>
            <a:xfrm>
              <a:off x="293486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0" name="rc4970"/>
            <p:cNvSpPr/>
            <p:nvPr/>
          </p:nvSpPr>
          <p:spPr>
            <a:xfrm>
              <a:off x="293486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1" name="rc4971"/>
            <p:cNvSpPr/>
            <p:nvPr/>
          </p:nvSpPr>
          <p:spPr>
            <a:xfrm>
              <a:off x="295320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2" name="rc4972"/>
            <p:cNvSpPr/>
            <p:nvPr/>
          </p:nvSpPr>
          <p:spPr>
            <a:xfrm>
              <a:off x="295320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3" name="rc4973"/>
            <p:cNvSpPr/>
            <p:nvPr/>
          </p:nvSpPr>
          <p:spPr>
            <a:xfrm>
              <a:off x="295320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4" name="rc4974"/>
            <p:cNvSpPr/>
            <p:nvPr/>
          </p:nvSpPr>
          <p:spPr>
            <a:xfrm>
              <a:off x="295320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5" name="rc4975"/>
            <p:cNvSpPr/>
            <p:nvPr/>
          </p:nvSpPr>
          <p:spPr>
            <a:xfrm>
              <a:off x="295320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6" name="rc4976"/>
            <p:cNvSpPr/>
            <p:nvPr/>
          </p:nvSpPr>
          <p:spPr>
            <a:xfrm>
              <a:off x="295320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7" name="rc4977"/>
            <p:cNvSpPr/>
            <p:nvPr/>
          </p:nvSpPr>
          <p:spPr>
            <a:xfrm>
              <a:off x="295320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8" name="rc4978"/>
            <p:cNvSpPr/>
            <p:nvPr/>
          </p:nvSpPr>
          <p:spPr>
            <a:xfrm>
              <a:off x="295320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9" name="rc4979"/>
            <p:cNvSpPr/>
            <p:nvPr/>
          </p:nvSpPr>
          <p:spPr>
            <a:xfrm>
              <a:off x="297153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0" name="rc4980"/>
            <p:cNvSpPr/>
            <p:nvPr/>
          </p:nvSpPr>
          <p:spPr>
            <a:xfrm>
              <a:off x="297153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1" name="rc4981"/>
            <p:cNvSpPr/>
            <p:nvPr/>
          </p:nvSpPr>
          <p:spPr>
            <a:xfrm>
              <a:off x="297153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2" name="rc4982"/>
            <p:cNvSpPr/>
            <p:nvPr/>
          </p:nvSpPr>
          <p:spPr>
            <a:xfrm>
              <a:off x="297153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3" name="rc4983"/>
            <p:cNvSpPr/>
            <p:nvPr/>
          </p:nvSpPr>
          <p:spPr>
            <a:xfrm>
              <a:off x="297153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4" name="rc4984"/>
            <p:cNvSpPr/>
            <p:nvPr/>
          </p:nvSpPr>
          <p:spPr>
            <a:xfrm>
              <a:off x="297153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5" name="rc4985"/>
            <p:cNvSpPr/>
            <p:nvPr/>
          </p:nvSpPr>
          <p:spPr>
            <a:xfrm>
              <a:off x="297153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6" name="rc4986"/>
            <p:cNvSpPr/>
            <p:nvPr/>
          </p:nvSpPr>
          <p:spPr>
            <a:xfrm>
              <a:off x="297153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7" name="rc4987"/>
            <p:cNvSpPr/>
            <p:nvPr/>
          </p:nvSpPr>
          <p:spPr>
            <a:xfrm>
              <a:off x="298987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8" name="rc4988"/>
            <p:cNvSpPr/>
            <p:nvPr/>
          </p:nvSpPr>
          <p:spPr>
            <a:xfrm>
              <a:off x="298987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9" name="rc4989"/>
            <p:cNvSpPr/>
            <p:nvPr/>
          </p:nvSpPr>
          <p:spPr>
            <a:xfrm>
              <a:off x="298987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0" name="rc4990"/>
            <p:cNvSpPr/>
            <p:nvPr/>
          </p:nvSpPr>
          <p:spPr>
            <a:xfrm>
              <a:off x="298987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1" name="rc4991"/>
            <p:cNvSpPr/>
            <p:nvPr/>
          </p:nvSpPr>
          <p:spPr>
            <a:xfrm>
              <a:off x="298987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2" name="rc4992"/>
            <p:cNvSpPr/>
            <p:nvPr/>
          </p:nvSpPr>
          <p:spPr>
            <a:xfrm>
              <a:off x="298987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3" name="rc4993"/>
            <p:cNvSpPr/>
            <p:nvPr/>
          </p:nvSpPr>
          <p:spPr>
            <a:xfrm>
              <a:off x="298987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4" name="rc4994"/>
            <p:cNvSpPr/>
            <p:nvPr/>
          </p:nvSpPr>
          <p:spPr>
            <a:xfrm>
              <a:off x="298987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5" name="rc4995"/>
            <p:cNvSpPr/>
            <p:nvPr/>
          </p:nvSpPr>
          <p:spPr>
            <a:xfrm>
              <a:off x="300821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6" name="rc4996"/>
            <p:cNvSpPr/>
            <p:nvPr/>
          </p:nvSpPr>
          <p:spPr>
            <a:xfrm>
              <a:off x="300821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7" name="rc4997"/>
            <p:cNvSpPr/>
            <p:nvPr/>
          </p:nvSpPr>
          <p:spPr>
            <a:xfrm>
              <a:off x="300821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8" name="rc4998"/>
            <p:cNvSpPr/>
            <p:nvPr/>
          </p:nvSpPr>
          <p:spPr>
            <a:xfrm>
              <a:off x="300821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9" name="rc4999"/>
            <p:cNvSpPr/>
            <p:nvPr/>
          </p:nvSpPr>
          <p:spPr>
            <a:xfrm>
              <a:off x="300821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0" name="rc5000"/>
            <p:cNvSpPr/>
            <p:nvPr/>
          </p:nvSpPr>
          <p:spPr>
            <a:xfrm>
              <a:off x="300821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1" name="rc5001"/>
            <p:cNvSpPr/>
            <p:nvPr/>
          </p:nvSpPr>
          <p:spPr>
            <a:xfrm>
              <a:off x="300821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2" name="rc5002"/>
            <p:cNvSpPr/>
            <p:nvPr/>
          </p:nvSpPr>
          <p:spPr>
            <a:xfrm>
              <a:off x="300821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3" name="rc5003"/>
            <p:cNvSpPr/>
            <p:nvPr/>
          </p:nvSpPr>
          <p:spPr>
            <a:xfrm>
              <a:off x="302655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4" name="rc5004"/>
            <p:cNvSpPr/>
            <p:nvPr/>
          </p:nvSpPr>
          <p:spPr>
            <a:xfrm>
              <a:off x="302655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5" name="rc5005"/>
            <p:cNvSpPr/>
            <p:nvPr/>
          </p:nvSpPr>
          <p:spPr>
            <a:xfrm>
              <a:off x="302655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6" name="rc5006"/>
            <p:cNvSpPr/>
            <p:nvPr/>
          </p:nvSpPr>
          <p:spPr>
            <a:xfrm>
              <a:off x="302655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7" name="rc5007"/>
            <p:cNvSpPr/>
            <p:nvPr/>
          </p:nvSpPr>
          <p:spPr>
            <a:xfrm>
              <a:off x="302655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8" name="rc5008"/>
            <p:cNvSpPr/>
            <p:nvPr/>
          </p:nvSpPr>
          <p:spPr>
            <a:xfrm>
              <a:off x="302655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9" name="rc5009"/>
            <p:cNvSpPr/>
            <p:nvPr/>
          </p:nvSpPr>
          <p:spPr>
            <a:xfrm>
              <a:off x="302655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0" name="rc5010"/>
            <p:cNvSpPr/>
            <p:nvPr/>
          </p:nvSpPr>
          <p:spPr>
            <a:xfrm>
              <a:off x="302655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1" name="rc5011"/>
            <p:cNvSpPr/>
            <p:nvPr/>
          </p:nvSpPr>
          <p:spPr>
            <a:xfrm>
              <a:off x="304488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2" name="rc5012"/>
            <p:cNvSpPr/>
            <p:nvPr/>
          </p:nvSpPr>
          <p:spPr>
            <a:xfrm>
              <a:off x="304488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3" name="rc5013"/>
            <p:cNvSpPr/>
            <p:nvPr/>
          </p:nvSpPr>
          <p:spPr>
            <a:xfrm>
              <a:off x="304488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4" name="rc5014"/>
            <p:cNvSpPr/>
            <p:nvPr/>
          </p:nvSpPr>
          <p:spPr>
            <a:xfrm>
              <a:off x="304488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5" name="rc5015"/>
            <p:cNvSpPr/>
            <p:nvPr/>
          </p:nvSpPr>
          <p:spPr>
            <a:xfrm>
              <a:off x="304488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6" name="rc5016"/>
            <p:cNvSpPr/>
            <p:nvPr/>
          </p:nvSpPr>
          <p:spPr>
            <a:xfrm>
              <a:off x="304488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7" name="rc5017"/>
            <p:cNvSpPr/>
            <p:nvPr/>
          </p:nvSpPr>
          <p:spPr>
            <a:xfrm>
              <a:off x="304488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8" name="rc5018"/>
            <p:cNvSpPr/>
            <p:nvPr/>
          </p:nvSpPr>
          <p:spPr>
            <a:xfrm>
              <a:off x="304488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9" name="rc5019"/>
            <p:cNvSpPr/>
            <p:nvPr/>
          </p:nvSpPr>
          <p:spPr>
            <a:xfrm>
              <a:off x="306322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0" name="rc5020"/>
            <p:cNvSpPr/>
            <p:nvPr/>
          </p:nvSpPr>
          <p:spPr>
            <a:xfrm>
              <a:off x="306322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1" name="rc5021"/>
            <p:cNvSpPr/>
            <p:nvPr/>
          </p:nvSpPr>
          <p:spPr>
            <a:xfrm>
              <a:off x="306322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2" name="rc5022"/>
            <p:cNvSpPr/>
            <p:nvPr/>
          </p:nvSpPr>
          <p:spPr>
            <a:xfrm>
              <a:off x="306322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3" name="rc5023"/>
            <p:cNvSpPr/>
            <p:nvPr/>
          </p:nvSpPr>
          <p:spPr>
            <a:xfrm>
              <a:off x="306322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4" name="rc5024"/>
            <p:cNvSpPr/>
            <p:nvPr/>
          </p:nvSpPr>
          <p:spPr>
            <a:xfrm>
              <a:off x="306322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5" name="rc5025"/>
            <p:cNvSpPr/>
            <p:nvPr/>
          </p:nvSpPr>
          <p:spPr>
            <a:xfrm>
              <a:off x="306322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6" name="rc5026"/>
            <p:cNvSpPr/>
            <p:nvPr/>
          </p:nvSpPr>
          <p:spPr>
            <a:xfrm>
              <a:off x="306322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7" name="rc5027"/>
            <p:cNvSpPr/>
            <p:nvPr/>
          </p:nvSpPr>
          <p:spPr>
            <a:xfrm>
              <a:off x="308156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8" name="rc5028"/>
            <p:cNvSpPr/>
            <p:nvPr/>
          </p:nvSpPr>
          <p:spPr>
            <a:xfrm>
              <a:off x="308156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9" name="rc5029"/>
            <p:cNvSpPr/>
            <p:nvPr/>
          </p:nvSpPr>
          <p:spPr>
            <a:xfrm>
              <a:off x="308156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0" name="rc5030"/>
            <p:cNvSpPr/>
            <p:nvPr/>
          </p:nvSpPr>
          <p:spPr>
            <a:xfrm>
              <a:off x="308156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1" name="rc5031"/>
            <p:cNvSpPr/>
            <p:nvPr/>
          </p:nvSpPr>
          <p:spPr>
            <a:xfrm>
              <a:off x="308156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2" name="rc5032"/>
            <p:cNvSpPr/>
            <p:nvPr/>
          </p:nvSpPr>
          <p:spPr>
            <a:xfrm>
              <a:off x="308156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3" name="rc5033"/>
            <p:cNvSpPr/>
            <p:nvPr/>
          </p:nvSpPr>
          <p:spPr>
            <a:xfrm>
              <a:off x="308156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4" name="rc5034"/>
            <p:cNvSpPr/>
            <p:nvPr/>
          </p:nvSpPr>
          <p:spPr>
            <a:xfrm>
              <a:off x="308156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5" name="rc5035"/>
            <p:cNvSpPr/>
            <p:nvPr/>
          </p:nvSpPr>
          <p:spPr>
            <a:xfrm>
              <a:off x="309989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6" name="rc5036"/>
            <p:cNvSpPr/>
            <p:nvPr/>
          </p:nvSpPr>
          <p:spPr>
            <a:xfrm>
              <a:off x="309989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7" name="rc5037"/>
            <p:cNvSpPr/>
            <p:nvPr/>
          </p:nvSpPr>
          <p:spPr>
            <a:xfrm>
              <a:off x="309989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8" name="rc5038"/>
            <p:cNvSpPr/>
            <p:nvPr/>
          </p:nvSpPr>
          <p:spPr>
            <a:xfrm>
              <a:off x="309989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9" name="rc5039"/>
            <p:cNvSpPr/>
            <p:nvPr/>
          </p:nvSpPr>
          <p:spPr>
            <a:xfrm>
              <a:off x="309989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0" name="rc5040"/>
            <p:cNvSpPr/>
            <p:nvPr/>
          </p:nvSpPr>
          <p:spPr>
            <a:xfrm>
              <a:off x="309989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1" name="rc5041"/>
            <p:cNvSpPr/>
            <p:nvPr/>
          </p:nvSpPr>
          <p:spPr>
            <a:xfrm>
              <a:off x="309989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2" name="rc5042"/>
            <p:cNvSpPr/>
            <p:nvPr/>
          </p:nvSpPr>
          <p:spPr>
            <a:xfrm>
              <a:off x="309989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3" name="rc5043"/>
            <p:cNvSpPr/>
            <p:nvPr/>
          </p:nvSpPr>
          <p:spPr>
            <a:xfrm>
              <a:off x="311823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4" name="rc5044"/>
            <p:cNvSpPr/>
            <p:nvPr/>
          </p:nvSpPr>
          <p:spPr>
            <a:xfrm>
              <a:off x="311823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5" name="rc5045"/>
            <p:cNvSpPr/>
            <p:nvPr/>
          </p:nvSpPr>
          <p:spPr>
            <a:xfrm>
              <a:off x="311823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6" name="rc5046"/>
            <p:cNvSpPr/>
            <p:nvPr/>
          </p:nvSpPr>
          <p:spPr>
            <a:xfrm>
              <a:off x="311823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7" name="rc5047"/>
            <p:cNvSpPr/>
            <p:nvPr/>
          </p:nvSpPr>
          <p:spPr>
            <a:xfrm>
              <a:off x="311823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8" name="rc5048"/>
            <p:cNvSpPr/>
            <p:nvPr/>
          </p:nvSpPr>
          <p:spPr>
            <a:xfrm>
              <a:off x="311823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9" name="rc5049"/>
            <p:cNvSpPr/>
            <p:nvPr/>
          </p:nvSpPr>
          <p:spPr>
            <a:xfrm>
              <a:off x="311823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0" name="rc5050"/>
            <p:cNvSpPr/>
            <p:nvPr/>
          </p:nvSpPr>
          <p:spPr>
            <a:xfrm>
              <a:off x="311823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1" name="rc5051"/>
            <p:cNvSpPr/>
            <p:nvPr/>
          </p:nvSpPr>
          <p:spPr>
            <a:xfrm>
              <a:off x="313657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2" name="rc5052"/>
            <p:cNvSpPr/>
            <p:nvPr/>
          </p:nvSpPr>
          <p:spPr>
            <a:xfrm>
              <a:off x="313657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3" name="rc5053"/>
            <p:cNvSpPr/>
            <p:nvPr/>
          </p:nvSpPr>
          <p:spPr>
            <a:xfrm>
              <a:off x="313657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4" name="rc5054"/>
            <p:cNvSpPr/>
            <p:nvPr/>
          </p:nvSpPr>
          <p:spPr>
            <a:xfrm>
              <a:off x="313657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5" name="rc5055"/>
            <p:cNvSpPr/>
            <p:nvPr/>
          </p:nvSpPr>
          <p:spPr>
            <a:xfrm>
              <a:off x="313657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6" name="rc5056"/>
            <p:cNvSpPr/>
            <p:nvPr/>
          </p:nvSpPr>
          <p:spPr>
            <a:xfrm>
              <a:off x="313657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7" name="rc5057"/>
            <p:cNvSpPr/>
            <p:nvPr/>
          </p:nvSpPr>
          <p:spPr>
            <a:xfrm>
              <a:off x="313657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8" name="rc5058"/>
            <p:cNvSpPr/>
            <p:nvPr/>
          </p:nvSpPr>
          <p:spPr>
            <a:xfrm>
              <a:off x="313657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9" name="rc5059"/>
            <p:cNvSpPr/>
            <p:nvPr/>
          </p:nvSpPr>
          <p:spPr>
            <a:xfrm>
              <a:off x="315491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0" name="rc5060"/>
            <p:cNvSpPr/>
            <p:nvPr/>
          </p:nvSpPr>
          <p:spPr>
            <a:xfrm>
              <a:off x="315491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1" name="rc5061"/>
            <p:cNvSpPr/>
            <p:nvPr/>
          </p:nvSpPr>
          <p:spPr>
            <a:xfrm>
              <a:off x="315491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2" name="rc5062"/>
            <p:cNvSpPr/>
            <p:nvPr/>
          </p:nvSpPr>
          <p:spPr>
            <a:xfrm>
              <a:off x="315491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3" name="rc5063"/>
            <p:cNvSpPr/>
            <p:nvPr/>
          </p:nvSpPr>
          <p:spPr>
            <a:xfrm>
              <a:off x="315491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4" name="rc5064"/>
            <p:cNvSpPr/>
            <p:nvPr/>
          </p:nvSpPr>
          <p:spPr>
            <a:xfrm>
              <a:off x="315491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5" name="rc5065"/>
            <p:cNvSpPr/>
            <p:nvPr/>
          </p:nvSpPr>
          <p:spPr>
            <a:xfrm>
              <a:off x="315491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6" name="rc5066"/>
            <p:cNvSpPr/>
            <p:nvPr/>
          </p:nvSpPr>
          <p:spPr>
            <a:xfrm>
              <a:off x="315491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7" name="rc5067"/>
            <p:cNvSpPr/>
            <p:nvPr/>
          </p:nvSpPr>
          <p:spPr>
            <a:xfrm>
              <a:off x="317324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8" name="rc5068"/>
            <p:cNvSpPr/>
            <p:nvPr/>
          </p:nvSpPr>
          <p:spPr>
            <a:xfrm>
              <a:off x="317324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9" name="rc5069"/>
            <p:cNvSpPr/>
            <p:nvPr/>
          </p:nvSpPr>
          <p:spPr>
            <a:xfrm>
              <a:off x="317324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0" name="rc5070"/>
            <p:cNvSpPr/>
            <p:nvPr/>
          </p:nvSpPr>
          <p:spPr>
            <a:xfrm>
              <a:off x="317324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1" name="rc5071"/>
            <p:cNvSpPr/>
            <p:nvPr/>
          </p:nvSpPr>
          <p:spPr>
            <a:xfrm>
              <a:off x="317324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2" name="rc5072"/>
            <p:cNvSpPr/>
            <p:nvPr/>
          </p:nvSpPr>
          <p:spPr>
            <a:xfrm>
              <a:off x="317324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3" name="rc5073"/>
            <p:cNvSpPr/>
            <p:nvPr/>
          </p:nvSpPr>
          <p:spPr>
            <a:xfrm>
              <a:off x="317324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4" name="rc5074"/>
            <p:cNvSpPr/>
            <p:nvPr/>
          </p:nvSpPr>
          <p:spPr>
            <a:xfrm>
              <a:off x="317324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5" name="rc5075"/>
            <p:cNvSpPr/>
            <p:nvPr/>
          </p:nvSpPr>
          <p:spPr>
            <a:xfrm>
              <a:off x="319158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6" name="rc5076"/>
            <p:cNvSpPr/>
            <p:nvPr/>
          </p:nvSpPr>
          <p:spPr>
            <a:xfrm>
              <a:off x="319158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7" name="rc5077"/>
            <p:cNvSpPr/>
            <p:nvPr/>
          </p:nvSpPr>
          <p:spPr>
            <a:xfrm>
              <a:off x="319158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8" name="rc5078"/>
            <p:cNvSpPr/>
            <p:nvPr/>
          </p:nvSpPr>
          <p:spPr>
            <a:xfrm>
              <a:off x="319158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9" name="rc5079"/>
            <p:cNvSpPr/>
            <p:nvPr/>
          </p:nvSpPr>
          <p:spPr>
            <a:xfrm>
              <a:off x="319158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0" name="rc5080"/>
            <p:cNvSpPr/>
            <p:nvPr/>
          </p:nvSpPr>
          <p:spPr>
            <a:xfrm>
              <a:off x="319158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1" name="rc5081"/>
            <p:cNvSpPr/>
            <p:nvPr/>
          </p:nvSpPr>
          <p:spPr>
            <a:xfrm>
              <a:off x="319158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2" name="rc5082"/>
            <p:cNvSpPr/>
            <p:nvPr/>
          </p:nvSpPr>
          <p:spPr>
            <a:xfrm>
              <a:off x="319158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3" name="rc5083"/>
            <p:cNvSpPr/>
            <p:nvPr/>
          </p:nvSpPr>
          <p:spPr>
            <a:xfrm>
              <a:off x="320992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4" name="rc5084"/>
            <p:cNvSpPr/>
            <p:nvPr/>
          </p:nvSpPr>
          <p:spPr>
            <a:xfrm>
              <a:off x="320992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5" name="rc5085"/>
            <p:cNvSpPr/>
            <p:nvPr/>
          </p:nvSpPr>
          <p:spPr>
            <a:xfrm>
              <a:off x="320992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6" name="rc5086"/>
            <p:cNvSpPr/>
            <p:nvPr/>
          </p:nvSpPr>
          <p:spPr>
            <a:xfrm>
              <a:off x="320992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7" name="rc5087"/>
            <p:cNvSpPr/>
            <p:nvPr/>
          </p:nvSpPr>
          <p:spPr>
            <a:xfrm>
              <a:off x="320992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8" name="rc5088"/>
            <p:cNvSpPr/>
            <p:nvPr/>
          </p:nvSpPr>
          <p:spPr>
            <a:xfrm>
              <a:off x="320992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9" name="rc5089"/>
            <p:cNvSpPr/>
            <p:nvPr/>
          </p:nvSpPr>
          <p:spPr>
            <a:xfrm>
              <a:off x="320992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0" name="rc5090"/>
            <p:cNvSpPr/>
            <p:nvPr/>
          </p:nvSpPr>
          <p:spPr>
            <a:xfrm>
              <a:off x="320992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1" name="rc5091"/>
            <p:cNvSpPr/>
            <p:nvPr/>
          </p:nvSpPr>
          <p:spPr>
            <a:xfrm>
              <a:off x="322825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2" name="rc5092"/>
            <p:cNvSpPr/>
            <p:nvPr/>
          </p:nvSpPr>
          <p:spPr>
            <a:xfrm>
              <a:off x="322825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3" name="rc5093"/>
            <p:cNvSpPr/>
            <p:nvPr/>
          </p:nvSpPr>
          <p:spPr>
            <a:xfrm>
              <a:off x="322825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4" name="rc5094"/>
            <p:cNvSpPr/>
            <p:nvPr/>
          </p:nvSpPr>
          <p:spPr>
            <a:xfrm>
              <a:off x="322825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5" name="rc5095"/>
            <p:cNvSpPr/>
            <p:nvPr/>
          </p:nvSpPr>
          <p:spPr>
            <a:xfrm>
              <a:off x="322825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6" name="rc5096"/>
            <p:cNvSpPr/>
            <p:nvPr/>
          </p:nvSpPr>
          <p:spPr>
            <a:xfrm>
              <a:off x="322825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7" name="rc5097"/>
            <p:cNvSpPr/>
            <p:nvPr/>
          </p:nvSpPr>
          <p:spPr>
            <a:xfrm>
              <a:off x="322825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8" name="rc5098"/>
            <p:cNvSpPr/>
            <p:nvPr/>
          </p:nvSpPr>
          <p:spPr>
            <a:xfrm>
              <a:off x="322825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9" name="rc5099"/>
            <p:cNvSpPr/>
            <p:nvPr/>
          </p:nvSpPr>
          <p:spPr>
            <a:xfrm>
              <a:off x="324659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0" name="rc5100"/>
            <p:cNvSpPr/>
            <p:nvPr/>
          </p:nvSpPr>
          <p:spPr>
            <a:xfrm>
              <a:off x="324659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1" name="rc5101"/>
            <p:cNvSpPr/>
            <p:nvPr/>
          </p:nvSpPr>
          <p:spPr>
            <a:xfrm>
              <a:off x="324659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2" name="rc5102"/>
            <p:cNvSpPr/>
            <p:nvPr/>
          </p:nvSpPr>
          <p:spPr>
            <a:xfrm>
              <a:off x="324659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3" name="rc5103"/>
            <p:cNvSpPr/>
            <p:nvPr/>
          </p:nvSpPr>
          <p:spPr>
            <a:xfrm>
              <a:off x="324659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4" name="rc5104"/>
            <p:cNvSpPr/>
            <p:nvPr/>
          </p:nvSpPr>
          <p:spPr>
            <a:xfrm>
              <a:off x="324659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5" name="rc5105"/>
            <p:cNvSpPr/>
            <p:nvPr/>
          </p:nvSpPr>
          <p:spPr>
            <a:xfrm>
              <a:off x="324659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6" name="rc5106"/>
            <p:cNvSpPr/>
            <p:nvPr/>
          </p:nvSpPr>
          <p:spPr>
            <a:xfrm>
              <a:off x="324659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7" name="rc5107"/>
            <p:cNvSpPr/>
            <p:nvPr/>
          </p:nvSpPr>
          <p:spPr>
            <a:xfrm>
              <a:off x="326493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8" name="rc5108"/>
            <p:cNvSpPr/>
            <p:nvPr/>
          </p:nvSpPr>
          <p:spPr>
            <a:xfrm>
              <a:off x="326493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9" name="rc5109"/>
            <p:cNvSpPr/>
            <p:nvPr/>
          </p:nvSpPr>
          <p:spPr>
            <a:xfrm>
              <a:off x="326493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0" name="rc5110"/>
            <p:cNvSpPr/>
            <p:nvPr/>
          </p:nvSpPr>
          <p:spPr>
            <a:xfrm>
              <a:off x="326493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1" name="rc5111"/>
            <p:cNvSpPr/>
            <p:nvPr/>
          </p:nvSpPr>
          <p:spPr>
            <a:xfrm>
              <a:off x="326493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2" name="rc5112"/>
            <p:cNvSpPr/>
            <p:nvPr/>
          </p:nvSpPr>
          <p:spPr>
            <a:xfrm>
              <a:off x="326493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3" name="rc5113"/>
            <p:cNvSpPr/>
            <p:nvPr/>
          </p:nvSpPr>
          <p:spPr>
            <a:xfrm>
              <a:off x="326493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4" name="rc5114"/>
            <p:cNvSpPr/>
            <p:nvPr/>
          </p:nvSpPr>
          <p:spPr>
            <a:xfrm>
              <a:off x="326493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5" name="rc5115"/>
            <p:cNvSpPr/>
            <p:nvPr/>
          </p:nvSpPr>
          <p:spPr>
            <a:xfrm>
              <a:off x="328327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6" name="rc5116"/>
            <p:cNvSpPr/>
            <p:nvPr/>
          </p:nvSpPr>
          <p:spPr>
            <a:xfrm>
              <a:off x="328327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7" name="rc5117"/>
            <p:cNvSpPr/>
            <p:nvPr/>
          </p:nvSpPr>
          <p:spPr>
            <a:xfrm>
              <a:off x="328327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8" name="rc5118"/>
            <p:cNvSpPr/>
            <p:nvPr/>
          </p:nvSpPr>
          <p:spPr>
            <a:xfrm>
              <a:off x="328327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9" name="rc5119"/>
            <p:cNvSpPr/>
            <p:nvPr/>
          </p:nvSpPr>
          <p:spPr>
            <a:xfrm>
              <a:off x="328327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0" name="rc5120"/>
            <p:cNvSpPr/>
            <p:nvPr/>
          </p:nvSpPr>
          <p:spPr>
            <a:xfrm>
              <a:off x="328327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1" name="rc5121"/>
            <p:cNvSpPr/>
            <p:nvPr/>
          </p:nvSpPr>
          <p:spPr>
            <a:xfrm>
              <a:off x="328327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2" name="rc5122"/>
            <p:cNvSpPr/>
            <p:nvPr/>
          </p:nvSpPr>
          <p:spPr>
            <a:xfrm>
              <a:off x="328327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3" name="rc5123"/>
            <p:cNvSpPr/>
            <p:nvPr/>
          </p:nvSpPr>
          <p:spPr>
            <a:xfrm>
              <a:off x="330160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4" name="rc5124"/>
            <p:cNvSpPr/>
            <p:nvPr/>
          </p:nvSpPr>
          <p:spPr>
            <a:xfrm>
              <a:off x="330160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5" name="rc5125"/>
            <p:cNvSpPr/>
            <p:nvPr/>
          </p:nvSpPr>
          <p:spPr>
            <a:xfrm>
              <a:off x="330160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6" name="rc5126"/>
            <p:cNvSpPr/>
            <p:nvPr/>
          </p:nvSpPr>
          <p:spPr>
            <a:xfrm>
              <a:off x="330160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7" name="rc5127"/>
            <p:cNvSpPr/>
            <p:nvPr/>
          </p:nvSpPr>
          <p:spPr>
            <a:xfrm>
              <a:off x="330160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8" name="rc5128"/>
            <p:cNvSpPr/>
            <p:nvPr/>
          </p:nvSpPr>
          <p:spPr>
            <a:xfrm>
              <a:off x="330160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9" name="rc5129"/>
            <p:cNvSpPr/>
            <p:nvPr/>
          </p:nvSpPr>
          <p:spPr>
            <a:xfrm>
              <a:off x="330160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0" name="rc5130"/>
            <p:cNvSpPr/>
            <p:nvPr/>
          </p:nvSpPr>
          <p:spPr>
            <a:xfrm>
              <a:off x="330160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1" name="rc5131"/>
            <p:cNvSpPr/>
            <p:nvPr/>
          </p:nvSpPr>
          <p:spPr>
            <a:xfrm>
              <a:off x="331994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2" name="rc5132"/>
            <p:cNvSpPr/>
            <p:nvPr/>
          </p:nvSpPr>
          <p:spPr>
            <a:xfrm>
              <a:off x="331994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3" name="rc5133"/>
            <p:cNvSpPr/>
            <p:nvPr/>
          </p:nvSpPr>
          <p:spPr>
            <a:xfrm>
              <a:off x="331994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4" name="rc5134"/>
            <p:cNvSpPr/>
            <p:nvPr/>
          </p:nvSpPr>
          <p:spPr>
            <a:xfrm>
              <a:off x="331994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5" name="rc5135"/>
            <p:cNvSpPr/>
            <p:nvPr/>
          </p:nvSpPr>
          <p:spPr>
            <a:xfrm>
              <a:off x="331994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6" name="rc5136"/>
            <p:cNvSpPr/>
            <p:nvPr/>
          </p:nvSpPr>
          <p:spPr>
            <a:xfrm>
              <a:off x="331994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7" name="rc5137"/>
            <p:cNvSpPr/>
            <p:nvPr/>
          </p:nvSpPr>
          <p:spPr>
            <a:xfrm>
              <a:off x="331994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8" name="rc5138"/>
            <p:cNvSpPr/>
            <p:nvPr/>
          </p:nvSpPr>
          <p:spPr>
            <a:xfrm>
              <a:off x="331994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9" name="rc5139"/>
            <p:cNvSpPr/>
            <p:nvPr/>
          </p:nvSpPr>
          <p:spPr>
            <a:xfrm>
              <a:off x="333828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0" name="rc5140"/>
            <p:cNvSpPr/>
            <p:nvPr/>
          </p:nvSpPr>
          <p:spPr>
            <a:xfrm>
              <a:off x="333828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1" name="rc5141"/>
            <p:cNvSpPr/>
            <p:nvPr/>
          </p:nvSpPr>
          <p:spPr>
            <a:xfrm>
              <a:off x="333828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2" name="rc5142"/>
            <p:cNvSpPr/>
            <p:nvPr/>
          </p:nvSpPr>
          <p:spPr>
            <a:xfrm>
              <a:off x="333828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3" name="rc5143"/>
            <p:cNvSpPr/>
            <p:nvPr/>
          </p:nvSpPr>
          <p:spPr>
            <a:xfrm>
              <a:off x="333828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4" name="rc5144"/>
            <p:cNvSpPr/>
            <p:nvPr/>
          </p:nvSpPr>
          <p:spPr>
            <a:xfrm>
              <a:off x="333828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5" name="rc5145"/>
            <p:cNvSpPr/>
            <p:nvPr/>
          </p:nvSpPr>
          <p:spPr>
            <a:xfrm>
              <a:off x="333828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6" name="rc5146"/>
            <p:cNvSpPr/>
            <p:nvPr/>
          </p:nvSpPr>
          <p:spPr>
            <a:xfrm>
              <a:off x="333828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7" name="rc5147"/>
            <p:cNvSpPr/>
            <p:nvPr/>
          </p:nvSpPr>
          <p:spPr>
            <a:xfrm>
              <a:off x="335661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8" name="rc5148"/>
            <p:cNvSpPr/>
            <p:nvPr/>
          </p:nvSpPr>
          <p:spPr>
            <a:xfrm>
              <a:off x="335661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9" name="rc5149"/>
            <p:cNvSpPr/>
            <p:nvPr/>
          </p:nvSpPr>
          <p:spPr>
            <a:xfrm>
              <a:off x="335661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0" name="rc5150"/>
            <p:cNvSpPr/>
            <p:nvPr/>
          </p:nvSpPr>
          <p:spPr>
            <a:xfrm>
              <a:off x="335661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1" name="rc5151"/>
            <p:cNvSpPr/>
            <p:nvPr/>
          </p:nvSpPr>
          <p:spPr>
            <a:xfrm>
              <a:off x="335661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2" name="rc5152"/>
            <p:cNvSpPr/>
            <p:nvPr/>
          </p:nvSpPr>
          <p:spPr>
            <a:xfrm>
              <a:off x="335661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3" name="rc5153"/>
            <p:cNvSpPr/>
            <p:nvPr/>
          </p:nvSpPr>
          <p:spPr>
            <a:xfrm>
              <a:off x="335661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4" name="rc5154"/>
            <p:cNvSpPr/>
            <p:nvPr/>
          </p:nvSpPr>
          <p:spPr>
            <a:xfrm>
              <a:off x="335661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5" name="rc5155"/>
            <p:cNvSpPr/>
            <p:nvPr/>
          </p:nvSpPr>
          <p:spPr>
            <a:xfrm>
              <a:off x="337495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6" name="rc5156"/>
            <p:cNvSpPr/>
            <p:nvPr/>
          </p:nvSpPr>
          <p:spPr>
            <a:xfrm>
              <a:off x="337495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7" name="rc5157"/>
            <p:cNvSpPr/>
            <p:nvPr/>
          </p:nvSpPr>
          <p:spPr>
            <a:xfrm>
              <a:off x="337495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8" name="rc5158"/>
            <p:cNvSpPr/>
            <p:nvPr/>
          </p:nvSpPr>
          <p:spPr>
            <a:xfrm>
              <a:off x="337495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9" name="rc5159"/>
            <p:cNvSpPr/>
            <p:nvPr/>
          </p:nvSpPr>
          <p:spPr>
            <a:xfrm>
              <a:off x="337495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0" name="rc5160"/>
            <p:cNvSpPr/>
            <p:nvPr/>
          </p:nvSpPr>
          <p:spPr>
            <a:xfrm>
              <a:off x="337495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1" name="rc5161"/>
            <p:cNvSpPr/>
            <p:nvPr/>
          </p:nvSpPr>
          <p:spPr>
            <a:xfrm>
              <a:off x="337495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2" name="rc5162"/>
            <p:cNvSpPr/>
            <p:nvPr/>
          </p:nvSpPr>
          <p:spPr>
            <a:xfrm>
              <a:off x="337495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3" name="rc5163"/>
            <p:cNvSpPr/>
            <p:nvPr/>
          </p:nvSpPr>
          <p:spPr>
            <a:xfrm>
              <a:off x="339329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4" name="rc5164"/>
            <p:cNvSpPr/>
            <p:nvPr/>
          </p:nvSpPr>
          <p:spPr>
            <a:xfrm>
              <a:off x="339329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5" name="rc5165"/>
            <p:cNvSpPr/>
            <p:nvPr/>
          </p:nvSpPr>
          <p:spPr>
            <a:xfrm>
              <a:off x="339329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6" name="rc5166"/>
            <p:cNvSpPr/>
            <p:nvPr/>
          </p:nvSpPr>
          <p:spPr>
            <a:xfrm>
              <a:off x="339329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7" name="rc5167"/>
            <p:cNvSpPr/>
            <p:nvPr/>
          </p:nvSpPr>
          <p:spPr>
            <a:xfrm>
              <a:off x="339329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8" name="rc5168"/>
            <p:cNvSpPr/>
            <p:nvPr/>
          </p:nvSpPr>
          <p:spPr>
            <a:xfrm>
              <a:off x="339329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9" name="rc5169"/>
            <p:cNvSpPr/>
            <p:nvPr/>
          </p:nvSpPr>
          <p:spPr>
            <a:xfrm>
              <a:off x="339329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0" name="rc5170"/>
            <p:cNvSpPr/>
            <p:nvPr/>
          </p:nvSpPr>
          <p:spPr>
            <a:xfrm>
              <a:off x="339329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1" name="rc5171"/>
            <p:cNvSpPr/>
            <p:nvPr/>
          </p:nvSpPr>
          <p:spPr>
            <a:xfrm>
              <a:off x="341163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2" name="rc5172"/>
            <p:cNvSpPr/>
            <p:nvPr/>
          </p:nvSpPr>
          <p:spPr>
            <a:xfrm>
              <a:off x="341163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3" name="rc5173"/>
            <p:cNvSpPr/>
            <p:nvPr/>
          </p:nvSpPr>
          <p:spPr>
            <a:xfrm>
              <a:off x="341163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4" name="rc5174"/>
            <p:cNvSpPr/>
            <p:nvPr/>
          </p:nvSpPr>
          <p:spPr>
            <a:xfrm>
              <a:off x="341163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5" name="rc5175"/>
            <p:cNvSpPr/>
            <p:nvPr/>
          </p:nvSpPr>
          <p:spPr>
            <a:xfrm>
              <a:off x="341163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6" name="rc5176"/>
            <p:cNvSpPr/>
            <p:nvPr/>
          </p:nvSpPr>
          <p:spPr>
            <a:xfrm>
              <a:off x="341163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7" name="rc5177"/>
            <p:cNvSpPr/>
            <p:nvPr/>
          </p:nvSpPr>
          <p:spPr>
            <a:xfrm>
              <a:off x="341163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8" name="rc5178"/>
            <p:cNvSpPr/>
            <p:nvPr/>
          </p:nvSpPr>
          <p:spPr>
            <a:xfrm>
              <a:off x="341163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9" name="rc5179"/>
            <p:cNvSpPr/>
            <p:nvPr/>
          </p:nvSpPr>
          <p:spPr>
            <a:xfrm>
              <a:off x="342996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0" name="rc5180"/>
            <p:cNvSpPr/>
            <p:nvPr/>
          </p:nvSpPr>
          <p:spPr>
            <a:xfrm>
              <a:off x="342996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1" name="rc5181"/>
            <p:cNvSpPr/>
            <p:nvPr/>
          </p:nvSpPr>
          <p:spPr>
            <a:xfrm>
              <a:off x="342996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2" name="rc5182"/>
            <p:cNvSpPr/>
            <p:nvPr/>
          </p:nvSpPr>
          <p:spPr>
            <a:xfrm>
              <a:off x="342996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3" name="rc5183"/>
            <p:cNvSpPr/>
            <p:nvPr/>
          </p:nvSpPr>
          <p:spPr>
            <a:xfrm>
              <a:off x="342996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4" name="rc5184"/>
            <p:cNvSpPr/>
            <p:nvPr/>
          </p:nvSpPr>
          <p:spPr>
            <a:xfrm>
              <a:off x="342996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5" name="rc5185"/>
            <p:cNvSpPr/>
            <p:nvPr/>
          </p:nvSpPr>
          <p:spPr>
            <a:xfrm>
              <a:off x="342996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6" name="rc5186"/>
            <p:cNvSpPr/>
            <p:nvPr/>
          </p:nvSpPr>
          <p:spPr>
            <a:xfrm>
              <a:off x="342996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7" name="rc5187"/>
            <p:cNvSpPr/>
            <p:nvPr/>
          </p:nvSpPr>
          <p:spPr>
            <a:xfrm>
              <a:off x="344830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8" name="rc5188"/>
            <p:cNvSpPr/>
            <p:nvPr/>
          </p:nvSpPr>
          <p:spPr>
            <a:xfrm>
              <a:off x="344830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9" name="rc5189"/>
            <p:cNvSpPr/>
            <p:nvPr/>
          </p:nvSpPr>
          <p:spPr>
            <a:xfrm>
              <a:off x="344830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0" name="rc5190"/>
            <p:cNvSpPr/>
            <p:nvPr/>
          </p:nvSpPr>
          <p:spPr>
            <a:xfrm>
              <a:off x="344830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1" name="rc5191"/>
            <p:cNvSpPr/>
            <p:nvPr/>
          </p:nvSpPr>
          <p:spPr>
            <a:xfrm>
              <a:off x="344830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2" name="rc5192"/>
            <p:cNvSpPr/>
            <p:nvPr/>
          </p:nvSpPr>
          <p:spPr>
            <a:xfrm>
              <a:off x="344830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3" name="rc5193"/>
            <p:cNvSpPr/>
            <p:nvPr/>
          </p:nvSpPr>
          <p:spPr>
            <a:xfrm>
              <a:off x="344830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4" name="rc5194"/>
            <p:cNvSpPr/>
            <p:nvPr/>
          </p:nvSpPr>
          <p:spPr>
            <a:xfrm>
              <a:off x="344830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5" name="rc5195"/>
            <p:cNvSpPr/>
            <p:nvPr/>
          </p:nvSpPr>
          <p:spPr>
            <a:xfrm>
              <a:off x="346664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6" name="rc5196"/>
            <p:cNvSpPr/>
            <p:nvPr/>
          </p:nvSpPr>
          <p:spPr>
            <a:xfrm>
              <a:off x="346664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7" name="rc5197"/>
            <p:cNvSpPr/>
            <p:nvPr/>
          </p:nvSpPr>
          <p:spPr>
            <a:xfrm>
              <a:off x="346664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8" name="rc5198"/>
            <p:cNvSpPr/>
            <p:nvPr/>
          </p:nvSpPr>
          <p:spPr>
            <a:xfrm>
              <a:off x="346664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9" name="rc5199"/>
            <p:cNvSpPr/>
            <p:nvPr/>
          </p:nvSpPr>
          <p:spPr>
            <a:xfrm>
              <a:off x="346664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0" name="rc5200"/>
            <p:cNvSpPr/>
            <p:nvPr/>
          </p:nvSpPr>
          <p:spPr>
            <a:xfrm>
              <a:off x="346664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1" name="rc5201"/>
            <p:cNvSpPr/>
            <p:nvPr/>
          </p:nvSpPr>
          <p:spPr>
            <a:xfrm>
              <a:off x="346664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2" name="rc5202"/>
            <p:cNvSpPr/>
            <p:nvPr/>
          </p:nvSpPr>
          <p:spPr>
            <a:xfrm>
              <a:off x="346664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3" name="rc5203"/>
            <p:cNvSpPr/>
            <p:nvPr/>
          </p:nvSpPr>
          <p:spPr>
            <a:xfrm>
              <a:off x="348498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4" name="rc5204"/>
            <p:cNvSpPr/>
            <p:nvPr/>
          </p:nvSpPr>
          <p:spPr>
            <a:xfrm>
              <a:off x="348498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5" name="rc5205"/>
            <p:cNvSpPr/>
            <p:nvPr/>
          </p:nvSpPr>
          <p:spPr>
            <a:xfrm>
              <a:off x="348498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6" name="rc5206"/>
            <p:cNvSpPr/>
            <p:nvPr/>
          </p:nvSpPr>
          <p:spPr>
            <a:xfrm>
              <a:off x="348498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7" name="rc5207"/>
            <p:cNvSpPr/>
            <p:nvPr/>
          </p:nvSpPr>
          <p:spPr>
            <a:xfrm>
              <a:off x="348498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8" name="rc5208"/>
            <p:cNvSpPr/>
            <p:nvPr/>
          </p:nvSpPr>
          <p:spPr>
            <a:xfrm>
              <a:off x="348498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9" name="rc5209"/>
            <p:cNvSpPr/>
            <p:nvPr/>
          </p:nvSpPr>
          <p:spPr>
            <a:xfrm>
              <a:off x="348498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0" name="rc5210"/>
            <p:cNvSpPr/>
            <p:nvPr/>
          </p:nvSpPr>
          <p:spPr>
            <a:xfrm>
              <a:off x="348498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1" name="rc5211"/>
            <p:cNvSpPr/>
            <p:nvPr/>
          </p:nvSpPr>
          <p:spPr>
            <a:xfrm>
              <a:off x="350331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2" name="rc5212"/>
            <p:cNvSpPr/>
            <p:nvPr/>
          </p:nvSpPr>
          <p:spPr>
            <a:xfrm>
              <a:off x="350331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3" name="rc5213"/>
            <p:cNvSpPr/>
            <p:nvPr/>
          </p:nvSpPr>
          <p:spPr>
            <a:xfrm>
              <a:off x="350331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4" name="rc5214"/>
            <p:cNvSpPr/>
            <p:nvPr/>
          </p:nvSpPr>
          <p:spPr>
            <a:xfrm>
              <a:off x="350331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5" name="rc5215"/>
            <p:cNvSpPr/>
            <p:nvPr/>
          </p:nvSpPr>
          <p:spPr>
            <a:xfrm>
              <a:off x="350331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6" name="rc5216"/>
            <p:cNvSpPr/>
            <p:nvPr/>
          </p:nvSpPr>
          <p:spPr>
            <a:xfrm>
              <a:off x="350331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7" name="rc5217"/>
            <p:cNvSpPr/>
            <p:nvPr/>
          </p:nvSpPr>
          <p:spPr>
            <a:xfrm>
              <a:off x="350331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8" name="rc5218"/>
            <p:cNvSpPr/>
            <p:nvPr/>
          </p:nvSpPr>
          <p:spPr>
            <a:xfrm>
              <a:off x="350331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9" name="rc5219"/>
            <p:cNvSpPr/>
            <p:nvPr/>
          </p:nvSpPr>
          <p:spPr>
            <a:xfrm>
              <a:off x="352165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0" name="rc5220"/>
            <p:cNvSpPr/>
            <p:nvPr/>
          </p:nvSpPr>
          <p:spPr>
            <a:xfrm>
              <a:off x="352165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1" name="rc5221"/>
            <p:cNvSpPr/>
            <p:nvPr/>
          </p:nvSpPr>
          <p:spPr>
            <a:xfrm>
              <a:off x="352165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2" name="rc5222"/>
            <p:cNvSpPr/>
            <p:nvPr/>
          </p:nvSpPr>
          <p:spPr>
            <a:xfrm>
              <a:off x="352165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3" name="rc5223"/>
            <p:cNvSpPr/>
            <p:nvPr/>
          </p:nvSpPr>
          <p:spPr>
            <a:xfrm>
              <a:off x="352165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4" name="rc5224"/>
            <p:cNvSpPr/>
            <p:nvPr/>
          </p:nvSpPr>
          <p:spPr>
            <a:xfrm>
              <a:off x="352165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5" name="rc5225"/>
            <p:cNvSpPr/>
            <p:nvPr/>
          </p:nvSpPr>
          <p:spPr>
            <a:xfrm>
              <a:off x="352165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6" name="rc5226"/>
            <p:cNvSpPr/>
            <p:nvPr/>
          </p:nvSpPr>
          <p:spPr>
            <a:xfrm>
              <a:off x="352165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7" name="rc5227"/>
            <p:cNvSpPr/>
            <p:nvPr/>
          </p:nvSpPr>
          <p:spPr>
            <a:xfrm>
              <a:off x="353999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8" name="rc5228"/>
            <p:cNvSpPr/>
            <p:nvPr/>
          </p:nvSpPr>
          <p:spPr>
            <a:xfrm>
              <a:off x="353999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9" name="rc5229"/>
            <p:cNvSpPr/>
            <p:nvPr/>
          </p:nvSpPr>
          <p:spPr>
            <a:xfrm>
              <a:off x="35399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0" name="rc5230"/>
            <p:cNvSpPr/>
            <p:nvPr/>
          </p:nvSpPr>
          <p:spPr>
            <a:xfrm>
              <a:off x="353999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1" name="rc5231"/>
            <p:cNvSpPr/>
            <p:nvPr/>
          </p:nvSpPr>
          <p:spPr>
            <a:xfrm>
              <a:off x="35399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2" name="rc5232"/>
            <p:cNvSpPr/>
            <p:nvPr/>
          </p:nvSpPr>
          <p:spPr>
            <a:xfrm>
              <a:off x="35399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3" name="rc5233"/>
            <p:cNvSpPr/>
            <p:nvPr/>
          </p:nvSpPr>
          <p:spPr>
            <a:xfrm>
              <a:off x="353999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4" name="rc5234"/>
            <p:cNvSpPr/>
            <p:nvPr/>
          </p:nvSpPr>
          <p:spPr>
            <a:xfrm>
              <a:off x="35399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5" name="rc5235"/>
            <p:cNvSpPr/>
            <p:nvPr/>
          </p:nvSpPr>
          <p:spPr>
            <a:xfrm>
              <a:off x="355832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6" name="rc5236"/>
            <p:cNvSpPr/>
            <p:nvPr/>
          </p:nvSpPr>
          <p:spPr>
            <a:xfrm>
              <a:off x="355832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7" name="rc5237"/>
            <p:cNvSpPr/>
            <p:nvPr/>
          </p:nvSpPr>
          <p:spPr>
            <a:xfrm>
              <a:off x="355832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8" name="rc5238"/>
            <p:cNvSpPr/>
            <p:nvPr/>
          </p:nvSpPr>
          <p:spPr>
            <a:xfrm>
              <a:off x="355832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9" name="rc5239"/>
            <p:cNvSpPr/>
            <p:nvPr/>
          </p:nvSpPr>
          <p:spPr>
            <a:xfrm>
              <a:off x="355832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0" name="rc5240"/>
            <p:cNvSpPr/>
            <p:nvPr/>
          </p:nvSpPr>
          <p:spPr>
            <a:xfrm>
              <a:off x="355832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1" name="rc5241"/>
            <p:cNvSpPr/>
            <p:nvPr/>
          </p:nvSpPr>
          <p:spPr>
            <a:xfrm>
              <a:off x="355832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2" name="rc5242"/>
            <p:cNvSpPr/>
            <p:nvPr/>
          </p:nvSpPr>
          <p:spPr>
            <a:xfrm>
              <a:off x="355832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3" name="rc5243"/>
            <p:cNvSpPr/>
            <p:nvPr/>
          </p:nvSpPr>
          <p:spPr>
            <a:xfrm>
              <a:off x="357666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4" name="rc5244"/>
            <p:cNvSpPr/>
            <p:nvPr/>
          </p:nvSpPr>
          <p:spPr>
            <a:xfrm>
              <a:off x="357666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5" name="rc5245"/>
            <p:cNvSpPr/>
            <p:nvPr/>
          </p:nvSpPr>
          <p:spPr>
            <a:xfrm>
              <a:off x="357666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6" name="rc5246"/>
            <p:cNvSpPr/>
            <p:nvPr/>
          </p:nvSpPr>
          <p:spPr>
            <a:xfrm>
              <a:off x="357666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7" name="rc5247"/>
            <p:cNvSpPr/>
            <p:nvPr/>
          </p:nvSpPr>
          <p:spPr>
            <a:xfrm>
              <a:off x="357666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8" name="rc5248"/>
            <p:cNvSpPr/>
            <p:nvPr/>
          </p:nvSpPr>
          <p:spPr>
            <a:xfrm>
              <a:off x="357666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9" name="rc5249"/>
            <p:cNvSpPr/>
            <p:nvPr/>
          </p:nvSpPr>
          <p:spPr>
            <a:xfrm>
              <a:off x="357666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0" name="rc5250"/>
            <p:cNvSpPr/>
            <p:nvPr/>
          </p:nvSpPr>
          <p:spPr>
            <a:xfrm>
              <a:off x="357666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1" name="rc5251"/>
            <p:cNvSpPr/>
            <p:nvPr/>
          </p:nvSpPr>
          <p:spPr>
            <a:xfrm>
              <a:off x="359500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2" name="rc5252"/>
            <p:cNvSpPr/>
            <p:nvPr/>
          </p:nvSpPr>
          <p:spPr>
            <a:xfrm>
              <a:off x="359500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3" name="rc5253"/>
            <p:cNvSpPr/>
            <p:nvPr/>
          </p:nvSpPr>
          <p:spPr>
            <a:xfrm>
              <a:off x="359500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4" name="rc5254"/>
            <p:cNvSpPr/>
            <p:nvPr/>
          </p:nvSpPr>
          <p:spPr>
            <a:xfrm>
              <a:off x="359500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5" name="rc5255"/>
            <p:cNvSpPr/>
            <p:nvPr/>
          </p:nvSpPr>
          <p:spPr>
            <a:xfrm>
              <a:off x="359500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6" name="rc5256"/>
            <p:cNvSpPr/>
            <p:nvPr/>
          </p:nvSpPr>
          <p:spPr>
            <a:xfrm>
              <a:off x="359500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7" name="rc5257"/>
            <p:cNvSpPr/>
            <p:nvPr/>
          </p:nvSpPr>
          <p:spPr>
            <a:xfrm>
              <a:off x="359500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8" name="rc5258"/>
            <p:cNvSpPr/>
            <p:nvPr/>
          </p:nvSpPr>
          <p:spPr>
            <a:xfrm>
              <a:off x="359500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9" name="rc5259"/>
            <p:cNvSpPr/>
            <p:nvPr/>
          </p:nvSpPr>
          <p:spPr>
            <a:xfrm>
              <a:off x="361334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0" name="rc5260"/>
            <p:cNvSpPr/>
            <p:nvPr/>
          </p:nvSpPr>
          <p:spPr>
            <a:xfrm>
              <a:off x="361334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1" name="rc5261"/>
            <p:cNvSpPr/>
            <p:nvPr/>
          </p:nvSpPr>
          <p:spPr>
            <a:xfrm>
              <a:off x="361334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2" name="rc5262"/>
            <p:cNvSpPr/>
            <p:nvPr/>
          </p:nvSpPr>
          <p:spPr>
            <a:xfrm>
              <a:off x="361334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3" name="rc5263"/>
            <p:cNvSpPr/>
            <p:nvPr/>
          </p:nvSpPr>
          <p:spPr>
            <a:xfrm>
              <a:off x="361334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4" name="rc5264"/>
            <p:cNvSpPr/>
            <p:nvPr/>
          </p:nvSpPr>
          <p:spPr>
            <a:xfrm>
              <a:off x="361334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5" name="rc5265"/>
            <p:cNvSpPr/>
            <p:nvPr/>
          </p:nvSpPr>
          <p:spPr>
            <a:xfrm>
              <a:off x="361334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6" name="rc5266"/>
            <p:cNvSpPr/>
            <p:nvPr/>
          </p:nvSpPr>
          <p:spPr>
            <a:xfrm>
              <a:off x="361334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7" name="rc5267"/>
            <p:cNvSpPr/>
            <p:nvPr/>
          </p:nvSpPr>
          <p:spPr>
            <a:xfrm>
              <a:off x="363167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8" name="rc5268"/>
            <p:cNvSpPr/>
            <p:nvPr/>
          </p:nvSpPr>
          <p:spPr>
            <a:xfrm>
              <a:off x="363167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9" name="rc5269"/>
            <p:cNvSpPr/>
            <p:nvPr/>
          </p:nvSpPr>
          <p:spPr>
            <a:xfrm>
              <a:off x="363167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0" name="rc5270"/>
            <p:cNvSpPr/>
            <p:nvPr/>
          </p:nvSpPr>
          <p:spPr>
            <a:xfrm>
              <a:off x="363167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1" name="rc5271"/>
            <p:cNvSpPr/>
            <p:nvPr/>
          </p:nvSpPr>
          <p:spPr>
            <a:xfrm>
              <a:off x="363167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2" name="rc5272"/>
            <p:cNvSpPr/>
            <p:nvPr/>
          </p:nvSpPr>
          <p:spPr>
            <a:xfrm>
              <a:off x="363167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3" name="rc5273"/>
            <p:cNvSpPr/>
            <p:nvPr/>
          </p:nvSpPr>
          <p:spPr>
            <a:xfrm>
              <a:off x="363167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4" name="rc5274"/>
            <p:cNvSpPr/>
            <p:nvPr/>
          </p:nvSpPr>
          <p:spPr>
            <a:xfrm>
              <a:off x="363167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5" name="rc5275"/>
            <p:cNvSpPr/>
            <p:nvPr/>
          </p:nvSpPr>
          <p:spPr>
            <a:xfrm>
              <a:off x="365001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6" name="rc5276"/>
            <p:cNvSpPr/>
            <p:nvPr/>
          </p:nvSpPr>
          <p:spPr>
            <a:xfrm>
              <a:off x="365001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7" name="rc5277"/>
            <p:cNvSpPr/>
            <p:nvPr/>
          </p:nvSpPr>
          <p:spPr>
            <a:xfrm>
              <a:off x="365001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8" name="rc5278"/>
            <p:cNvSpPr/>
            <p:nvPr/>
          </p:nvSpPr>
          <p:spPr>
            <a:xfrm>
              <a:off x="365001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9" name="rc5279"/>
            <p:cNvSpPr/>
            <p:nvPr/>
          </p:nvSpPr>
          <p:spPr>
            <a:xfrm>
              <a:off x="365001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0" name="rc5280"/>
            <p:cNvSpPr/>
            <p:nvPr/>
          </p:nvSpPr>
          <p:spPr>
            <a:xfrm>
              <a:off x="365001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1" name="rc5281"/>
            <p:cNvSpPr/>
            <p:nvPr/>
          </p:nvSpPr>
          <p:spPr>
            <a:xfrm>
              <a:off x="365001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2" name="rc5282"/>
            <p:cNvSpPr/>
            <p:nvPr/>
          </p:nvSpPr>
          <p:spPr>
            <a:xfrm>
              <a:off x="365001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3" name="rc5283"/>
            <p:cNvSpPr/>
            <p:nvPr/>
          </p:nvSpPr>
          <p:spPr>
            <a:xfrm>
              <a:off x="366835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4" name="rc5284"/>
            <p:cNvSpPr/>
            <p:nvPr/>
          </p:nvSpPr>
          <p:spPr>
            <a:xfrm>
              <a:off x="366835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5" name="rc5285"/>
            <p:cNvSpPr/>
            <p:nvPr/>
          </p:nvSpPr>
          <p:spPr>
            <a:xfrm>
              <a:off x="366835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6" name="rc5286"/>
            <p:cNvSpPr/>
            <p:nvPr/>
          </p:nvSpPr>
          <p:spPr>
            <a:xfrm>
              <a:off x="366835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7" name="rc5287"/>
            <p:cNvSpPr/>
            <p:nvPr/>
          </p:nvSpPr>
          <p:spPr>
            <a:xfrm>
              <a:off x="366835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8" name="rc5288"/>
            <p:cNvSpPr/>
            <p:nvPr/>
          </p:nvSpPr>
          <p:spPr>
            <a:xfrm>
              <a:off x="366835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9" name="rc5289"/>
            <p:cNvSpPr/>
            <p:nvPr/>
          </p:nvSpPr>
          <p:spPr>
            <a:xfrm>
              <a:off x="366835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0" name="rc5290"/>
            <p:cNvSpPr/>
            <p:nvPr/>
          </p:nvSpPr>
          <p:spPr>
            <a:xfrm>
              <a:off x="366835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1" name="rc5291"/>
            <p:cNvSpPr/>
            <p:nvPr/>
          </p:nvSpPr>
          <p:spPr>
            <a:xfrm>
              <a:off x="368668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2" name="rc5292"/>
            <p:cNvSpPr/>
            <p:nvPr/>
          </p:nvSpPr>
          <p:spPr>
            <a:xfrm>
              <a:off x="368668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3" name="rc5293"/>
            <p:cNvSpPr/>
            <p:nvPr/>
          </p:nvSpPr>
          <p:spPr>
            <a:xfrm>
              <a:off x="368668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4" name="rc5294"/>
            <p:cNvSpPr/>
            <p:nvPr/>
          </p:nvSpPr>
          <p:spPr>
            <a:xfrm>
              <a:off x="368668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5" name="rc5295"/>
            <p:cNvSpPr/>
            <p:nvPr/>
          </p:nvSpPr>
          <p:spPr>
            <a:xfrm>
              <a:off x="368668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6" name="rc5296"/>
            <p:cNvSpPr/>
            <p:nvPr/>
          </p:nvSpPr>
          <p:spPr>
            <a:xfrm>
              <a:off x="368668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7" name="rc5297"/>
            <p:cNvSpPr/>
            <p:nvPr/>
          </p:nvSpPr>
          <p:spPr>
            <a:xfrm>
              <a:off x="368668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8" name="rc5298"/>
            <p:cNvSpPr/>
            <p:nvPr/>
          </p:nvSpPr>
          <p:spPr>
            <a:xfrm>
              <a:off x="368668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9" name="rc5299"/>
            <p:cNvSpPr/>
            <p:nvPr/>
          </p:nvSpPr>
          <p:spPr>
            <a:xfrm>
              <a:off x="370502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0" name="rc5300"/>
            <p:cNvSpPr/>
            <p:nvPr/>
          </p:nvSpPr>
          <p:spPr>
            <a:xfrm>
              <a:off x="370502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1" name="rc5301"/>
            <p:cNvSpPr/>
            <p:nvPr/>
          </p:nvSpPr>
          <p:spPr>
            <a:xfrm>
              <a:off x="370502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2" name="rc5302"/>
            <p:cNvSpPr/>
            <p:nvPr/>
          </p:nvSpPr>
          <p:spPr>
            <a:xfrm>
              <a:off x="370502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3" name="rc5303"/>
            <p:cNvSpPr/>
            <p:nvPr/>
          </p:nvSpPr>
          <p:spPr>
            <a:xfrm>
              <a:off x="370502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4" name="rc5304"/>
            <p:cNvSpPr/>
            <p:nvPr/>
          </p:nvSpPr>
          <p:spPr>
            <a:xfrm>
              <a:off x="370502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5" name="rc5305"/>
            <p:cNvSpPr/>
            <p:nvPr/>
          </p:nvSpPr>
          <p:spPr>
            <a:xfrm>
              <a:off x="370502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6" name="rc5306"/>
            <p:cNvSpPr/>
            <p:nvPr/>
          </p:nvSpPr>
          <p:spPr>
            <a:xfrm>
              <a:off x="370502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7" name="rc5307"/>
            <p:cNvSpPr/>
            <p:nvPr/>
          </p:nvSpPr>
          <p:spPr>
            <a:xfrm>
              <a:off x="372336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8" name="rc5308"/>
            <p:cNvSpPr/>
            <p:nvPr/>
          </p:nvSpPr>
          <p:spPr>
            <a:xfrm>
              <a:off x="372336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9" name="rc5309"/>
            <p:cNvSpPr/>
            <p:nvPr/>
          </p:nvSpPr>
          <p:spPr>
            <a:xfrm>
              <a:off x="372336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0" name="rc5310"/>
            <p:cNvSpPr/>
            <p:nvPr/>
          </p:nvSpPr>
          <p:spPr>
            <a:xfrm>
              <a:off x="372336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1" name="rc5311"/>
            <p:cNvSpPr/>
            <p:nvPr/>
          </p:nvSpPr>
          <p:spPr>
            <a:xfrm>
              <a:off x="372336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2" name="rc5312"/>
            <p:cNvSpPr/>
            <p:nvPr/>
          </p:nvSpPr>
          <p:spPr>
            <a:xfrm>
              <a:off x="372336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3" name="rc5313"/>
            <p:cNvSpPr/>
            <p:nvPr/>
          </p:nvSpPr>
          <p:spPr>
            <a:xfrm>
              <a:off x="372336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4" name="rc5314"/>
            <p:cNvSpPr/>
            <p:nvPr/>
          </p:nvSpPr>
          <p:spPr>
            <a:xfrm>
              <a:off x="372336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5" name="rc5315"/>
            <p:cNvSpPr/>
            <p:nvPr/>
          </p:nvSpPr>
          <p:spPr>
            <a:xfrm>
              <a:off x="374170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6" name="rc5316"/>
            <p:cNvSpPr/>
            <p:nvPr/>
          </p:nvSpPr>
          <p:spPr>
            <a:xfrm>
              <a:off x="374170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7" name="rc5317"/>
            <p:cNvSpPr/>
            <p:nvPr/>
          </p:nvSpPr>
          <p:spPr>
            <a:xfrm>
              <a:off x="37417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8" name="rc5318"/>
            <p:cNvSpPr/>
            <p:nvPr/>
          </p:nvSpPr>
          <p:spPr>
            <a:xfrm>
              <a:off x="37417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9" name="rc5319"/>
            <p:cNvSpPr/>
            <p:nvPr/>
          </p:nvSpPr>
          <p:spPr>
            <a:xfrm>
              <a:off x="37417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0" name="rc5320"/>
            <p:cNvSpPr/>
            <p:nvPr/>
          </p:nvSpPr>
          <p:spPr>
            <a:xfrm>
              <a:off x="374170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1" name="rc5321"/>
            <p:cNvSpPr/>
            <p:nvPr/>
          </p:nvSpPr>
          <p:spPr>
            <a:xfrm>
              <a:off x="37417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2" name="rc5322"/>
            <p:cNvSpPr/>
            <p:nvPr/>
          </p:nvSpPr>
          <p:spPr>
            <a:xfrm>
              <a:off x="37417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3" name="rc5323"/>
            <p:cNvSpPr/>
            <p:nvPr/>
          </p:nvSpPr>
          <p:spPr>
            <a:xfrm>
              <a:off x="376003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4" name="rc5324"/>
            <p:cNvSpPr/>
            <p:nvPr/>
          </p:nvSpPr>
          <p:spPr>
            <a:xfrm>
              <a:off x="376003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5" name="rc5325"/>
            <p:cNvSpPr/>
            <p:nvPr/>
          </p:nvSpPr>
          <p:spPr>
            <a:xfrm>
              <a:off x="376003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6" name="rc5326"/>
            <p:cNvSpPr/>
            <p:nvPr/>
          </p:nvSpPr>
          <p:spPr>
            <a:xfrm>
              <a:off x="376003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7" name="rc5327"/>
            <p:cNvSpPr/>
            <p:nvPr/>
          </p:nvSpPr>
          <p:spPr>
            <a:xfrm>
              <a:off x="376003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8" name="rc5328"/>
            <p:cNvSpPr/>
            <p:nvPr/>
          </p:nvSpPr>
          <p:spPr>
            <a:xfrm>
              <a:off x="376003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9" name="rc5329"/>
            <p:cNvSpPr/>
            <p:nvPr/>
          </p:nvSpPr>
          <p:spPr>
            <a:xfrm>
              <a:off x="376003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0" name="rc5330"/>
            <p:cNvSpPr/>
            <p:nvPr/>
          </p:nvSpPr>
          <p:spPr>
            <a:xfrm>
              <a:off x="376003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1" name="rc5331"/>
            <p:cNvSpPr/>
            <p:nvPr/>
          </p:nvSpPr>
          <p:spPr>
            <a:xfrm>
              <a:off x="377837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2" name="rc5332"/>
            <p:cNvSpPr/>
            <p:nvPr/>
          </p:nvSpPr>
          <p:spPr>
            <a:xfrm>
              <a:off x="377837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3" name="rc5333"/>
            <p:cNvSpPr/>
            <p:nvPr/>
          </p:nvSpPr>
          <p:spPr>
            <a:xfrm>
              <a:off x="377837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4" name="rc5334"/>
            <p:cNvSpPr/>
            <p:nvPr/>
          </p:nvSpPr>
          <p:spPr>
            <a:xfrm>
              <a:off x="377837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5" name="rc5335"/>
            <p:cNvSpPr/>
            <p:nvPr/>
          </p:nvSpPr>
          <p:spPr>
            <a:xfrm>
              <a:off x="377837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6" name="rc5336"/>
            <p:cNvSpPr/>
            <p:nvPr/>
          </p:nvSpPr>
          <p:spPr>
            <a:xfrm>
              <a:off x="377837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7" name="rc5337"/>
            <p:cNvSpPr/>
            <p:nvPr/>
          </p:nvSpPr>
          <p:spPr>
            <a:xfrm>
              <a:off x="377837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8" name="rc5338"/>
            <p:cNvSpPr/>
            <p:nvPr/>
          </p:nvSpPr>
          <p:spPr>
            <a:xfrm>
              <a:off x="377837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9" name="rc5339"/>
            <p:cNvSpPr/>
            <p:nvPr/>
          </p:nvSpPr>
          <p:spPr>
            <a:xfrm>
              <a:off x="379671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0" name="rc5340"/>
            <p:cNvSpPr/>
            <p:nvPr/>
          </p:nvSpPr>
          <p:spPr>
            <a:xfrm>
              <a:off x="379671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1" name="rc5341"/>
            <p:cNvSpPr/>
            <p:nvPr/>
          </p:nvSpPr>
          <p:spPr>
            <a:xfrm>
              <a:off x="379671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2" name="rc5342"/>
            <p:cNvSpPr/>
            <p:nvPr/>
          </p:nvSpPr>
          <p:spPr>
            <a:xfrm>
              <a:off x="379671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3" name="rc5343"/>
            <p:cNvSpPr/>
            <p:nvPr/>
          </p:nvSpPr>
          <p:spPr>
            <a:xfrm>
              <a:off x="379671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4" name="rc5344"/>
            <p:cNvSpPr/>
            <p:nvPr/>
          </p:nvSpPr>
          <p:spPr>
            <a:xfrm>
              <a:off x="379671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5" name="rc5345"/>
            <p:cNvSpPr/>
            <p:nvPr/>
          </p:nvSpPr>
          <p:spPr>
            <a:xfrm>
              <a:off x="379671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6" name="rc5346"/>
            <p:cNvSpPr/>
            <p:nvPr/>
          </p:nvSpPr>
          <p:spPr>
            <a:xfrm>
              <a:off x="379671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7" name="rc5347"/>
            <p:cNvSpPr/>
            <p:nvPr/>
          </p:nvSpPr>
          <p:spPr>
            <a:xfrm>
              <a:off x="381504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8" name="rc5348"/>
            <p:cNvSpPr/>
            <p:nvPr/>
          </p:nvSpPr>
          <p:spPr>
            <a:xfrm>
              <a:off x="381504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9" name="rc5349"/>
            <p:cNvSpPr/>
            <p:nvPr/>
          </p:nvSpPr>
          <p:spPr>
            <a:xfrm>
              <a:off x="381504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0" name="rc5350"/>
            <p:cNvSpPr/>
            <p:nvPr/>
          </p:nvSpPr>
          <p:spPr>
            <a:xfrm>
              <a:off x="381504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1" name="rc5351"/>
            <p:cNvSpPr/>
            <p:nvPr/>
          </p:nvSpPr>
          <p:spPr>
            <a:xfrm>
              <a:off x="381504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2" name="rc5352"/>
            <p:cNvSpPr/>
            <p:nvPr/>
          </p:nvSpPr>
          <p:spPr>
            <a:xfrm>
              <a:off x="381504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3" name="rc5353"/>
            <p:cNvSpPr/>
            <p:nvPr/>
          </p:nvSpPr>
          <p:spPr>
            <a:xfrm>
              <a:off x="381504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4" name="rc5354"/>
            <p:cNvSpPr/>
            <p:nvPr/>
          </p:nvSpPr>
          <p:spPr>
            <a:xfrm>
              <a:off x="381504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5" name="rc5355"/>
            <p:cNvSpPr/>
            <p:nvPr/>
          </p:nvSpPr>
          <p:spPr>
            <a:xfrm>
              <a:off x="383338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6" name="rc5356"/>
            <p:cNvSpPr/>
            <p:nvPr/>
          </p:nvSpPr>
          <p:spPr>
            <a:xfrm>
              <a:off x="383338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7" name="rc5357"/>
            <p:cNvSpPr/>
            <p:nvPr/>
          </p:nvSpPr>
          <p:spPr>
            <a:xfrm>
              <a:off x="383338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8" name="rc5358"/>
            <p:cNvSpPr/>
            <p:nvPr/>
          </p:nvSpPr>
          <p:spPr>
            <a:xfrm>
              <a:off x="383338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9" name="rc5359"/>
            <p:cNvSpPr/>
            <p:nvPr/>
          </p:nvSpPr>
          <p:spPr>
            <a:xfrm>
              <a:off x="383338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0" name="rc5360"/>
            <p:cNvSpPr/>
            <p:nvPr/>
          </p:nvSpPr>
          <p:spPr>
            <a:xfrm>
              <a:off x="383338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1" name="rc5361"/>
            <p:cNvSpPr/>
            <p:nvPr/>
          </p:nvSpPr>
          <p:spPr>
            <a:xfrm>
              <a:off x="383338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2" name="rc5362"/>
            <p:cNvSpPr/>
            <p:nvPr/>
          </p:nvSpPr>
          <p:spPr>
            <a:xfrm>
              <a:off x="383338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3" name="rc5363"/>
            <p:cNvSpPr/>
            <p:nvPr/>
          </p:nvSpPr>
          <p:spPr>
            <a:xfrm>
              <a:off x="385172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4" name="rc5364"/>
            <p:cNvSpPr/>
            <p:nvPr/>
          </p:nvSpPr>
          <p:spPr>
            <a:xfrm>
              <a:off x="385172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5" name="rc5365"/>
            <p:cNvSpPr/>
            <p:nvPr/>
          </p:nvSpPr>
          <p:spPr>
            <a:xfrm>
              <a:off x="385172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6" name="rc5366"/>
            <p:cNvSpPr/>
            <p:nvPr/>
          </p:nvSpPr>
          <p:spPr>
            <a:xfrm>
              <a:off x="385172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7" name="rc5367"/>
            <p:cNvSpPr/>
            <p:nvPr/>
          </p:nvSpPr>
          <p:spPr>
            <a:xfrm>
              <a:off x="385172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8" name="rc5368"/>
            <p:cNvSpPr/>
            <p:nvPr/>
          </p:nvSpPr>
          <p:spPr>
            <a:xfrm>
              <a:off x="385172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9" name="rc5369"/>
            <p:cNvSpPr/>
            <p:nvPr/>
          </p:nvSpPr>
          <p:spPr>
            <a:xfrm>
              <a:off x="385172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0" name="rc5370"/>
            <p:cNvSpPr/>
            <p:nvPr/>
          </p:nvSpPr>
          <p:spPr>
            <a:xfrm>
              <a:off x="385172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1" name="rc5371"/>
            <p:cNvSpPr/>
            <p:nvPr/>
          </p:nvSpPr>
          <p:spPr>
            <a:xfrm>
              <a:off x="387006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2" name="rc5372"/>
            <p:cNvSpPr/>
            <p:nvPr/>
          </p:nvSpPr>
          <p:spPr>
            <a:xfrm>
              <a:off x="387006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3" name="rc5373"/>
            <p:cNvSpPr/>
            <p:nvPr/>
          </p:nvSpPr>
          <p:spPr>
            <a:xfrm>
              <a:off x="387006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4" name="rc5374"/>
            <p:cNvSpPr/>
            <p:nvPr/>
          </p:nvSpPr>
          <p:spPr>
            <a:xfrm>
              <a:off x="387006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5" name="rc5375"/>
            <p:cNvSpPr/>
            <p:nvPr/>
          </p:nvSpPr>
          <p:spPr>
            <a:xfrm>
              <a:off x="387006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6" name="rc5376"/>
            <p:cNvSpPr/>
            <p:nvPr/>
          </p:nvSpPr>
          <p:spPr>
            <a:xfrm>
              <a:off x="387006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7" name="rc5377"/>
            <p:cNvSpPr/>
            <p:nvPr/>
          </p:nvSpPr>
          <p:spPr>
            <a:xfrm>
              <a:off x="387006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8" name="rc5378"/>
            <p:cNvSpPr/>
            <p:nvPr/>
          </p:nvSpPr>
          <p:spPr>
            <a:xfrm>
              <a:off x="387006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9" name="rc5379"/>
            <p:cNvSpPr/>
            <p:nvPr/>
          </p:nvSpPr>
          <p:spPr>
            <a:xfrm>
              <a:off x="388839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0" name="rc5380"/>
            <p:cNvSpPr/>
            <p:nvPr/>
          </p:nvSpPr>
          <p:spPr>
            <a:xfrm>
              <a:off x="388839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1" name="rc5381"/>
            <p:cNvSpPr/>
            <p:nvPr/>
          </p:nvSpPr>
          <p:spPr>
            <a:xfrm>
              <a:off x="388839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2" name="rc5382"/>
            <p:cNvSpPr/>
            <p:nvPr/>
          </p:nvSpPr>
          <p:spPr>
            <a:xfrm>
              <a:off x="388839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3" name="rc5383"/>
            <p:cNvSpPr/>
            <p:nvPr/>
          </p:nvSpPr>
          <p:spPr>
            <a:xfrm>
              <a:off x="388839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4" name="rc5384"/>
            <p:cNvSpPr/>
            <p:nvPr/>
          </p:nvSpPr>
          <p:spPr>
            <a:xfrm>
              <a:off x="388839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5" name="rc5385"/>
            <p:cNvSpPr/>
            <p:nvPr/>
          </p:nvSpPr>
          <p:spPr>
            <a:xfrm>
              <a:off x="388839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6" name="rc5386"/>
            <p:cNvSpPr/>
            <p:nvPr/>
          </p:nvSpPr>
          <p:spPr>
            <a:xfrm>
              <a:off x="388839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7" name="rc5387"/>
            <p:cNvSpPr/>
            <p:nvPr/>
          </p:nvSpPr>
          <p:spPr>
            <a:xfrm>
              <a:off x="390673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8" name="rc5388"/>
            <p:cNvSpPr/>
            <p:nvPr/>
          </p:nvSpPr>
          <p:spPr>
            <a:xfrm>
              <a:off x="390673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9" name="rc5389"/>
            <p:cNvSpPr/>
            <p:nvPr/>
          </p:nvSpPr>
          <p:spPr>
            <a:xfrm>
              <a:off x="390673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0" name="rc5390"/>
            <p:cNvSpPr/>
            <p:nvPr/>
          </p:nvSpPr>
          <p:spPr>
            <a:xfrm>
              <a:off x="390673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1" name="rc5391"/>
            <p:cNvSpPr/>
            <p:nvPr/>
          </p:nvSpPr>
          <p:spPr>
            <a:xfrm>
              <a:off x="390673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2" name="rc5392"/>
            <p:cNvSpPr/>
            <p:nvPr/>
          </p:nvSpPr>
          <p:spPr>
            <a:xfrm>
              <a:off x="390673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3" name="rc5393"/>
            <p:cNvSpPr/>
            <p:nvPr/>
          </p:nvSpPr>
          <p:spPr>
            <a:xfrm>
              <a:off x="390673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4" name="rc5394"/>
            <p:cNvSpPr/>
            <p:nvPr/>
          </p:nvSpPr>
          <p:spPr>
            <a:xfrm>
              <a:off x="390673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5" name="rc5395"/>
            <p:cNvSpPr/>
            <p:nvPr/>
          </p:nvSpPr>
          <p:spPr>
            <a:xfrm>
              <a:off x="392507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6" name="rc5396"/>
            <p:cNvSpPr/>
            <p:nvPr/>
          </p:nvSpPr>
          <p:spPr>
            <a:xfrm>
              <a:off x="392507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7" name="rc5397"/>
            <p:cNvSpPr/>
            <p:nvPr/>
          </p:nvSpPr>
          <p:spPr>
            <a:xfrm>
              <a:off x="392507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8" name="rc5398"/>
            <p:cNvSpPr/>
            <p:nvPr/>
          </p:nvSpPr>
          <p:spPr>
            <a:xfrm>
              <a:off x="392507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9" name="rc5399"/>
            <p:cNvSpPr/>
            <p:nvPr/>
          </p:nvSpPr>
          <p:spPr>
            <a:xfrm>
              <a:off x="392507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0" name="rc5400"/>
            <p:cNvSpPr/>
            <p:nvPr/>
          </p:nvSpPr>
          <p:spPr>
            <a:xfrm>
              <a:off x="392507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1" name="rc5401"/>
            <p:cNvSpPr/>
            <p:nvPr/>
          </p:nvSpPr>
          <p:spPr>
            <a:xfrm>
              <a:off x="392507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2" name="rc5402"/>
            <p:cNvSpPr/>
            <p:nvPr/>
          </p:nvSpPr>
          <p:spPr>
            <a:xfrm>
              <a:off x="392507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3" name="rc5403"/>
            <p:cNvSpPr/>
            <p:nvPr/>
          </p:nvSpPr>
          <p:spPr>
            <a:xfrm>
              <a:off x="394340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4" name="rc5404"/>
            <p:cNvSpPr/>
            <p:nvPr/>
          </p:nvSpPr>
          <p:spPr>
            <a:xfrm>
              <a:off x="394340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5" name="rc5405"/>
            <p:cNvSpPr/>
            <p:nvPr/>
          </p:nvSpPr>
          <p:spPr>
            <a:xfrm>
              <a:off x="394340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6" name="rc5406"/>
            <p:cNvSpPr/>
            <p:nvPr/>
          </p:nvSpPr>
          <p:spPr>
            <a:xfrm>
              <a:off x="394340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7" name="rc5407"/>
            <p:cNvSpPr/>
            <p:nvPr/>
          </p:nvSpPr>
          <p:spPr>
            <a:xfrm>
              <a:off x="394340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8" name="rc5408"/>
            <p:cNvSpPr/>
            <p:nvPr/>
          </p:nvSpPr>
          <p:spPr>
            <a:xfrm>
              <a:off x="394340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9" name="rc5409"/>
            <p:cNvSpPr/>
            <p:nvPr/>
          </p:nvSpPr>
          <p:spPr>
            <a:xfrm>
              <a:off x="394340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0" name="rc5410"/>
            <p:cNvSpPr/>
            <p:nvPr/>
          </p:nvSpPr>
          <p:spPr>
            <a:xfrm>
              <a:off x="394340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1" name="rc5411"/>
            <p:cNvSpPr/>
            <p:nvPr/>
          </p:nvSpPr>
          <p:spPr>
            <a:xfrm>
              <a:off x="396174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2" name="rc5412"/>
            <p:cNvSpPr/>
            <p:nvPr/>
          </p:nvSpPr>
          <p:spPr>
            <a:xfrm>
              <a:off x="396174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3" name="rc5413"/>
            <p:cNvSpPr/>
            <p:nvPr/>
          </p:nvSpPr>
          <p:spPr>
            <a:xfrm>
              <a:off x="396174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4" name="rc5414"/>
            <p:cNvSpPr/>
            <p:nvPr/>
          </p:nvSpPr>
          <p:spPr>
            <a:xfrm>
              <a:off x="396174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5" name="rc5415"/>
            <p:cNvSpPr/>
            <p:nvPr/>
          </p:nvSpPr>
          <p:spPr>
            <a:xfrm>
              <a:off x="396174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6" name="rc5416"/>
            <p:cNvSpPr/>
            <p:nvPr/>
          </p:nvSpPr>
          <p:spPr>
            <a:xfrm>
              <a:off x="396174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7" name="rc5417"/>
            <p:cNvSpPr/>
            <p:nvPr/>
          </p:nvSpPr>
          <p:spPr>
            <a:xfrm>
              <a:off x="396174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8" name="rc5418"/>
            <p:cNvSpPr/>
            <p:nvPr/>
          </p:nvSpPr>
          <p:spPr>
            <a:xfrm>
              <a:off x="396174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9" name="rc5419"/>
            <p:cNvSpPr/>
            <p:nvPr/>
          </p:nvSpPr>
          <p:spPr>
            <a:xfrm>
              <a:off x="398008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0" name="rc5420"/>
            <p:cNvSpPr/>
            <p:nvPr/>
          </p:nvSpPr>
          <p:spPr>
            <a:xfrm>
              <a:off x="398008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1" name="rc5421"/>
            <p:cNvSpPr/>
            <p:nvPr/>
          </p:nvSpPr>
          <p:spPr>
            <a:xfrm>
              <a:off x="398008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2" name="rc5422"/>
            <p:cNvSpPr/>
            <p:nvPr/>
          </p:nvSpPr>
          <p:spPr>
            <a:xfrm>
              <a:off x="398008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3" name="rc5423"/>
            <p:cNvSpPr/>
            <p:nvPr/>
          </p:nvSpPr>
          <p:spPr>
            <a:xfrm>
              <a:off x="398008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4" name="rc5424"/>
            <p:cNvSpPr/>
            <p:nvPr/>
          </p:nvSpPr>
          <p:spPr>
            <a:xfrm>
              <a:off x="398008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5" name="rc5425"/>
            <p:cNvSpPr/>
            <p:nvPr/>
          </p:nvSpPr>
          <p:spPr>
            <a:xfrm>
              <a:off x="398008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6" name="rc5426"/>
            <p:cNvSpPr/>
            <p:nvPr/>
          </p:nvSpPr>
          <p:spPr>
            <a:xfrm>
              <a:off x="398008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7" name="rc5427"/>
            <p:cNvSpPr/>
            <p:nvPr/>
          </p:nvSpPr>
          <p:spPr>
            <a:xfrm>
              <a:off x="399842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8" name="rc5428"/>
            <p:cNvSpPr/>
            <p:nvPr/>
          </p:nvSpPr>
          <p:spPr>
            <a:xfrm>
              <a:off x="399842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9" name="rc5429"/>
            <p:cNvSpPr/>
            <p:nvPr/>
          </p:nvSpPr>
          <p:spPr>
            <a:xfrm>
              <a:off x="399842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0" name="rc5430"/>
            <p:cNvSpPr/>
            <p:nvPr/>
          </p:nvSpPr>
          <p:spPr>
            <a:xfrm>
              <a:off x="399842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1" name="rc5431"/>
            <p:cNvSpPr/>
            <p:nvPr/>
          </p:nvSpPr>
          <p:spPr>
            <a:xfrm>
              <a:off x="399842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2" name="rc5432"/>
            <p:cNvSpPr/>
            <p:nvPr/>
          </p:nvSpPr>
          <p:spPr>
            <a:xfrm>
              <a:off x="399842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3" name="rc5433"/>
            <p:cNvSpPr/>
            <p:nvPr/>
          </p:nvSpPr>
          <p:spPr>
            <a:xfrm>
              <a:off x="399842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4" name="rc5434"/>
            <p:cNvSpPr/>
            <p:nvPr/>
          </p:nvSpPr>
          <p:spPr>
            <a:xfrm>
              <a:off x="399842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5" name="rc5435"/>
            <p:cNvSpPr/>
            <p:nvPr/>
          </p:nvSpPr>
          <p:spPr>
            <a:xfrm>
              <a:off x="401675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6" name="rc5436"/>
            <p:cNvSpPr/>
            <p:nvPr/>
          </p:nvSpPr>
          <p:spPr>
            <a:xfrm>
              <a:off x="401675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7" name="rc5437"/>
            <p:cNvSpPr/>
            <p:nvPr/>
          </p:nvSpPr>
          <p:spPr>
            <a:xfrm>
              <a:off x="401675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8" name="rc5438"/>
            <p:cNvSpPr/>
            <p:nvPr/>
          </p:nvSpPr>
          <p:spPr>
            <a:xfrm>
              <a:off x="401675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9" name="rc5439"/>
            <p:cNvSpPr/>
            <p:nvPr/>
          </p:nvSpPr>
          <p:spPr>
            <a:xfrm>
              <a:off x="401675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0" name="rc5440"/>
            <p:cNvSpPr/>
            <p:nvPr/>
          </p:nvSpPr>
          <p:spPr>
            <a:xfrm>
              <a:off x="401675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1" name="rc5441"/>
            <p:cNvSpPr/>
            <p:nvPr/>
          </p:nvSpPr>
          <p:spPr>
            <a:xfrm>
              <a:off x="401675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2" name="rc5442"/>
            <p:cNvSpPr/>
            <p:nvPr/>
          </p:nvSpPr>
          <p:spPr>
            <a:xfrm>
              <a:off x="401675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3" name="rc5443"/>
            <p:cNvSpPr/>
            <p:nvPr/>
          </p:nvSpPr>
          <p:spPr>
            <a:xfrm>
              <a:off x="403509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4" name="rc5444"/>
            <p:cNvSpPr/>
            <p:nvPr/>
          </p:nvSpPr>
          <p:spPr>
            <a:xfrm>
              <a:off x="403509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5" name="rc5445"/>
            <p:cNvSpPr/>
            <p:nvPr/>
          </p:nvSpPr>
          <p:spPr>
            <a:xfrm>
              <a:off x="403509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6" name="rc5446"/>
            <p:cNvSpPr/>
            <p:nvPr/>
          </p:nvSpPr>
          <p:spPr>
            <a:xfrm>
              <a:off x="403509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7" name="rc5447"/>
            <p:cNvSpPr/>
            <p:nvPr/>
          </p:nvSpPr>
          <p:spPr>
            <a:xfrm>
              <a:off x="403509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8" name="rc5448"/>
            <p:cNvSpPr/>
            <p:nvPr/>
          </p:nvSpPr>
          <p:spPr>
            <a:xfrm>
              <a:off x="403509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9" name="rc5449"/>
            <p:cNvSpPr/>
            <p:nvPr/>
          </p:nvSpPr>
          <p:spPr>
            <a:xfrm>
              <a:off x="403509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0" name="rc5450"/>
            <p:cNvSpPr/>
            <p:nvPr/>
          </p:nvSpPr>
          <p:spPr>
            <a:xfrm>
              <a:off x="403509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1" name="rc5451"/>
            <p:cNvSpPr/>
            <p:nvPr/>
          </p:nvSpPr>
          <p:spPr>
            <a:xfrm>
              <a:off x="405343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2" name="rc5452"/>
            <p:cNvSpPr/>
            <p:nvPr/>
          </p:nvSpPr>
          <p:spPr>
            <a:xfrm>
              <a:off x="405343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3" name="rc5453"/>
            <p:cNvSpPr/>
            <p:nvPr/>
          </p:nvSpPr>
          <p:spPr>
            <a:xfrm>
              <a:off x="405343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4" name="rc5454"/>
            <p:cNvSpPr/>
            <p:nvPr/>
          </p:nvSpPr>
          <p:spPr>
            <a:xfrm>
              <a:off x="405343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5" name="rc5455"/>
            <p:cNvSpPr/>
            <p:nvPr/>
          </p:nvSpPr>
          <p:spPr>
            <a:xfrm>
              <a:off x="405343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6" name="rc5456"/>
            <p:cNvSpPr/>
            <p:nvPr/>
          </p:nvSpPr>
          <p:spPr>
            <a:xfrm>
              <a:off x="405343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7" name="rc5457"/>
            <p:cNvSpPr/>
            <p:nvPr/>
          </p:nvSpPr>
          <p:spPr>
            <a:xfrm>
              <a:off x="405343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8" name="rc5458"/>
            <p:cNvSpPr/>
            <p:nvPr/>
          </p:nvSpPr>
          <p:spPr>
            <a:xfrm>
              <a:off x="405343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9" name="rc5459"/>
            <p:cNvSpPr/>
            <p:nvPr/>
          </p:nvSpPr>
          <p:spPr>
            <a:xfrm>
              <a:off x="407177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0" name="rc5460"/>
            <p:cNvSpPr/>
            <p:nvPr/>
          </p:nvSpPr>
          <p:spPr>
            <a:xfrm>
              <a:off x="407177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1" name="rc5461"/>
            <p:cNvSpPr/>
            <p:nvPr/>
          </p:nvSpPr>
          <p:spPr>
            <a:xfrm>
              <a:off x="407177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2" name="rc5462"/>
            <p:cNvSpPr/>
            <p:nvPr/>
          </p:nvSpPr>
          <p:spPr>
            <a:xfrm>
              <a:off x="407177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3" name="rc5463"/>
            <p:cNvSpPr/>
            <p:nvPr/>
          </p:nvSpPr>
          <p:spPr>
            <a:xfrm>
              <a:off x="407177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4" name="rc5464"/>
            <p:cNvSpPr/>
            <p:nvPr/>
          </p:nvSpPr>
          <p:spPr>
            <a:xfrm>
              <a:off x="407177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5" name="rc5465"/>
            <p:cNvSpPr/>
            <p:nvPr/>
          </p:nvSpPr>
          <p:spPr>
            <a:xfrm>
              <a:off x="407177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6" name="rc5466"/>
            <p:cNvSpPr/>
            <p:nvPr/>
          </p:nvSpPr>
          <p:spPr>
            <a:xfrm>
              <a:off x="407177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7" name="rc5467"/>
            <p:cNvSpPr/>
            <p:nvPr/>
          </p:nvSpPr>
          <p:spPr>
            <a:xfrm>
              <a:off x="409010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8" name="rc5468"/>
            <p:cNvSpPr/>
            <p:nvPr/>
          </p:nvSpPr>
          <p:spPr>
            <a:xfrm>
              <a:off x="409010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9" name="rc5469"/>
            <p:cNvSpPr/>
            <p:nvPr/>
          </p:nvSpPr>
          <p:spPr>
            <a:xfrm>
              <a:off x="409010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0" name="rc5470"/>
            <p:cNvSpPr/>
            <p:nvPr/>
          </p:nvSpPr>
          <p:spPr>
            <a:xfrm>
              <a:off x="409010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1" name="rc5471"/>
            <p:cNvSpPr/>
            <p:nvPr/>
          </p:nvSpPr>
          <p:spPr>
            <a:xfrm>
              <a:off x="409010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2" name="rc5472"/>
            <p:cNvSpPr/>
            <p:nvPr/>
          </p:nvSpPr>
          <p:spPr>
            <a:xfrm>
              <a:off x="409010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3" name="rc5473"/>
            <p:cNvSpPr/>
            <p:nvPr/>
          </p:nvSpPr>
          <p:spPr>
            <a:xfrm>
              <a:off x="409010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4" name="rc5474"/>
            <p:cNvSpPr/>
            <p:nvPr/>
          </p:nvSpPr>
          <p:spPr>
            <a:xfrm>
              <a:off x="409010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5" name="rc5475"/>
            <p:cNvSpPr/>
            <p:nvPr/>
          </p:nvSpPr>
          <p:spPr>
            <a:xfrm>
              <a:off x="410844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6" name="rc5476"/>
            <p:cNvSpPr/>
            <p:nvPr/>
          </p:nvSpPr>
          <p:spPr>
            <a:xfrm>
              <a:off x="410844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7" name="rc5477"/>
            <p:cNvSpPr/>
            <p:nvPr/>
          </p:nvSpPr>
          <p:spPr>
            <a:xfrm>
              <a:off x="410844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8" name="rc5478"/>
            <p:cNvSpPr/>
            <p:nvPr/>
          </p:nvSpPr>
          <p:spPr>
            <a:xfrm>
              <a:off x="410844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9" name="rc5479"/>
            <p:cNvSpPr/>
            <p:nvPr/>
          </p:nvSpPr>
          <p:spPr>
            <a:xfrm>
              <a:off x="410844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0" name="rc5480"/>
            <p:cNvSpPr/>
            <p:nvPr/>
          </p:nvSpPr>
          <p:spPr>
            <a:xfrm>
              <a:off x="410844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1" name="rc5481"/>
            <p:cNvSpPr/>
            <p:nvPr/>
          </p:nvSpPr>
          <p:spPr>
            <a:xfrm>
              <a:off x="410844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2" name="rc5482"/>
            <p:cNvSpPr/>
            <p:nvPr/>
          </p:nvSpPr>
          <p:spPr>
            <a:xfrm>
              <a:off x="410844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3" name="rc5483"/>
            <p:cNvSpPr/>
            <p:nvPr/>
          </p:nvSpPr>
          <p:spPr>
            <a:xfrm>
              <a:off x="412678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4" name="rc5484"/>
            <p:cNvSpPr/>
            <p:nvPr/>
          </p:nvSpPr>
          <p:spPr>
            <a:xfrm>
              <a:off x="412678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5" name="rc5485"/>
            <p:cNvSpPr/>
            <p:nvPr/>
          </p:nvSpPr>
          <p:spPr>
            <a:xfrm>
              <a:off x="412678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6" name="rc5486"/>
            <p:cNvSpPr/>
            <p:nvPr/>
          </p:nvSpPr>
          <p:spPr>
            <a:xfrm>
              <a:off x="412678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7" name="rc5487"/>
            <p:cNvSpPr/>
            <p:nvPr/>
          </p:nvSpPr>
          <p:spPr>
            <a:xfrm>
              <a:off x="412678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8" name="rc5488"/>
            <p:cNvSpPr/>
            <p:nvPr/>
          </p:nvSpPr>
          <p:spPr>
            <a:xfrm>
              <a:off x="412678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9" name="rc5489"/>
            <p:cNvSpPr/>
            <p:nvPr/>
          </p:nvSpPr>
          <p:spPr>
            <a:xfrm>
              <a:off x="412678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0" name="rc5490"/>
            <p:cNvSpPr/>
            <p:nvPr/>
          </p:nvSpPr>
          <p:spPr>
            <a:xfrm>
              <a:off x="412678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1" name="rc5491"/>
            <p:cNvSpPr/>
            <p:nvPr/>
          </p:nvSpPr>
          <p:spPr>
            <a:xfrm>
              <a:off x="414511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2" name="rc5492"/>
            <p:cNvSpPr/>
            <p:nvPr/>
          </p:nvSpPr>
          <p:spPr>
            <a:xfrm>
              <a:off x="414511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3" name="rc5493"/>
            <p:cNvSpPr/>
            <p:nvPr/>
          </p:nvSpPr>
          <p:spPr>
            <a:xfrm>
              <a:off x="414511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4" name="rc5494"/>
            <p:cNvSpPr/>
            <p:nvPr/>
          </p:nvSpPr>
          <p:spPr>
            <a:xfrm>
              <a:off x="414511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5" name="rc5495"/>
            <p:cNvSpPr/>
            <p:nvPr/>
          </p:nvSpPr>
          <p:spPr>
            <a:xfrm>
              <a:off x="414511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6" name="rc5496"/>
            <p:cNvSpPr/>
            <p:nvPr/>
          </p:nvSpPr>
          <p:spPr>
            <a:xfrm>
              <a:off x="414511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7" name="rc5497"/>
            <p:cNvSpPr/>
            <p:nvPr/>
          </p:nvSpPr>
          <p:spPr>
            <a:xfrm>
              <a:off x="414511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8" name="rc5498"/>
            <p:cNvSpPr/>
            <p:nvPr/>
          </p:nvSpPr>
          <p:spPr>
            <a:xfrm>
              <a:off x="414511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9" name="rc5499"/>
            <p:cNvSpPr/>
            <p:nvPr/>
          </p:nvSpPr>
          <p:spPr>
            <a:xfrm>
              <a:off x="416345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0" name="rc5500"/>
            <p:cNvSpPr/>
            <p:nvPr/>
          </p:nvSpPr>
          <p:spPr>
            <a:xfrm>
              <a:off x="416345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1" name="rc5501"/>
            <p:cNvSpPr/>
            <p:nvPr/>
          </p:nvSpPr>
          <p:spPr>
            <a:xfrm>
              <a:off x="416345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2" name="rc5502"/>
            <p:cNvSpPr/>
            <p:nvPr/>
          </p:nvSpPr>
          <p:spPr>
            <a:xfrm>
              <a:off x="416345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3" name="rc5503"/>
            <p:cNvSpPr/>
            <p:nvPr/>
          </p:nvSpPr>
          <p:spPr>
            <a:xfrm>
              <a:off x="416345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4" name="rc5504"/>
            <p:cNvSpPr/>
            <p:nvPr/>
          </p:nvSpPr>
          <p:spPr>
            <a:xfrm>
              <a:off x="416345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5" name="rc5505"/>
            <p:cNvSpPr/>
            <p:nvPr/>
          </p:nvSpPr>
          <p:spPr>
            <a:xfrm>
              <a:off x="416345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6" name="rc5506"/>
            <p:cNvSpPr/>
            <p:nvPr/>
          </p:nvSpPr>
          <p:spPr>
            <a:xfrm>
              <a:off x="416345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7" name="rc5507"/>
            <p:cNvSpPr/>
            <p:nvPr/>
          </p:nvSpPr>
          <p:spPr>
            <a:xfrm>
              <a:off x="418179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8" name="rc5508"/>
            <p:cNvSpPr/>
            <p:nvPr/>
          </p:nvSpPr>
          <p:spPr>
            <a:xfrm>
              <a:off x="418179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9" name="rc5509"/>
            <p:cNvSpPr/>
            <p:nvPr/>
          </p:nvSpPr>
          <p:spPr>
            <a:xfrm>
              <a:off x="418179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0" name="rc5510"/>
            <p:cNvSpPr/>
            <p:nvPr/>
          </p:nvSpPr>
          <p:spPr>
            <a:xfrm>
              <a:off x="418179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1" name="rc5511"/>
            <p:cNvSpPr/>
            <p:nvPr/>
          </p:nvSpPr>
          <p:spPr>
            <a:xfrm>
              <a:off x="418179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2" name="rc5512"/>
            <p:cNvSpPr/>
            <p:nvPr/>
          </p:nvSpPr>
          <p:spPr>
            <a:xfrm>
              <a:off x="418179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3" name="rc5513"/>
            <p:cNvSpPr/>
            <p:nvPr/>
          </p:nvSpPr>
          <p:spPr>
            <a:xfrm>
              <a:off x="418179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4" name="rc5514"/>
            <p:cNvSpPr/>
            <p:nvPr/>
          </p:nvSpPr>
          <p:spPr>
            <a:xfrm>
              <a:off x="418179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5" name="rc5515"/>
            <p:cNvSpPr/>
            <p:nvPr/>
          </p:nvSpPr>
          <p:spPr>
            <a:xfrm>
              <a:off x="4200130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6" name="rc5516"/>
            <p:cNvSpPr/>
            <p:nvPr/>
          </p:nvSpPr>
          <p:spPr>
            <a:xfrm>
              <a:off x="420013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7" name="rc5517"/>
            <p:cNvSpPr/>
            <p:nvPr/>
          </p:nvSpPr>
          <p:spPr>
            <a:xfrm>
              <a:off x="420013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8" name="rc5518"/>
            <p:cNvSpPr/>
            <p:nvPr/>
          </p:nvSpPr>
          <p:spPr>
            <a:xfrm>
              <a:off x="420013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9" name="rc5519"/>
            <p:cNvSpPr/>
            <p:nvPr/>
          </p:nvSpPr>
          <p:spPr>
            <a:xfrm>
              <a:off x="420013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0" name="rc5520"/>
            <p:cNvSpPr/>
            <p:nvPr/>
          </p:nvSpPr>
          <p:spPr>
            <a:xfrm>
              <a:off x="420013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1" name="rc5521"/>
            <p:cNvSpPr/>
            <p:nvPr/>
          </p:nvSpPr>
          <p:spPr>
            <a:xfrm>
              <a:off x="420013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2" name="rc5522"/>
            <p:cNvSpPr/>
            <p:nvPr/>
          </p:nvSpPr>
          <p:spPr>
            <a:xfrm>
              <a:off x="420013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3" name="rc5523"/>
            <p:cNvSpPr/>
            <p:nvPr/>
          </p:nvSpPr>
          <p:spPr>
            <a:xfrm>
              <a:off x="421846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4" name="rc5524"/>
            <p:cNvSpPr/>
            <p:nvPr/>
          </p:nvSpPr>
          <p:spPr>
            <a:xfrm>
              <a:off x="421846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5" name="rc5525"/>
            <p:cNvSpPr/>
            <p:nvPr/>
          </p:nvSpPr>
          <p:spPr>
            <a:xfrm>
              <a:off x="421846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6" name="rc5526"/>
            <p:cNvSpPr/>
            <p:nvPr/>
          </p:nvSpPr>
          <p:spPr>
            <a:xfrm>
              <a:off x="421846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7" name="rc5527"/>
            <p:cNvSpPr/>
            <p:nvPr/>
          </p:nvSpPr>
          <p:spPr>
            <a:xfrm>
              <a:off x="421846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8" name="rc5528"/>
            <p:cNvSpPr/>
            <p:nvPr/>
          </p:nvSpPr>
          <p:spPr>
            <a:xfrm>
              <a:off x="421846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9" name="rc5529"/>
            <p:cNvSpPr/>
            <p:nvPr/>
          </p:nvSpPr>
          <p:spPr>
            <a:xfrm>
              <a:off x="421846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0" name="rc5530"/>
            <p:cNvSpPr/>
            <p:nvPr/>
          </p:nvSpPr>
          <p:spPr>
            <a:xfrm>
              <a:off x="421846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1" name="rc5531"/>
            <p:cNvSpPr/>
            <p:nvPr/>
          </p:nvSpPr>
          <p:spPr>
            <a:xfrm>
              <a:off x="423680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2" name="rc5532"/>
            <p:cNvSpPr/>
            <p:nvPr/>
          </p:nvSpPr>
          <p:spPr>
            <a:xfrm>
              <a:off x="423680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3" name="rc5533"/>
            <p:cNvSpPr/>
            <p:nvPr/>
          </p:nvSpPr>
          <p:spPr>
            <a:xfrm>
              <a:off x="423680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4" name="rc5534"/>
            <p:cNvSpPr/>
            <p:nvPr/>
          </p:nvSpPr>
          <p:spPr>
            <a:xfrm>
              <a:off x="423680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5" name="rc5535"/>
            <p:cNvSpPr/>
            <p:nvPr/>
          </p:nvSpPr>
          <p:spPr>
            <a:xfrm>
              <a:off x="423680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6" name="rc5536"/>
            <p:cNvSpPr/>
            <p:nvPr/>
          </p:nvSpPr>
          <p:spPr>
            <a:xfrm>
              <a:off x="423680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7" name="rc5537"/>
            <p:cNvSpPr/>
            <p:nvPr/>
          </p:nvSpPr>
          <p:spPr>
            <a:xfrm>
              <a:off x="423680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8" name="rc5538"/>
            <p:cNvSpPr/>
            <p:nvPr/>
          </p:nvSpPr>
          <p:spPr>
            <a:xfrm>
              <a:off x="423680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9" name="rc5539"/>
            <p:cNvSpPr/>
            <p:nvPr/>
          </p:nvSpPr>
          <p:spPr>
            <a:xfrm>
              <a:off x="425514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0" name="rc5540"/>
            <p:cNvSpPr/>
            <p:nvPr/>
          </p:nvSpPr>
          <p:spPr>
            <a:xfrm>
              <a:off x="425514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1" name="rc5541"/>
            <p:cNvSpPr/>
            <p:nvPr/>
          </p:nvSpPr>
          <p:spPr>
            <a:xfrm>
              <a:off x="425514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2" name="rc5542"/>
            <p:cNvSpPr/>
            <p:nvPr/>
          </p:nvSpPr>
          <p:spPr>
            <a:xfrm>
              <a:off x="425514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3" name="rc5543"/>
            <p:cNvSpPr/>
            <p:nvPr/>
          </p:nvSpPr>
          <p:spPr>
            <a:xfrm>
              <a:off x="425514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4" name="rc5544"/>
            <p:cNvSpPr/>
            <p:nvPr/>
          </p:nvSpPr>
          <p:spPr>
            <a:xfrm>
              <a:off x="425514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5" name="rc5545"/>
            <p:cNvSpPr/>
            <p:nvPr/>
          </p:nvSpPr>
          <p:spPr>
            <a:xfrm>
              <a:off x="425514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6" name="rc5546"/>
            <p:cNvSpPr/>
            <p:nvPr/>
          </p:nvSpPr>
          <p:spPr>
            <a:xfrm>
              <a:off x="425514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7" name="rc5547"/>
            <p:cNvSpPr/>
            <p:nvPr/>
          </p:nvSpPr>
          <p:spPr>
            <a:xfrm>
              <a:off x="427347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8" name="rc5548"/>
            <p:cNvSpPr/>
            <p:nvPr/>
          </p:nvSpPr>
          <p:spPr>
            <a:xfrm>
              <a:off x="427347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9" name="rc5549"/>
            <p:cNvSpPr/>
            <p:nvPr/>
          </p:nvSpPr>
          <p:spPr>
            <a:xfrm>
              <a:off x="427347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0" name="rc5550"/>
            <p:cNvSpPr/>
            <p:nvPr/>
          </p:nvSpPr>
          <p:spPr>
            <a:xfrm>
              <a:off x="427347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1" name="rc5551"/>
            <p:cNvSpPr/>
            <p:nvPr/>
          </p:nvSpPr>
          <p:spPr>
            <a:xfrm>
              <a:off x="427347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2" name="rc5552"/>
            <p:cNvSpPr/>
            <p:nvPr/>
          </p:nvSpPr>
          <p:spPr>
            <a:xfrm>
              <a:off x="427347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3" name="rc5553"/>
            <p:cNvSpPr/>
            <p:nvPr/>
          </p:nvSpPr>
          <p:spPr>
            <a:xfrm>
              <a:off x="427347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4" name="rc5554"/>
            <p:cNvSpPr/>
            <p:nvPr/>
          </p:nvSpPr>
          <p:spPr>
            <a:xfrm>
              <a:off x="427347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5" name="rc5555"/>
            <p:cNvSpPr/>
            <p:nvPr/>
          </p:nvSpPr>
          <p:spPr>
            <a:xfrm>
              <a:off x="429181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6" name="rc5556"/>
            <p:cNvSpPr/>
            <p:nvPr/>
          </p:nvSpPr>
          <p:spPr>
            <a:xfrm>
              <a:off x="429181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7" name="rc5557"/>
            <p:cNvSpPr/>
            <p:nvPr/>
          </p:nvSpPr>
          <p:spPr>
            <a:xfrm>
              <a:off x="429181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8" name="rc5558"/>
            <p:cNvSpPr/>
            <p:nvPr/>
          </p:nvSpPr>
          <p:spPr>
            <a:xfrm>
              <a:off x="429181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9" name="rc5559"/>
            <p:cNvSpPr/>
            <p:nvPr/>
          </p:nvSpPr>
          <p:spPr>
            <a:xfrm>
              <a:off x="429181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0" name="rc5560"/>
            <p:cNvSpPr/>
            <p:nvPr/>
          </p:nvSpPr>
          <p:spPr>
            <a:xfrm>
              <a:off x="429181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1" name="rc5561"/>
            <p:cNvSpPr/>
            <p:nvPr/>
          </p:nvSpPr>
          <p:spPr>
            <a:xfrm>
              <a:off x="429181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2" name="rc5562"/>
            <p:cNvSpPr/>
            <p:nvPr/>
          </p:nvSpPr>
          <p:spPr>
            <a:xfrm>
              <a:off x="429181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3" name="rc5563"/>
            <p:cNvSpPr/>
            <p:nvPr/>
          </p:nvSpPr>
          <p:spPr>
            <a:xfrm>
              <a:off x="4310153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4" name="rc5564"/>
            <p:cNvSpPr/>
            <p:nvPr/>
          </p:nvSpPr>
          <p:spPr>
            <a:xfrm>
              <a:off x="431015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5" name="rc5565"/>
            <p:cNvSpPr/>
            <p:nvPr/>
          </p:nvSpPr>
          <p:spPr>
            <a:xfrm>
              <a:off x="431015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6" name="rc5566"/>
            <p:cNvSpPr/>
            <p:nvPr/>
          </p:nvSpPr>
          <p:spPr>
            <a:xfrm>
              <a:off x="431015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7" name="rc5567"/>
            <p:cNvSpPr/>
            <p:nvPr/>
          </p:nvSpPr>
          <p:spPr>
            <a:xfrm>
              <a:off x="431015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8" name="rc5568"/>
            <p:cNvSpPr/>
            <p:nvPr/>
          </p:nvSpPr>
          <p:spPr>
            <a:xfrm>
              <a:off x="431015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9" name="rc5569"/>
            <p:cNvSpPr/>
            <p:nvPr/>
          </p:nvSpPr>
          <p:spPr>
            <a:xfrm>
              <a:off x="431015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0" name="rc5570"/>
            <p:cNvSpPr/>
            <p:nvPr/>
          </p:nvSpPr>
          <p:spPr>
            <a:xfrm>
              <a:off x="431015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1" name="rc5571"/>
            <p:cNvSpPr/>
            <p:nvPr/>
          </p:nvSpPr>
          <p:spPr>
            <a:xfrm>
              <a:off x="4328491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2" name="rc5572"/>
            <p:cNvSpPr/>
            <p:nvPr/>
          </p:nvSpPr>
          <p:spPr>
            <a:xfrm>
              <a:off x="432849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3" name="rc5573"/>
            <p:cNvSpPr/>
            <p:nvPr/>
          </p:nvSpPr>
          <p:spPr>
            <a:xfrm>
              <a:off x="43284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4" name="rc5574"/>
            <p:cNvSpPr/>
            <p:nvPr/>
          </p:nvSpPr>
          <p:spPr>
            <a:xfrm>
              <a:off x="432849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5" name="rc5575"/>
            <p:cNvSpPr/>
            <p:nvPr/>
          </p:nvSpPr>
          <p:spPr>
            <a:xfrm>
              <a:off x="43284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6" name="rc5576"/>
            <p:cNvSpPr/>
            <p:nvPr/>
          </p:nvSpPr>
          <p:spPr>
            <a:xfrm>
              <a:off x="43284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7" name="rc5577"/>
            <p:cNvSpPr/>
            <p:nvPr/>
          </p:nvSpPr>
          <p:spPr>
            <a:xfrm>
              <a:off x="432849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8" name="rc5578"/>
            <p:cNvSpPr/>
            <p:nvPr/>
          </p:nvSpPr>
          <p:spPr>
            <a:xfrm>
              <a:off x="43284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9" name="rc5579"/>
            <p:cNvSpPr/>
            <p:nvPr/>
          </p:nvSpPr>
          <p:spPr>
            <a:xfrm>
              <a:off x="434682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0" name="rc5580"/>
            <p:cNvSpPr/>
            <p:nvPr/>
          </p:nvSpPr>
          <p:spPr>
            <a:xfrm>
              <a:off x="434682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1" name="rc5581"/>
            <p:cNvSpPr/>
            <p:nvPr/>
          </p:nvSpPr>
          <p:spPr>
            <a:xfrm>
              <a:off x="434682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2" name="rc5582"/>
            <p:cNvSpPr/>
            <p:nvPr/>
          </p:nvSpPr>
          <p:spPr>
            <a:xfrm>
              <a:off x="434682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3" name="rc5583"/>
            <p:cNvSpPr/>
            <p:nvPr/>
          </p:nvSpPr>
          <p:spPr>
            <a:xfrm>
              <a:off x="434682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4" name="rc5584"/>
            <p:cNvSpPr/>
            <p:nvPr/>
          </p:nvSpPr>
          <p:spPr>
            <a:xfrm>
              <a:off x="434682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5" name="rc5585"/>
            <p:cNvSpPr/>
            <p:nvPr/>
          </p:nvSpPr>
          <p:spPr>
            <a:xfrm>
              <a:off x="434682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6" name="rc5586"/>
            <p:cNvSpPr/>
            <p:nvPr/>
          </p:nvSpPr>
          <p:spPr>
            <a:xfrm>
              <a:off x="434682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7" name="rc5587"/>
            <p:cNvSpPr/>
            <p:nvPr/>
          </p:nvSpPr>
          <p:spPr>
            <a:xfrm>
              <a:off x="4365165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8" name="rc5588"/>
            <p:cNvSpPr/>
            <p:nvPr/>
          </p:nvSpPr>
          <p:spPr>
            <a:xfrm>
              <a:off x="436516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9" name="rc5589"/>
            <p:cNvSpPr/>
            <p:nvPr/>
          </p:nvSpPr>
          <p:spPr>
            <a:xfrm>
              <a:off x="436516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0" name="rc5590"/>
            <p:cNvSpPr/>
            <p:nvPr/>
          </p:nvSpPr>
          <p:spPr>
            <a:xfrm>
              <a:off x="436516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1" name="rc5591"/>
            <p:cNvSpPr/>
            <p:nvPr/>
          </p:nvSpPr>
          <p:spPr>
            <a:xfrm>
              <a:off x="436516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2" name="rc5592"/>
            <p:cNvSpPr/>
            <p:nvPr/>
          </p:nvSpPr>
          <p:spPr>
            <a:xfrm>
              <a:off x="436516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3" name="rc5593"/>
            <p:cNvSpPr/>
            <p:nvPr/>
          </p:nvSpPr>
          <p:spPr>
            <a:xfrm>
              <a:off x="436516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4" name="rc5594"/>
            <p:cNvSpPr/>
            <p:nvPr/>
          </p:nvSpPr>
          <p:spPr>
            <a:xfrm>
              <a:off x="436516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5" name="rc5595"/>
            <p:cNvSpPr/>
            <p:nvPr/>
          </p:nvSpPr>
          <p:spPr>
            <a:xfrm>
              <a:off x="4383502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6" name="rc5596"/>
            <p:cNvSpPr/>
            <p:nvPr/>
          </p:nvSpPr>
          <p:spPr>
            <a:xfrm>
              <a:off x="438350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7" name="rc5597"/>
            <p:cNvSpPr/>
            <p:nvPr/>
          </p:nvSpPr>
          <p:spPr>
            <a:xfrm>
              <a:off x="438350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8" name="rc5598"/>
            <p:cNvSpPr/>
            <p:nvPr/>
          </p:nvSpPr>
          <p:spPr>
            <a:xfrm>
              <a:off x="438350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9" name="rc5599"/>
            <p:cNvSpPr/>
            <p:nvPr/>
          </p:nvSpPr>
          <p:spPr>
            <a:xfrm>
              <a:off x="438350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0" name="rc5600"/>
            <p:cNvSpPr/>
            <p:nvPr/>
          </p:nvSpPr>
          <p:spPr>
            <a:xfrm>
              <a:off x="438350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1" name="rc5601"/>
            <p:cNvSpPr/>
            <p:nvPr/>
          </p:nvSpPr>
          <p:spPr>
            <a:xfrm>
              <a:off x="438350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2" name="rc5602"/>
            <p:cNvSpPr/>
            <p:nvPr/>
          </p:nvSpPr>
          <p:spPr>
            <a:xfrm>
              <a:off x="438350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3" name="rc5603"/>
            <p:cNvSpPr/>
            <p:nvPr/>
          </p:nvSpPr>
          <p:spPr>
            <a:xfrm>
              <a:off x="4401839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4" name="rc5604"/>
            <p:cNvSpPr/>
            <p:nvPr/>
          </p:nvSpPr>
          <p:spPr>
            <a:xfrm>
              <a:off x="440183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5" name="rc5605"/>
            <p:cNvSpPr/>
            <p:nvPr/>
          </p:nvSpPr>
          <p:spPr>
            <a:xfrm>
              <a:off x="440183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6" name="rc5606"/>
            <p:cNvSpPr/>
            <p:nvPr/>
          </p:nvSpPr>
          <p:spPr>
            <a:xfrm>
              <a:off x="440183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7" name="rc5607"/>
            <p:cNvSpPr/>
            <p:nvPr/>
          </p:nvSpPr>
          <p:spPr>
            <a:xfrm>
              <a:off x="440183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8" name="rc5608"/>
            <p:cNvSpPr/>
            <p:nvPr/>
          </p:nvSpPr>
          <p:spPr>
            <a:xfrm>
              <a:off x="440183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9" name="rc5609"/>
            <p:cNvSpPr/>
            <p:nvPr/>
          </p:nvSpPr>
          <p:spPr>
            <a:xfrm>
              <a:off x="440183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0" name="rc5610"/>
            <p:cNvSpPr/>
            <p:nvPr/>
          </p:nvSpPr>
          <p:spPr>
            <a:xfrm>
              <a:off x="440183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1" name="rc5611"/>
            <p:cNvSpPr/>
            <p:nvPr/>
          </p:nvSpPr>
          <p:spPr>
            <a:xfrm>
              <a:off x="442017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2" name="rc5612"/>
            <p:cNvSpPr/>
            <p:nvPr/>
          </p:nvSpPr>
          <p:spPr>
            <a:xfrm>
              <a:off x="442017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3" name="rc5613"/>
            <p:cNvSpPr/>
            <p:nvPr/>
          </p:nvSpPr>
          <p:spPr>
            <a:xfrm>
              <a:off x="442017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4" name="rc5614"/>
            <p:cNvSpPr/>
            <p:nvPr/>
          </p:nvSpPr>
          <p:spPr>
            <a:xfrm>
              <a:off x="442017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5" name="rc5615"/>
            <p:cNvSpPr/>
            <p:nvPr/>
          </p:nvSpPr>
          <p:spPr>
            <a:xfrm>
              <a:off x="442017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6" name="rc5616"/>
            <p:cNvSpPr/>
            <p:nvPr/>
          </p:nvSpPr>
          <p:spPr>
            <a:xfrm>
              <a:off x="442017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7" name="rc5617"/>
            <p:cNvSpPr/>
            <p:nvPr/>
          </p:nvSpPr>
          <p:spPr>
            <a:xfrm>
              <a:off x="442017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8" name="rc5618"/>
            <p:cNvSpPr/>
            <p:nvPr/>
          </p:nvSpPr>
          <p:spPr>
            <a:xfrm>
              <a:off x="442017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9" name="rc5619"/>
            <p:cNvSpPr/>
            <p:nvPr/>
          </p:nvSpPr>
          <p:spPr>
            <a:xfrm>
              <a:off x="4438514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0" name="rc5620"/>
            <p:cNvSpPr/>
            <p:nvPr/>
          </p:nvSpPr>
          <p:spPr>
            <a:xfrm>
              <a:off x="443851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1" name="rc5621"/>
            <p:cNvSpPr/>
            <p:nvPr/>
          </p:nvSpPr>
          <p:spPr>
            <a:xfrm>
              <a:off x="443851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2" name="rc5622"/>
            <p:cNvSpPr/>
            <p:nvPr/>
          </p:nvSpPr>
          <p:spPr>
            <a:xfrm>
              <a:off x="443851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3" name="rc5623"/>
            <p:cNvSpPr/>
            <p:nvPr/>
          </p:nvSpPr>
          <p:spPr>
            <a:xfrm>
              <a:off x="443851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4" name="rc5624"/>
            <p:cNvSpPr/>
            <p:nvPr/>
          </p:nvSpPr>
          <p:spPr>
            <a:xfrm>
              <a:off x="443851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5" name="rc5625"/>
            <p:cNvSpPr/>
            <p:nvPr/>
          </p:nvSpPr>
          <p:spPr>
            <a:xfrm>
              <a:off x="443851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6" name="rc5626"/>
            <p:cNvSpPr/>
            <p:nvPr/>
          </p:nvSpPr>
          <p:spPr>
            <a:xfrm>
              <a:off x="443851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7" name="rc5627"/>
            <p:cNvSpPr/>
            <p:nvPr/>
          </p:nvSpPr>
          <p:spPr>
            <a:xfrm>
              <a:off x="4456851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8" name="rc5628"/>
            <p:cNvSpPr/>
            <p:nvPr/>
          </p:nvSpPr>
          <p:spPr>
            <a:xfrm>
              <a:off x="445685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9" name="rc5629"/>
            <p:cNvSpPr/>
            <p:nvPr/>
          </p:nvSpPr>
          <p:spPr>
            <a:xfrm>
              <a:off x="445685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0" name="rc5630"/>
            <p:cNvSpPr/>
            <p:nvPr/>
          </p:nvSpPr>
          <p:spPr>
            <a:xfrm>
              <a:off x="445685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1" name="rc5631"/>
            <p:cNvSpPr/>
            <p:nvPr/>
          </p:nvSpPr>
          <p:spPr>
            <a:xfrm>
              <a:off x="445685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2" name="rc5632"/>
            <p:cNvSpPr/>
            <p:nvPr/>
          </p:nvSpPr>
          <p:spPr>
            <a:xfrm>
              <a:off x="445685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3" name="rc5633"/>
            <p:cNvSpPr/>
            <p:nvPr/>
          </p:nvSpPr>
          <p:spPr>
            <a:xfrm>
              <a:off x="445685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4" name="rc5634"/>
            <p:cNvSpPr/>
            <p:nvPr/>
          </p:nvSpPr>
          <p:spPr>
            <a:xfrm>
              <a:off x="445685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5" name="rc5635"/>
            <p:cNvSpPr/>
            <p:nvPr/>
          </p:nvSpPr>
          <p:spPr>
            <a:xfrm>
              <a:off x="4475188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6" name="rc5636"/>
            <p:cNvSpPr/>
            <p:nvPr/>
          </p:nvSpPr>
          <p:spPr>
            <a:xfrm>
              <a:off x="447518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7" name="rc5637"/>
            <p:cNvSpPr/>
            <p:nvPr/>
          </p:nvSpPr>
          <p:spPr>
            <a:xfrm>
              <a:off x="447518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8" name="rc5638"/>
            <p:cNvSpPr/>
            <p:nvPr/>
          </p:nvSpPr>
          <p:spPr>
            <a:xfrm>
              <a:off x="447518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9" name="rc5639"/>
            <p:cNvSpPr/>
            <p:nvPr/>
          </p:nvSpPr>
          <p:spPr>
            <a:xfrm>
              <a:off x="447518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0" name="rc5640"/>
            <p:cNvSpPr/>
            <p:nvPr/>
          </p:nvSpPr>
          <p:spPr>
            <a:xfrm>
              <a:off x="447518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1" name="rc5641"/>
            <p:cNvSpPr/>
            <p:nvPr/>
          </p:nvSpPr>
          <p:spPr>
            <a:xfrm>
              <a:off x="447518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2" name="rc5642"/>
            <p:cNvSpPr/>
            <p:nvPr/>
          </p:nvSpPr>
          <p:spPr>
            <a:xfrm>
              <a:off x="447518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3" name="rc5643"/>
            <p:cNvSpPr/>
            <p:nvPr/>
          </p:nvSpPr>
          <p:spPr>
            <a:xfrm>
              <a:off x="4493525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4" name="rc5644"/>
            <p:cNvSpPr/>
            <p:nvPr/>
          </p:nvSpPr>
          <p:spPr>
            <a:xfrm>
              <a:off x="449352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5" name="rc5645"/>
            <p:cNvSpPr/>
            <p:nvPr/>
          </p:nvSpPr>
          <p:spPr>
            <a:xfrm>
              <a:off x="449352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6" name="rc5646"/>
            <p:cNvSpPr/>
            <p:nvPr/>
          </p:nvSpPr>
          <p:spPr>
            <a:xfrm>
              <a:off x="449352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7" name="rc5647"/>
            <p:cNvSpPr/>
            <p:nvPr/>
          </p:nvSpPr>
          <p:spPr>
            <a:xfrm>
              <a:off x="449352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8" name="rc5648"/>
            <p:cNvSpPr/>
            <p:nvPr/>
          </p:nvSpPr>
          <p:spPr>
            <a:xfrm>
              <a:off x="449352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9" name="rc5649"/>
            <p:cNvSpPr/>
            <p:nvPr/>
          </p:nvSpPr>
          <p:spPr>
            <a:xfrm>
              <a:off x="449352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0" name="rc5650"/>
            <p:cNvSpPr/>
            <p:nvPr/>
          </p:nvSpPr>
          <p:spPr>
            <a:xfrm>
              <a:off x="449352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1" name="rc5651"/>
            <p:cNvSpPr/>
            <p:nvPr/>
          </p:nvSpPr>
          <p:spPr>
            <a:xfrm>
              <a:off x="4511862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2" name="rc5652"/>
            <p:cNvSpPr/>
            <p:nvPr/>
          </p:nvSpPr>
          <p:spPr>
            <a:xfrm>
              <a:off x="451186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3" name="rc5653"/>
            <p:cNvSpPr/>
            <p:nvPr/>
          </p:nvSpPr>
          <p:spPr>
            <a:xfrm>
              <a:off x="451186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4" name="rc5654"/>
            <p:cNvSpPr/>
            <p:nvPr/>
          </p:nvSpPr>
          <p:spPr>
            <a:xfrm>
              <a:off x="451186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5" name="rc5655"/>
            <p:cNvSpPr/>
            <p:nvPr/>
          </p:nvSpPr>
          <p:spPr>
            <a:xfrm>
              <a:off x="451186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6" name="rc5656"/>
            <p:cNvSpPr/>
            <p:nvPr/>
          </p:nvSpPr>
          <p:spPr>
            <a:xfrm>
              <a:off x="451186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7" name="rc5657"/>
            <p:cNvSpPr/>
            <p:nvPr/>
          </p:nvSpPr>
          <p:spPr>
            <a:xfrm>
              <a:off x="451186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8" name="rc5658"/>
            <p:cNvSpPr/>
            <p:nvPr/>
          </p:nvSpPr>
          <p:spPr>
            <a:xfrm>
              <a:off x="451186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9" name="rc5659"/>
            <p:cNvSpPr/>
            <p:nvPr/>
          </p:nvSpPr>
          <p:spPr>
            <a:xfrm>
              <a:off x="4530200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0" name="rc5660"/>
            <p:cNvSpPr/>
            <p:nvPr/>
          </p:nvSpPr>
          <p:spPr>
            <a:xfrm>
              <a:off x="453020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1" name="rc5661"/>
            <p:cNvSpPr/>
            <p:nvPr/>
          </p:nvSpPr>
          <p:spPr>
            <a:xfrm>
              <a:off x="45302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2" name="rc5662"/>
            <p:cNvSpPr/>
            <p:nvPr/>
          </p:nvSpPr>
          <p:spPr>
            <a:xfrm>
              <a:off x="45302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3" name="rc5663"/>
            <p:cNvSpPr/>
            <p:nvPr/>
          </p:nvSpPr>
          <p:spPr>
            <a:xfrm>
              <a:off x="45302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4" name="rc5664"/>
            <p:cNvSpPr/>
            <p:nvPr/>
          </p:nvSpPr>
          <p:spPr>
            <a:xfrm>
              <a:off x="453020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5" name="rc5665"/>
            <p:cNvSpPr/>
            <p:nvPr/>
          </p:nvSpPr>
          <p:spPr>
            <a:xfrm>
              <a:off x="45302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6" name="rc5666"/>
            <p:cNvSpPr/>
            <p:nvPr/>
          </p:nvSpPr>
          <p:spPr>
            <a:xfrm>
              <a:off x="45302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7" name="rc5667"/>
            <p:cNvSpPr/>
            <p:nvPr/>
          </p:nvSpPr>
          <p:spPr>
            <a:xfrm>
              <a:off x="4548537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8" name="rc5668"/>
            <p:cNvSpPr/>
            <p:nvPr/>
          </p:nvSpPr>
          <p:spPr>
            <a:xfrm>
              <a:off x="454853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9" name="rc5669"/>
            <p:cNvSpPr/>
            <p:nvPr/>
          </p:nvSpPr>
          <p:spPr>
            <a:xfrm>
              <a:off x="454853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0" name="rc5670"/>
            <p:cNvSpPr/>
            <p:nvPr/>
          </p:nvSpPr>
          <p:spPr>
            <a:xfrm>
              <a:off x="454853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1" name="rc5671"/>
            <p:cNvSpPr/>
            <p:nvPr/>
          </p:nvSpPr>
          <p:spPr>
            <a:xfrm>
              <a:off x="454853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2" name="rc5672"/>
            <p:cNvSpPr/>
            <p:nvPr/>
          </p:nvSpPr>
          <p:spPr>
            <a:xfrm>
              <a:off x="454853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3" name="rc5673"/>
            <p:cNvSpPr/>
            <p:nvPr/>
          </p:nvSpPr>
          <p:spPr>
            <a:xfrm>
              <a:off x="454853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4" name="rc5674"/>
            <p:cNvSpPr/>
            <p:nvPr/>
          </p:nvSpPr>
          <p:spPr>
            <a:xfrm>
              <a:off x="454853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5" name="rc5675"/>
            <p:cNvSpPr/>
            <p:nvPr/>
          </p:nvSpPr>
          <p:spPr>
            <a:xfrm>
              <a:off x="4566874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6" name="rc5676"/>
            <p:cNvSpPr/>
            <p:nvPr/>
          </p:nvSpPr>
          <p:spPr>
            <a:xfrm>
              <a:off x="456687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7" name="rc5677"/>
            <p:cNvSpPr/>
            <p:nvPr/>
          </p:nvSpPr>
          <p:spPr>
            <a:xfrm>
              <a:off x="456687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8" name="rc5678"/>
            <p:cNvSpPr/>
            <p:nvPr/>
          </p:nvSpPr>
          <p:spPr>
            <a:xfrm>
              <a:off x="456687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9" name="rc5679"/>
            <p:cNvSpPr/>
            <p:nvPr/>
          </p:nvSpPr>
          <p:spPr>
            <a:xfrm>
              <a:off x="456687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0" name="rc5680"/>
            <p:cNvSpPr/>
            <p:nvPr/>
          </p:nvSpPr>
          <p:spPr>
            <a:xfrm>
              <a:off x="456687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1" name="rc5681"/>
            <p:cNvSpPr/>
            <p:nvPr/>
          </p:nvSpPr>
          <p:spPr>
            <a:xfrm>
              <a:off x="456687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2" name="rc5682"/>
            <p:cNvSpPr/>
            <p:nvPr/>
          </p:nvSpPr>
          <p:spPr>
            <a:xfrm>
              <a:off x="456687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3" name="rc5683"/>
            <p:cNvSpPr/>
            <p:nvPr/>
          </p:nvSpPr>
          <p:spPr>
            <a:xfrm>
              <a:off x="4585211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4" name="rc5684"/>
            <p:cNvSpPr/>
            <p:nvPr/>
          </p:nvSpPr>
          <p:spPr>
            <a:xfrm>
              <a:off x="458521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5" name="rc5685"/>
            <p:cNvSpPr/>
            <p:nvPr/>
          </p:nvSpPr>
          <p:spPr>
            <a:xfrm>
              <a:off x="458521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6" name="rc5686"/>
            <p:cNvSpPr/>
            <p:nvPr/>
          </p:nvSpPr>
          <p:spPr>
            <a:xfrm>
              <a:off x="458521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7" name="rc5687"/>
            <p:cNvSpPr/>
            <p:nvPr/>
          </p:nvSpPr>
          <p:spPr>
            <a:xfrm>
              <a:off x="458521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8" name="rc5688"/>
            <p:cNvSpPr/>
            <p:nvPr/>
          </p:nvSpPr>
          <p:spPr>
            <a:xfrm>
              <a:off x="458521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9" name="rc5689"/>
            <p:cNvSpPr/>
            <p:nvPr/>
          </p:nvSpPr>
          <p:spPr>
            <a:xfrm>
              <a:off x="458521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0" name="rc5690"/>
            <p:cNvSpPr/>
            <p:nvPr/>
          </p:nvSpPr>
          <p:spPr>
            <a:xfrm>
              <a:off x="458521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1" name="rc5691"/>
            <p:cNvSpPr/>
            <p:nvPr/>
          </p:nvSpPr>
          <p:spPr>
            <a:xfrm>
              <a:off x="4603548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2" name="rc5692"/>
            <p:cNvSpPr/>
            <p:nvPr/>
          </p:nvSpPr>
          <p:spPr>
            <a:xfrm>
              <a:off x="460354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3" name="rc5693"/>
            <p:cNvSpPr/>
            <p:nvPr/>
          </p:nvSpPr>
          <p:spPr>
            <a:xfrm>
              <a:off x="460354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4" name="rc5694"/>
            <p:cNvSpPr/>
            <p:nvPr/>
          </p:nvSpPr>
          <p:spPr>
            <a:xfrm>
              <a:off x="460354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5" name="rc5695"/>
            <p:cNvSpPr/>
            <p:nvPr/>
          </p:nvSpPr>
          <p:spPr>
            <a:xfrm>
              <a:off x="460354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6" name="rc5696"/>
            <p:cNvSpPr/>
            <p:nvPr/>
          </p:nvSpPr>
          <p:spPr>
            <a:xfrm>
              <a:off x="46035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7" name="rc5697"/>
            <p:cNvSpPr/>
            <p:nvPr/>
          </p:nvSpPr>
          <p:spPr>
            <a:xfrm>
              <a:off x="46035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8" name="rc5698"/>
            <p:cNvSpPr/>
            <p:nvPr/>
          </p:nvSpPr>
          <p:spPr>
            <a:xfrm>
              <a:off x="460354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9" name="rc5699"/>
            <p:cNvSpPr/>
            <p:nvPr/>
          </p:nvSpPr>
          <p:spPr>
            <a:xfrm>
              <a:off x="4621886" y="388858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0" name="rc5700"/>
            <p:cNvSpPr/>
            <p:nvPr/>
          </p:nvSpPr>
          <p:spPr>
            <a:xfrm>
              <a:off x="462188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1" name="rc5701"/>
            <p:cNvSpPr/>
            <p:nvPr/>
          </p:nvSpPr>
          <p:spPr>
            <a:xfrm>
              <a:off x="462188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2" name="rc5702"/>
            <p:cNvSpPr/>
            <p:nvPr/>
          </p:nvSpPr>
          <p:spPr>
            <a:xfrm>
              <a:off x="462188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3" name="rc5703"/>
            <p:cNvSpPr/>
            <p:nvPr/>
          </p:nvSpPr>
          <p:spPr>
            <a:xfrm>
              <a:off x="462188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4" name="rc5704"/>
            <p:cNvSpPr/>
            <p:nvPr/>
          </p:nvSpPr>
          <p:spPr>
            <a:xfrm>
              <a:off x="462188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5" name="rc5705"/>
            <p:cNvSpPr/>
            <p:nvPr/>
          </p:nvSpPr>
          <p:spPr>
            <a:xfrm>
              <a:off x="462188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6" name="rc5706"/>
            <p:cNvSpPr/>
            <p:nvPr/>
          </p:nvSpPr>
          <p:spPr>
            <a:xfrm>
              <a:off x="462188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7" name="rc5707"/>
            <p:cNvSpPr/>
            <p:nvPr/>
          </p:nvSpPr>
          <p:spPr>
            <a:xfrm>
              <a:off x="4640223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8" name="rc5708"/>
            <p:cNvSpPr/>
            <p:nvPr/>
          </p:nvSpPr>
          <p:spPr>
            <a:xfrm>
              <a:off x="464022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9" name="rc5709"/>
            <p:cNvSpPr/>
            <p:nvPr/>
          </p:nvSpPr>
          <p:spPr>
            <a:xfrm>
              <a:off x="464022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0" name="rc5710"/>
            <p:cNvSpPr/>
            <p:nvPr/>
          </p:nvSpPr>
          <p:spPr>
            <a:xfrm>
              <a:off x="464022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1" name="rc5711"/>
            <p:cNvSpPr/>
            <p:nvPr/>
          </p:nvSpPr>
          <p:spPr>
            <a:xfrm>
              <a:off x="464022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2" name="rc5712"/>
            <p:cNvSpPr/>
            <p:nvPr/>
          </p:nvSpPr>
          <p:spPr>
            <a:xfrm>
              <a:off x="464022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3" name="rc5713"/>
            <p:cNvSpPr/>
            <p:nvPr/>
          </p:nvSpPr>
          <p:spPr>
            <a:xfrm>
              <a:off x="464022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4" name="rc5714"/>
            <p:cNvSpPr/>
            <p:nvPr/>
          </p:nvSpPr>
          <p:spPr>
            <a:xfrm>
              <a:off x="464022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5" name="rc5715"/>
            <p:cNvSpPr/>
            <p:nvPr/>
          </p:nvSpPr>
          <p:spPr>
            <a:xfrm>
              <a:off x="4658560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6" name="rc5716"/>
            <p:cNvSpPr/>
            <p:nvPr/>
          </p:nvSpPr>
          <p:spPr>
            <a:xfrm>
              <a:off x="465856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7" name="rc5717"/>
            <p:cNvSpPr/>
            <p:nvPr/>
          </p:nvSpPr>
          <p:spPr>
            <a:xfrm>
              <a:off x="465856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8" name="rc5718"/>
            <p:cNvSpPr/>
            <p:nvPr/>
          </p:nvSpPr>
          <p:spPr>
            <a:xfrm>
              <a:off x="465856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9" name="rc5719"/>
            <p:cNvSpPr/>
            <p:nvPr/>
          </p:nvSpPr>
          <p:spPr>
            <a:xfrm>
              <a:off x="465856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0" name="rc5720"/>
            <p:cNvSpPr/>
            <p:nvPr/>
          </p:nvSpPr>
          <p:spPr>
            <a:xfrm>
              <a:off x="465856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1" name="rc5721"/>
            <p:cNvSpPr/>
            <p:nvPr/>
          </p:nvSpPr>
          <p:spPr>
            <a:xfrm>
              <a:off x="465856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2" name="rc5722"/>
            <p:cNvSpPr/>
            <p:nvPr/>
          </p:nvSpPr>
          <p:spPr>
            <a:xfrm>
              <a:off x="465856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3" name="rc5723"/>
            <p:cNvSpPr/>
            <p:nvPr/>
          </p:nvSpPr>
          <p:spPr>
            <a:xfrm>
              <a:off x="4676897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4" name="rc5724"/>
            <p:cNvSpPr/>
            <p:nvPr/>
          </p:nvSpPr>
          <p:spPr>
            <a:xfrm>
              <a:off x="467689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5" name="rc5725"/>
            <p:cNvSpPr/>
            <p:nvPr/>
          </p:nvSpPr>
          <p:spPr>
            <a:xfrm>
              <a:off x="467689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6" name="rc5726"/>
            <p:cNvSpPr/>
            <p:nvPr/>
          </p:nvSpPr>
          <p:spPr>
            <a:xfrm>
              <a:off x="467689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7" name="rc5727"/>
            <p:cNvSpPr/>
            <p:nvPr/>
          </p:nvSpPr>
          <p:spPr>
            <a:xfrm>
              <a:off x="467689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8" name="rc5728"/>
            <p:cNvSpPr/>
            <p:nvPr/>
          </p:nvSpPr>
          <p:spPr>
            <a:xfrm>
              <a:off x="467689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9" name="rc5729"/>
            <p:cNvSpPr/>
            <p:nvPr/>
          </p:nvSpPr>
          <p:spPr>
            <a:xfrm>
              <a:off x="467689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0" name="rc5730"/>
            <p:cNvSpPr/>
            <p:nvPr/>
          </p:nvSpPr>
          <p:spPr>
            <a:xfrm>
              <a:off x="467689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1" name="rc5731"/>
            <p:cNvSpPr/>
            <p:nvPr/>
          </p:nvSpPr>
          <p:spPr>
            <a:xfrm>
              <a:off x="4695234" y="3888581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2" name="rc5732"/>
            <p:cNvSpPr/>
            <p:nvPr/>
          </p:nvSpPr>
          <p:spPr>
            <a:xfrm>
              <a:off x="469523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3" name="rc5733"/>
            <p:cNvSpPr/>
            <p:nvPr/>
          </p:nvSpPr>
          <p:spPr>
            <a:xfrm>
              <a:off x="4695234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4" name="rc5734"/>
            <p:cNvSpPr/>
            <p:nvPr/>
          </p:nvSpPr>
          <p:spPr>
            <a:xfrm>
              <a:off x="469523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5" name="rc5735"/>
            <p:cNvSpPr/>
            <p:nvPr/>
          </p:nvSpPr>
          <p:spPr>
            <a:xfrm>
              <a:off x="469523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6" name="rc5736"/>
            <p:cNvSpPr/>
            <p:nvPr/>
          </p:nvSpPr>
          <p:spPr>
            <a:xfrm>
              <a:off x="469523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7" name="rc5737"/>
            <p:cNvSpPr/>
            <p:nvPr/>
          </p:nvSpPr>
          <p:spPr>
            <a:xfrm>
              <a:off x="46952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8" name="rc5738"/>
            <p:cNvSpPr/>
            <p:nvPr/>
          </p:nvSpPr>
          <p:spPr>
            <a:xfrm>
              <a:off x="469523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9" name="rc5739"/>
            <p:cNvSpPr/>
            <p:nvPr/>
          </p:nvSpPr>
          <p:spPr>
            <a:xfrm>
              <a:off x="4713572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0" name="rc5740"/>
            <p:cNvSpPr/>
            <p:nvPr/>
          </p:nvSpPr>
          <p:spPr>
            <a:xfrm>
              <a:off x="471357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1" name="rc5741"/>
            <p:cNvSpPr/>
            <p:nvPr/>
          </p:nvSpPr>
          <p:spPr>
            <a:xfrm>
              <a:off x="4713572" y="42378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2" name="rc5742"/>
            <p:cNvSpPr/>
            <p:nvPr/>
          </p:nvSpPr>
          <p:spPr>
            <a:xfrm>
              <a:off x="471357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3" name="rc5743"/>
            <p:cNvSpPr/>
            <p:nvPr/>
          </p:nvSpPr>
          <p:spPr>
            <a:xfrm>
              <a:off x="471357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4" name="rc5744"/>
            <p:cNvSpPr/>
            <p:nvPr/>
          </p:nvSpPr>
          <p:spPr>
            <a:xfrm>
              <a:off x="471357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5" name="rc5745"/>
            <p:cNvSpPr/>
            <p:nvPr/>
          </p:nvSpPr>
          <p:spPr>
            <a:xfrm>
              <a:off x="471357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6" name="rc5746"/>
            <p:cNvSpPr/>
            <p:nvPr/>
          </p:nvSpPr>
          <p:spPr>
            <a:xfrm>
              <a:off x="471357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7" name="rc5747"/>
            <p:cNvSpPr/>
            <p:nvPr/>
          </p:nvSpPr>
          <p:spPr>
            <a:xfrm>
              <a:off x="4731909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8" name="rc5748"/>
            <p:cNvSpPr/>
            <p:nvPr/>
          </p:nvSpPr>
          <p:spPr>
            <a:xfrm>
              <a:off x="473190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9" name="rc5749"/>
            <p:cNvSpPr/>
            <p:nvPr/>
          </p:nvSpPr>
          <p:spPr>
            <a:xfrm>
              <a:off x="4731909" y="42378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0" name="rc5750"/>
            <p:cNvSpPr/>
            <p:nvPr/>
          </p:nvSpPr>
          <p:spPr>
            <a:xfrm>
              <a:off x="473190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1" name="rc5751"/>
            <p:cNvSpPr/>
            <p:nvPr/>
          </p:nvSpPr>
          <p:spPr>
            <a:xfrm>
              <a:off x="473190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2" name="rc5752"/>
            <p:cNvSpPr/>
            <p:nvPr/>
          </p:nvSpPr>
          <p:spPr>
            <a:xfrm>
              <a:off x="473190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3" name="rc5753"/>
            <p:cNvSpPr/>
            <p:nvPr/>
          </p:nvSpPr>
          <p:spPr>
            <a:xfrm>
              <a:off x="473190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4" name="rc5754"/>
            <p:cNvSpPr/>
            <p:nvPr/>
          </p:nvSpPr>
          <p:spPr>
            <a:xfrm>
              <a:off x="473190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5" name="rc5755"/>
            <p:cNvSpPr/>
            <p:nvPr/>
          </p:nvSpPr>
          <p:spPr>
            <a:xfrm>
              <a:off x="4750246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6" name="rc5756"/>
            <p:cNvSpPr/>
            <p:nvPr/>
          </p:nvSpPr>
          <p:spPr>
            <a:xfrm>
              <a:off x="4750246" y="40632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7" name="rc5757"/>
            <p:cNvSpPr/>
            <p:nvPr/>
          </p:nvSpPr>
          <p:spPr>
            <a:xfrm>
              <a:off x="475024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8" name="rc5758"/>
            <p:cNvSpPr/>
            <p:nvPr/>
          </p:nvSpPr>
          <p:spPr>
            <a:xfrm>
              <a:off x="475024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9" name="rc5759"/>
            <p:cNvSpPr/>
            <p:nvPr/>
          </p:nvSpPr>
          <p:spPr>
            <a:xfrm>
              <a:off x="475024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0" name="rc5760"/>
            <p:cNvSpPr/>
            <p:nvPr/>
          </p:nvSpPr>
          <p:spPr>
            <a:xfrm>
              <a:off x="475024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1" name="rc5761"/>
            <p:cNvSpPr/>
            <p:nvPr/>
          </p:nvSpPr>
          <p:spPr>
            <a:xfrm>
              <a:off x="475024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2" name="rc5762"/>
            <p:cNvSpPr/>
            <p:nvPr/>
          </p:nvSpPr>
          <p:spPr>
            <a:xfrm>
              <a:off x="475024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3" name="rc5763"/>
            <p:cNvSpPr/>
            <p:nvPr/>
          </p:nvSpPr>
          <p:spPr>
            <a:xfrm>
              <a:off x="4768583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4" name="rc5764"/>
            <p:cNvSpPr/>
            <p:nvPr/>
          </p:nvSpPr>
          <p:spPr>
            <a:xfrm>
              <a:off x="4768583" y="40632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5" name="rc5765"/>
            <p:cNvSpPr/>
            <p:nvPr/>
          </p:nvSpPr>
          <p:spPr>
            <a:xfrm>
              <a:off x="476858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6" name="rc5766"/>
            <p:cNvSpPr/>
            <p:nvPr/>
          </p:nvSpPr>
          <p:spPr>
            <a:xfrm>
              <a:off x="476858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7" name="rc5767"/>
            <p:cNvSpPr/>
            <p:nvPr/>
          </p:nvSpPr>
          <p:spPr>
            <a:xfrm>
              <a:off x="476858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8" name="rc5768"/>
            <p:cNvSpPr/>
            <p:nvPr/>
          </p:nvSpPr>
          <p:spPr>
            <a:xfrm>
              <a:off x="476858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9" name="rc5769"/>
            <p:cNvSpPr/>
            <p:nvPr/>
          </p:nvSpPr>
          <p:spPr>
            <a:xfrm>
              <a:off x="476858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0" name="rc5770"/>
            <p:cNvSpPr/>
            <p:nvPr/>
          </p:nvSpPr>
          <p:spPr>
            <a:xfrm>
              <a:off x="476858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1" name="rc5771"/>
            <p:cNvSpPr/>
            <p:nvPr/>
          </p:nvSpPr>
          <p:spPr>
            <a:xfrm>
              <a:off x="4786920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2" name="rc5772"/>
            <p:cNvSpPr/>
            <p:nvPr/>
          </p:nvSpPr>
          <p:spPr>
            <a:xfrm>
              <a:off x="4786920" y="40632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3" name="rc5773"/>
            <p:cNvSpPr/>
            <p:nvPr/>
          </p:nvSpPr>
          <p:spPr>
            <a:xfrm>
              <a:off x="478692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4" name="rc5774"/>
            <p:cNvSpPr/>
            <p:nvPr/>
          </p:nvSpPr>
          <p:spPr>
            <a:xfrm>
              <a:off x="478692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5" name="rc5775"/>
            <p:cNvSpPr/>
            <p:nvPr/>
          </p:nvSpPr>
          <p:spPr>
            <a:xfrm>
              <a:off x="478692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6" name="rc5776"/>
            <p:cNvSpPr/>
            <p:nvPr/>
          </p:nvSpPr>
          <p:spPr>
            <a:xfrm>
              <a:off x="478692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7" name="rc5777"/>
            <p:cNvSpPr/>
            <p:nvPr/>
          </p:nvSpPr>
          <p:spPr>
            <a:xfrm>
              <a:off x="478692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8" name="rc5778"/>
            <p:cNvSpPr/>
            <p:nvPr/>
          </p:nvSpPr>
          <p:spPr>
            <a:xfrm>
              <a:off x="478692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9" name="rc5779"/>
            <p:cNvSpPr/>
            <p:nvPr/>
          </p:nvSpPr>
          <p:spPr>
            <a:xfrm>
              <a:off x="4805257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0" name="rc5780"/>
            <p:cNvSpPr/>
            <p:nvPr/>
          </p:nvSpPr>
          <p:spPr>
            <a:xfrm>
              <a:off x="480525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1" name="rc5781"/>
            <p:cNvSpPr/>
            <p:nvPr/>
          </p:nvSpPr>
          <p:spPr>
            <a:xfrm>
              <a:off x="480525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2" name="rc5782"/>
            <p:cNvSpPr/>
            <p:nvPr/>
          </p:nvSpPr>
          <p:spPr>
            <a:xfrm>
              <a:off x="4805257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3" name="rc5783"/>
            <p:cNvSpPr/>
            <p:nvPr/>
          </p:nvSpPr>
          <p:spPr>
            <a:xfrm>
              <a:off x="480525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4" name="rc5784"/>
            <p:cNvSpPr/>
            <p:nvPr/>
          </p:nvSpPr>
          <p:spPr>
            <a:xfrm>
              <a:off x="480525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5" name="rc5785"/>
            <p:cNvSpPr/>
            <p:nvPr/>
          </p:nvSpPr>
          <p:spPr>
            <a:xfrm>
              <a:off x="480525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6" name="rc5786"/>
            <p:cNvSpPr/>
            <p:nvPr/>
          </p:nvSpPr>
          <p:spPr>
            <a:xfrm>
              <a:off x="480525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7" name="rc5787"/>
            <p:cNvSpPr/>
            <p:nvPr/>
          </p:nvSpPr>
          <p:spPr>
            <a:xfrm>
              <a:off x="4823595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8" name="rc5788"/>
            <p:cNvSpPr/>
            <p:nvPr/>
          </p:nvSpPr>
          <p:spPr>
            <a:xfrm>
              <a:off x="482359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9" name="rc5789"/>
            <p:cNvSpPr/>
            <p:nvPr/>
          </p:nvSpPr>
          <p:spPr>
            <a:xfrm>
              <a:off x="482359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0" name="rc5790"/>
            <p:cNvSpPr/>
            <p:nvPr/>
          </p:nvSpPr>
          <p:spPr>
            <a:xfrm>
              <a:off x="4823595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1" name="rc5791"/>
            <p:cNvSpPr/>
            <p:nvPr/>
          </p:nvSpPr>
          <p:spPr>
            <a:xfrm>
              <a:off x="482359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2" name="rc5792"/>
            <p:cNvSpPr/>
            <p:nvPr/>
          </p:nvSpPr>
          <p:spPr>
            <a:xfrm>
              <a:off x="482359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3" name="rc5793"/>
            <p:cNvSpPr/>
            <p:nvPr/>
          </p:nvSpPr>
          <p:spPr>
            <a:xfrm>
              <a:off x="482359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4" name="rc5794"/>
            <p:cNvSpPr/>
            <p:nvPr/>
          </p:nvSpPr>
          <p:spPr>
            <a:xfrm>
              <a:off x="482359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5" name="rc5795"/>
            <p:cNvSpPr/>
            <p:nvPr/>
          </p:nvSpPr>
          <p:spPr>
            <a:xfrm>
              <a:off x="4841932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6" name="rc5796"/>
            <p:cNvSpPr/>
            <p:nvPr/>
          </p:nvSpPr>
          <p:spPr>
            <a:xfrm>
              <a:off x="484193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7" name="rc5797"/>
            <p:cNvSpPr/>
            <p:nvPr/>
          </p:nvSpPr>
          <p:spPr>
            <a:xfrm>
              <a:off x="484193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8" name="rc5798"/>
            <p:cNvSpPr/>
            <p:nvPr/>
          </p:nvSpPr>
          <p:spPr>
            <a:xfrm>
              <a:off x="4841932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9" name="rc5799"/>
            <p:cNvSpPr/>
            <p:nvPr/>
          </p:nvSpPr>
          <p:spPr>
            <a:xfrm>
              <a:off x="484193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0" name="rc5800"/>
            <p:cNvSpPr/>
            <p:nvPr/>
          </p:nvSpPr>
          <p:spPr>
            <a:xfrm>
              <a:off x="484193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1" name="rc5801"/>
            <p:cNvSpPr/>
            <p:nvPr/>
          </p:nvSpPr>
          <p:spPr>
            <a:xfrm>
              <a:off x="484193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2" name="rc5802"/>
            <p:cNvSpPr/>
            <p:nvPr/>
          </p:nvSpPr>
          <p:spPr>
            <a:xfrm>
              <a:off x="484193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3" name="rc5803"/>
            <p:cNvSpPr/>
            <p:nvPr/>
          </p:nvSpPr>
          <p:spPr>
            <a:xfrm>
              <a:off x="4860269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4" name="rc5804"/>
            <p:cNvSpPr/>
            <p:nvPr/>
          </p:nvSpPr>
          <p:spPr>
            <a:xfrm>
              <a:off x="486026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5" name="rc5805"/>
            <p:cNvSpPr/>
            <p:nvPr/>
          </p:nvSpPr>
          <p:spPr>
            <a:xfrm>
              <a:off x="486026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6" name="rc5806"/>
            <p:cNvSpPr/>
            <p:nvPr/>
          </p:nvSpPr>
          <p:spPr>
            <a:xfrm>
              <a:off x="4860269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7" name="rc5807"/>
            <p:cNvSpPr/>
            <p:nvPr/>
          </p:nvSpPr>
          <p:spPr>
            <a:xfrm>
              <a:off x="486026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8" name="rc5808"/>
            <p:cNvSpPr/>
            <p:nvPr/>
          </p:nvSpPr>
          <p:spPr>
            <a:xfrm>
              <a:off x="486026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9" name="rc5809"/>
            <p:cNvSpPr/>
            <p:nvPr/>
          </p:nvSpPr>
          <p:spPr>
            <a:xfrm>
              <a:off x="486026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0" name="rc5810"/>
            <p:cNvSpPr/>
            <p:nvPr/>
          </p:nvSpPr>
          <p:spPr>
            <a:xfrm>
              <a:off x="486026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1" name="rc5811"/>
            <p:cNvSpPr/>
            <p:nvPr/>
          </p:nvSpPr>
          <p:spPr>
            <a:xfrm>
              <a:off x="4878606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2" name="rc5812"/>
            <p:cNvSpPr/>
            <p:nvPr/>
          </p:nvSpPr>
          <p:spPr>
            <a:xfrm>
              <a:off x="487860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3" name="rc5813"/>
            <p:cNvSpPr/>
            <p:nvPr/>
          </p:nvSpPr>
          <p:spPr>
            <a:xfrm>
              <a:off x="487860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4" name="rc5814"/>
            <p:cNvSpPr/>
            <p:nvPr/>
          </p:nvSpPr>
          <p:spPr>
            <a:xfrm>
              <a:off x="487860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5" name="rc5815"/>
            <p:cNvSpPr/>
            <p:nvPr/>
          </p:nvSpPr>
          <p:spPr>
            <a:xfrm>
              <a:off x="487860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6" name="rc5816"/>
            <p:cNvSpPr/>
            <p:nvPr/>
          </p:nvSpPr>
          <p:spPr>
            <a:xfrm>
              <a:off x="4878606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7" name="rc5817"/>
            <p:cNvSpPr/>
            <p:nvPr/>
          </p:nvSpPr>
          <p:spPr>
            <a:xfrm>
              <a:off x="487860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8" name="rc5818"/>
            <p:cNvSpPr/>
            <p:nvPr/>
          </p:nvSpPr>
          <p:spPr>
            <a:xfrm>
              <a:off x="487860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9" name="rc5819"/>
            <p:cNvSpPr/>
            <p:nvPr/>
          </p:nvSpPr>
          <p:spPr>
            <a:xfrm>
              <a:off x="4896943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0" name="rc5820"/>
            <p:cNvSpPr/>
            <p:nvPr/>
          </p:nvSpPr>
          <p:spPr>
            <a:xfrm>
              <a:off x="4896943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1" name="rc5821"/>
            <p:cNvSpPr/>
            <p:nvPr/>
          </p:nvSpPr>
          <p:spPr>
            <a:xfrm>
              <a:off x="489694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2" name="rc5822"/>
            <p:cNvSpPr/>
            <p:nvPr/>
          </p:nvSpPr>
          <p:spPr>
            <a:xfrm>
              <a:off x="489694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3" name="rc5823"/>
            <p:cNvSpPr/>
            <p:nvPr/>
          </p:nvSpPr>
          <p:spPr>
            <a:xfrm>
              <a:off x="489694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4" name="rc5824"/>
            <p:cNvSpPr/>
            <p:nvPr/>
          </p:nvSpPr>
          <p:spPr>
            <a:xfrm>
              <a:off x="489694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5" name="rc5825"/>
            <p:cNvSpPr/>
            <p:nvPr/>
          </p:nvSpPr>
          <p:spPr>
            <a:xfrm>
              <a:off x="489694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6" name="rc5826"/>
            <p:cNvSpPr/>
            <p:nvPr/>
          </p:nvSpPr>
          <p:spPr>
            <a:xfrm>
              <a:off x="489694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7" name="rc5827"/>
            <p:cNvSpPr/>
            <p:nvPr/>
          </p:nvSpPr>
          <p:spPr>
            <a:xfrm>
              <a:off x="4915281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8" name="rc5828"/>
            <p:cNvSpPr/>
            <p:nvPr/>
          </p:nvSpPr>
          <p:spPr>
            <a:xfrm>
              <a:off x="491528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9" name="rc5829"/>
            <p:cNvSpPr/>
            <p:nvPr/>
          </p:nvSpPr>
          <p:spPr>
            <a:xfrm>
              <a:off x="491528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0" name="rc5830"/>
            <p:cNvSpPr/>
            <p:nvPr/>
          </p:nvSpPr>
          <p:spPr>
            <a:xfrm>
              <a:off x="491528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1" name="rc5831"/>
            <p:cNvSpPr/>
            <p:nvPr/>
          </p:nvSpPr>
          <p:spPr>
            <a:xfrm>
              <a:off x="491528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2" name="rc5832"/>
            <p:cNvSpPr/>
            <p:nvPr/>
          </p:nvSpPr>
          <p:spPr>
            <a:xfrm>
              <a:off x="491528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3" name="rc5833"/>
            <p:cNvSpPr/>
            <p:nvPr/>
          </p:nvSpPr>
          <p:spPr>
            <a:xfrm>
              <a:off x="491528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4" name="rc5834"/>
            <p:cNvSpPr/>
            <p:nvPr/>
          </p:nvSpPr>
          <p:spPr>
            <a:xfrm>
              <a:off x="491528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5" name="rc5835"/>
            <p:cNvSpPr/>
            <p:nvPr/>
          </p:nvSpPr>
          <p:spPr>
            <a:xfrm>
              <a:off x="4933618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6" name="rc5836"/>
            <p:cNvSpPr/>
            <p:nvPr/>
          </p:nvSpPr>
          <p:spPr>
            <a:xfrm>
              <a:off x="493361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7" name="rc5837"/>
            <p:cNvSpPr/>
            <p:nvPr/>
          </p:nvSpPr>
          <p:spPr>
            <a:xfrm>
              <a:off x="493361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8" name="rc5838"/>
            <p:cNvSpPr/>
            <p:nvPr/>
          </p:nvSpPr>
          <p:spPr>
            <a:xfrm>
              <a:off x="493361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9" name="rc5839"/>
            <p:cNvSpPr/>
            <p:nvPr/>
          </p:nvSpPr>
          <p:spPr>
            <a:xfrm>
              <a:off x="493361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0" name="rc5840"/>
            <p:cNvSpPr/>
            <p:nvPr/>
          </p:nvSpPr>
          <p:spPr>
            <a:xfrm>
              <a:off x="493361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1" name="rc5841"/>
            <p:cNvSpPr/>
            <p:nvPr/>
          </p:nvSpPr>
          <p:spPr>
            <a:xfrm>
              <a:off x="493361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2" name="rc5842"/>
            <p:cNvSpPr/>
            <p:nvPr/>
          </p:nvSpPr>
          <p:spPr>
            <a:xfrm>
              <a:off x="493361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3" name="rc5843"/>
            <p:cNvSpPr/>
            <p:nvPr/>
          </p:nvSpPr>
          <p:spPr>
            <a:xfrm>
              <a:off x="4951955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4" name="rc5844"/>
            <p:cNvSpPr/>
            <p:nvPr/>
          </p:nvSpPr>
          <p:spPr>
            <a:xfrm>
              <a:off x="4951955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5" name="rc5845"/>
            <p:cNvSpPr/>
            <p:nvPr/>
          </p:nvSpPr>
          <p:spPr>
            <a:xfrm>
              <a:off x="495195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6" name="rc5846"/>
            <p:cNvSpPr/>
            <p:nvPr/>
          </p:nvSpPr>
          <p:spPr>
            <a:xfrm>
              <a:off x="495195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7" name="rc5847"/>
            <p:cNvSpPr/>
            <p:nvPr/>
          </p:nvSpPr>
          <p:spPr>
            <a:xfrm>
              <a:off x="495195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8" name="rc5848"/>
            <p:cNvSpPr/>
            <p:nvPr/>
          </p:nvSpPr>
          <p:spPr>
            <a:xfrm>
              <a:off x="495195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9" name="rc5849"/>
            <p:cNvSpPr/>
            <p:nvPr/>
          </p:nvSpPr>
          <p:spPr>
            <a:xfrm>
              <a:off x="495195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0" name="rc5850"/>
            <p:cNvSpPr/>
            <p:nvPr/>
          </p:nvSpPr>
          <p:spPr>
            <a:xfrm>
              <a:off x="495195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1" name="rc5851"/>
            <p:cNvSpPr/>
            <p:nvPr/>
          </p:nvSpPr>
          <p:spPr>
            <a:xfrm>
              <a:off x="4970292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2" name="rc5852"/>
            <p:cNvSpPr/>
            <p:nvPr/>
          </p:nvSpPr>
          <p:spPr>
            <a:xfrm>
              <a:off x="497029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3" name="rc5853"/>
            <p:cNvSpPr/>
            <p:nvPr/>
          </p:nvSpPr>
          <p:spPr>
            <a:xfrm>
              <a:off x="497029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4" name="rc5854"/>
            <p:cNvSpPr/>
            <p:nvPr/>
          </p:nvSpPr>
          <p:spPr>
            <a:xfrm>
              <a:off x="497029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5" name="rc5855"/>
            <p:cNvSpPr/>
            <p:nvPr/>
          </p:nvSpPr>
          <p:spPr>
            <a:xfrm>
              <a:off x="497029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6" name="rc5856"/>
            <p:cNvSpPr/>
            <p:nvPr/>
          </p:nvSpPr>
          <p:spPr>
            <a:xfrm>
              <a:off x="497029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7" name="rc5857"/>
            <p:cNvSpPr/>
            <p:nvPr/>
          </p:nvSpPr>
          <p:spPr>
            <a:xfrm>
              <a:off x="497029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8" name="rc5858"/>
            <p:cNvSpPr/>
            <p:nvPr/>
          </p:nvSpPr>
          <p:spPr>
            <a:xfrm>
              <a:off x="497029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9" name="rc5859"/>
            <p:cNvSpPr/>
            <p:nvPr/>
          </p:nvSpPr>
          <p:spPr>
            <a:xfrm>
              <a:off x="4988629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0" name="rc5860"/>
            <p:cNvSpPr/>
            <p:nvPr/>
          </p:nvSpPr>
          <p:spPr>
            <a:xfrm>
              <a:off x="498862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1" name="rc5861"/>
            <p:cNvSpPr/>
            <p:nvPr/>
          </p:nvSpPr>
          <p:spPr>
            <a:xfrm>
              <a:off x="498862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2" name="rc5862"/>
            <p:cNvSpPr/>
            <p:nvPr/>
          </p:nvSpPr>
          <p:spPr>
            <a:xfrm>
              <a:off x="498862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3" name="rc5863"/>
            <p:cNvSpPr/>
            <p:nvPr/>
          </p:nvSpPr>
          <p:spPr>
            <a:xfrm>
              <a:off x="498862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4" name="rc5864"/>
            <p:cNvSpPr/>
            <p:nvPr/>
          </p:nvSpPr>
          <p:spPr>
            <a:xfrm>
              <a:off x="4988629" y="47617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5" name="rc5865"/>
            <p:cNvSpPr/>
            <p:nvPr/>
          </p:nvSpPr>
          <p:spPr>
            <a:xfrm>
              <a:off x="498862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6" name="rc5866"/>
            <p:cNvSpPr/>
            <p:nvPr/>
          </p:nvSpPr>
          <p:spPr>
            <a:xfrm>
              <a:off x="498862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7" name="rc5867"/>
            <p:cNvSpPr/>
            <p:nvPr/>
          </p:nvSpPr>
          <p:spPr>
            <a:xfrm>
              <a:off x="5006967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8" name="rc5868"/>
            <p:cNvSpPr/>
            <p:nvPr/>
          </p:nvSpPr>
          <p:spPr>
            <a:xfrm>
              <a:off x="500696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9" name="rc5869"/>
            <p:cNvSpPr/>
            <p:nvPr/>
          </p:nvSpPr>
          <p:spPr>
            <a:xfrm>
              <a:off x="500696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0" name="rc5870"/>
            <p:cNvSpPr/>
            <p:nvPr/>
          </p:nvSpPr>
          <p:spPr>
            <a:xfrm>
              <a:off x="500696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1" name="rc5871"/>
            <p:cNvSpPr/>
            <p:nvPr/>
          </p:nvSpPr>
          <p:spPr>
            <a:xfrm>
              <a:off x="500696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2" name="rc5872"/>
            <p:cNvSpPr/>
            <p:nvPr/>
          </p:nvSpPr>
          <p:spPr>
            <a:xfrm>
              <a:off x="5006967" y="476170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3" name="rc5873"/>
            <p:cNvSpPr/>
            <p:nvPr/>
          </p:nvSpPr>
          <p:spPr>
            <a:xfrm>
              <a:off x="500696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4" name="rc5874"/>
            <p:cNvSpPr/>
            <p:nvPr/>
          </p:nvSpPr>
          <p:spPr>
            <a:xfrm>
              <a:off x="500696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5" name="rc5875"/>
            <p:cNvSpPr/>
            <p:nvPr/>
          </p:nvSpPr>
          <p:spPr>
            <a:xfrm>
              <a:off x="5025304" y="3888581"/>
              <a:ext cx="18337" cy="174625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6" name="rc5876"/>
            <p:cNvSpPr/>
            <p:nvPr/>
          </p:nvSpPr>
          <p:spPr>
            <a:xfrm>
              <a:off x="5025304" y="40632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7" name="rc5877"/>
            <p:cNvSpPr/>
            <p:nvPr/>
          </p:nvSpPr>
          <p:spPr>
            <a:xfrm>
              <a:off x="5025304" y="423783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8" name="rc5878"/>
            <p:cNvSpPr/>
            <p:nvPr/>
          </p:nvSpPr>
          <p:spPr>
            <a:xfrm>
              <a:off x="502530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9" name="rc5879"/>
            <p:cNvSpPr/>
            <p:nvPr/>
          </p:nvSpPr>
          <p:spPr>
            <a:xfrm>
              <a:off x="502530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0" name="rc5880"/>
            <p:cNvSpPr/>
            <p:nvPr/>
          </p:nvSpPr>
          <p:spPr>
            <a:xfrm>
              <a:off x="502530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1" name="rc5881"/>
            <p:cNvSpPr/>
            <p:nvPr/>
          </p:nvSpPr>
          <p:spPr>
            <a:xfrm>
              <a:off x="502530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2" name="rc5882"/>
            <p:cNvSpPr/>
            <p:nvPr/>
          </p:nvSpPr>
          <p:spPr>
            <a:xfrm>
              <a:off x="502530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3" name="rc5883"/>
            <p:cNvSpPr/>
            <p:nvPr/>
          </p:nvSpPr>
          <p:spPr>
            <a:xfrm>
              <a:off x="5043641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4" name="rc5884"/>
            <p:cNvSpPr/>
            <p:nvPr/>
          </p:nvSpPr>
          <p:spPr>
            <a:xfrm>
              <a:off x="5043641" y="406320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5" name="rc5885"/>
            <p:cNvSpPr/>
            <p:nvPr/>
          </p:nvSpPr>
          <p:spPr>
            <a:xfrm>
              <a:off x="504364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6" name="rc5886"/>
            <p:cNvSpPr/>
            <p:nvPr/>
          </p:nvSpPr>
          <p:spPr>
            <a:xfrm>
              <a:off x="504364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7" name="rc5887"/>
            <p:cNvSpPr/>
            <p:nvPr/>
          </p:nvSpPr>
          <p:spPr>
            <a:xfrm>
              <a:off x="504364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8" name="rc5888"/>
            <p:cNvSpPr/>
            <p:nvPr/>
          </p:nvSpPr>
          <p:spPr>
            <a:xfrm>
              <a:off x="504364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9" name="rc5889"/>
            <p:cNvSpPr/>
            <p:nvPr/>
          </p:nvSpPr>
          <p:spPr>
            <a:xfrm>
              <a:off x="504364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0" name="rc5890"/>
            <p:cNvSpPr/>
            <p:nvPr/>
          </p:nvSpPr>
          <p:spPr>
            <a:xfrm>
              <a:off x="504364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1" name="rc5891"/>
            <p:cNvSpPr/>
            <p:nvPr/>
          </p:nvSpPr>
          <p:spPr>
            <a:xfrm>
              <a:off x="5061978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2" name="rc5892"/>
            <p:cNvSpPr/>
            <p:nvPr/>
          </p:nvSpPr>
          <p:spPr>
            <a:xfrm>
              <a:off x="5061978" y="40632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3" name="rc5893"/>
            <p:cNvSpPr/>
            <p:nvPr/>
          </p:nvSpPr>
          <p:spPr>
            <a:xfrm>
              <a:off x="506197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4" name="rc5894"/>
            <p:cNvSpPr/>
            <p:nvPr/>
          </p:nvSpPr>
          <p:spPr>
            <a:xfrm>
              <a:off x="506197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5" name="rc5895"/>
            <p:cNvSpPr/>
            <p:nvPr/>
          </p:nvSpPr>
          <p:spPr>
            <a:xfrm>
              <a:off x="506197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6" name="rc5896"/>
            <p:cNvSpPr/>
            <p:nvPr/>
          </p:nvSpPr>
          <p:spPr>
            <a:xfrm>
              <a:off x="506197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7" name="rc5897"/>
            <p:cNvSpPr/>
            <p:nvPr/>
          </p:nvSpPr>
          <p:spPr>
            <a:xfrm>
              <a:off x="506197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8" name="rc5898"/>
            <p:cNvSpPr/>
            <p:nvPr/>
          </p:nvSpPr>
          <p:spPr>
            <a:xfrm>
              <a:off x="506197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9" name="rc5899"/>
            <p:cNvSpPr/>
            <p:nvPr/>
          </p:nvSpPr>
          <p:spPr>
            <a:xfrm>
              <a:off x="5080315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0" name="rc5900"/>
            <p:cNvSpPr/>
            <p:nvPr/>
          </p:nvSpPr>
          <p:spPr>
            <a:xfrm>
              <a:off x="5080315" y="40632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1" name="rc5901"/>
            <p:cNvSpPr/>
            <p:nvPr/>
          </p:nvSpPr>
          <p:spPr>
            <a:xfrm>
              <a:off x="508031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2" name="rc5902"/>
            <p:cNvSpPr/>
            <p:nvPr/>
          </p:nvSpPr>
          <p:spPr>
            <a:xfrm>
              <a:off x="508031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3" name="rc5903"/>
            <p:cNvSpPr/>
            <p:nvPr/>
          </p:nvSpPr>
          <p:spPr>
            <a:xfrm>
              <a:off x="508031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4" name="rc5904"/>
            <p:cNvSpPr/>
            <p:nvPr/>
          </p:nvSpPr>
          <p:spPr>
            <a:xfrm>
              <a:off x="508031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5" name="rc5905"/>
            <p:cNvSpPr/>
            <p:nvPr/>
          </p:nvSpPr>
          <p:spPr>
            <a:xfrm>
              <a:off x="508031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6" name="rc5906"/>
            <p:cNvSpPr/>
            <p:nvPr/>
          </p:nvSpPr>
          <p:spPr>
            <a:xfrm>
              <a:off x="508031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7" name="rc5907"/>
            <p:cNvSpPr/>
            <p:nvPr/>
          </p:nvSpPr>
          <p:spPr>
            <a:xfrm>
              <a:off x="5098653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8" name="rc5908"/>
            <p:cNvSpPr/>
            <p:nvPr/>
          </p:nvSpPr>
          <p:spPr>
            <a:xfrm>
              <a:off x="509865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9" name="rc5909"/>
            <p:cNvSpPr/>
            <p:nvPr/>
          </p:nvSpPr>
          <p:spPr>
            <a:xfrm>
              <a:off x="509865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0" name="rc5910"/>
            <p:cNvSpPr/>
            <p:nvPr/>
          </p:nvSpPr>
          <p:spPr>
            <a:xfrm>
              <a:off x="509865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1" name="rc5911"/>
            <p:cNvSpPr/>
            <p:nvPr/>
          </p:nvSpPr>
          <p:spPr>
            <a:xfrm>
              <a:off x="5098653" y="458708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2" name="rc5912"/>
            <p:cNvSpPr/>
            <p:nvPr/>
          </p:nvSpPr>
          <p:spPr>
            <a:xfrm>
              <a:off x="509865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3" name="rc5913"/>
            <p:cNvSpPr/>
            <p:nvPr/>
          </p:nvSpPr>
          <p:spPr>
            <a:xfrm>
              <a:off x="509865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4" name="rc5914"/>
            <p:cNvSpPr/>
            <p:nvPr/>
          </p:nvSpPr>
          <p:spPr>
            <a:xfrm>
              <a:off x="509865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5" name="rc5915"/>
            <p:cNvSpPr/>
            <p:nvPr/>
          </p:nvSpPr>
          <p:spPr>
            <a:xfrm>
              <a:off x="5116990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6" name="rc5916"/>
            <p:cNvSpPr/>
            <p:nvPr/>
          </p:nvSpPr>
          <p:spPr>
            <a:xfrm>
              <a:off x="511699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7" name="rc5917"/>
            <p:cNvSpPr/>
            <p:nvPr/>
          </p:nvSpPr>
          <p:spPr>
            <a:xfrm>
              <a:off x="511699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8" name="rc5918"/>
            <p:cNvSpPr/>
            <p:nvPr/>
          </p:nvSpPr>
          <p:spPr>
            <a:xfrm>
              <a:off x="511699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9" name="rc5919"/>
            <p:cNvSpPr/>
            <p:nvPr/>
          </p:nvSpPr>
          <p:spPr>
            <a:xfrm>
              <a:off x="5116990" y="458708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0" name="rc5920"/>
            <p:cNvSpPr/>
            <p:nvPr/>
          </p:nvSpPr>
          <p:spPr>
            <a:xfrm>
              <a:off x="511699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1" name="rc5921"/>
            <p:cNvSpPr/>
            <p:nvPr/>
          </p:nvSpPr>
          <p:spPr>
            <a:xfrm>
              <a:off x="511699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2" name="rc5922"/>
            <p:cNvSpPr/>
            <p:nvPr/>
          </p:nvSpPr>
          <p:spPr>
            <a:xfrm>
              <a:off x="511699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3" name="rc5923"/>
            <p:cNvSpPr/>
            <p:nvPr/>
          </p:nvSpPr>
          <p:spPr>
            <a:xfrm>
              <a:off x="5135327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4" name="rc5924"/>
            <p:cNvSpPr/>
            <p:nvPr/>
          </p:nvSpPr>
          <p:spPr>
            <a:xfrm>
              <a:off x="513532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5" name="rc5925"/>
            <p:cNvSpPr/>
            <p:nvPr/>
          </p:nvSpPr>
          <p:spPr>
            <a:xfrm>
              <a:off x="513532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6" name="rc5926"/>
            <p:cNvSpPr/>
            <p:nvPr/>
          </p:nvSpPr>
          <p:spPr>
            <a:xfrm>
              <a:off x="513532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7" name="rc5927"/>
            <p:cNvSpPr/>
            <p:nvPr/>
          </p:nvSpPr>
          <p:spPr>
            <a:xfrm>
              <a:off x="5135327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8" name="rc5928"/>
            <p:cNvSpPr/>
            <p:nvPr/>
          </p:nvSpPr>
          <p:spPr>
            <a:xfrm>
              <a:off x="513532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9" name="rc5929"/>
            <p:cNvSpPr/>
            <p:nvPr/>
          </p:nvSpPr>
          <p:spPr>
            <a:xfrm>
              <a:off x="513532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0" name="rc5930"/>
            <p:cNvSpPr/>
            <p:nvPr/>
          </p:nvSpPr>
          <p:spPr>
            <a:xfrm>
              <a:off x="513532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1" name="rc5931"/>
            <p:cNvSpPr/>
            <p:nvPr/>
          </p:nvSpPr>
          <p:spPr>
            <a:xfrm>
              <a:off x="5153664" y="3888581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2" name="rc5932"/>
            <p:cNvSpPr/>
            <p:nvPr/>
          </p:nvSpPr>
          <p:spPr>
            <a:xfrm>
              <a:off x="515366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3" name="rc5933"/>
            <p:cNvSpPr/>
            <p:nvPr/>
          </p:nvSpPr>
          <p:spPr>
            <a:xfrm>
              <a:off x="515366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4" name="rc5934"/>
            <p:cNvSpPr/>
            <p:nvPr/>
          </p:nvSpPr>
          <p:spPr>
            <a:xfrm>
              <a:off x="515366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5" name="rc5935"/>
            <p:cNvSpPr/>
            <p:nvPr/>
          </p:nvSpPr>
          <p:spPr>
            <a:xfrm>
              <a:off x="515366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6" name="rc5936"/>
            <p:cNvSpPr/>
            <p:nvPr/>
          </p:nvSpPr>
          <p:spPr>
            <a:xfrm>
              <a:off x="515366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7" name="rc5937"/>
            <p:cNvSpPr/>
            <p:nvPr/>
          </p:nvSpPr>
          <p:spPr>
            <a:xfrm>
              <a:off x="515366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8" name="rc5938"/>
            <p:cNvSpPr/>
            <p:nvPr/>
          </p:nvSpPr>
          <p:spPr>
            <a:xfrm>
              <a:off x="5153664" y="51109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9" name="rc5939"/>
            <p:cNvSpPr/>
            <p:nvPr/>
          </p:nvSpPr>
          <p:spPr>
            <a:xfrm>
              <a:off x="5172001" y="388858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0" name="rc5940"/>
            <p:cNvSpPr/>
            <p:nvPr/>
          </p:nvSpPr>
          <p:spPr>
            <a:xfrm>
              <a:off x="517200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1" name="rc5941"/>
            <p:cNvSpPr/>
            <p:nvPr/>
          </p:nvSpPr>
          <p:spPr>
            <a:xfrm>
              <a:off x="517200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2" name="rc5942"/>
            <p:cNvSpPr/>
            <p:nvPr/>
          </p:nvSpPr>
          <p:spPr>
            <a:xfrm>
              <a:off x="517200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3" name="rc5943"/>
            <p:cNvSpPr/>
            <p:nvPr/>
          </p:nvSpPr>
          <p:spPr>
            <a:xfrm>
              <a:off x="517200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4" name="rc5944"/>
            <p:cNvSpPr/>
            <p:nvPr/>
          </p:nvSpPr>
          <p:spPr>
            <a:xfrm>
              <a:off x="517200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5" name="rc5945"/>
            <p:cNvSpPr/>
            <p:nvPr/>
          </p:nvSpPr>
          <p:spPr>
            <a:xfrm>
              <a:off x="517200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6" name="rc5946"/>
            <p:cNvSpPr/>
            <p:nvPr/>
          </p:nvSpPr>
          <p:spPr>
            <a:xfrm>
              <a:off x="5172001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7" name="rc5947"/>
            <p:cNvSpPr/>
            <p:nvPr/>
          </p:nvSpPr>
          <p:spPr>
            <a:xfrm>
              <a:off x="5190338" y="3888581"/>
              <a:ext cx="18337" cy="174625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8" name="rc5948"/>
            <p:cNvSpPr/>
            <p:nvPr/>
          </p:nvSpPr>
          <p:spPr>
            <a:xfrm>
              <a:off x="519033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9" name="rc5949"/>
            <p:cNvSpPr/>
            <p:nvPr/>
          </p:nvSpPr>
          <p:spPr>
            <a:xfrm>
              <a:off x="519033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0" name="rc5950"/>
            <p:cNvSpPr/>
            <p:nvPr/>
          </p:nvSpPr>
          <p:spPr>
            <a:xfrm>
              <a:off x="5190338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1" name="rc5951"/>
            <p:cNvSpPr/>
            <p:nvPr/>
          </p:nvSpPr>
          <p:spPr>
            <a:xfrm>
              <a:off x="519033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2" name="rc5952"/>
            <p:cNvSpPr/>
            <p:nvPr/>
          </p:nvSpPr>
          <p:spPr>
            <a:xfrm>
              <a:off x="519033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3" name="rc5953"/>
            <p:cNvSpPr/>
            <p:nvPr/>
          </p:nvSpPr>
          <p:spPr>
            <a:xfrm>
              <a:off x="519033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4" name="rc5954"/>
            <p:cNvSpPr/>
            <p:nvPr/>
          </p:nvSpPr>
          <p:spPr>
            <a:xfrm>
              <a:off x="519033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5" name="rc5955"/>
            <p:cNvSpPr/>
            <p:nvPr/>
          </p:nvSpPr>
          <p:spPr>
            <a:xfrm>
              <a:off x="5208676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6" name="rc5956"/>
            <p:cNvSpPr/>
            <p:nvPr/>
          </p:nvSpPr>
          <p:spPr>
            <a:xfrm>
              <a:off x="520867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7" name="rc5957"/>
            <p:cNvSpPr/>
            <p:nvPr/>
          </p:nvSpPr>
          <p:spPr>
            <a:xfrm>
              <a:off x="520867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8" name="rc5958"/>
            <p:cNvSpPr/>
            <p:nvPr/>
          </p:nvSpPr>
          <p:spPr>
            <a:xfrm>
              <a:off x="520867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9" name="rc5959"/>
            <p:cNvSpPr/>
            <p:nvPr/>
          </p:nvSpPr>
          <p:spPr>
            <a:xfrm>
              <a:off x="520867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0" name="rc5960"/>
            <p:cNvSpPr/>
            <p:nvPr/>
          </p:nvSpPr>
          <p:spPr>
            <a:xfrm>
              <a:off x="5208676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1" name="rc5961"/>
            <p:cNvSpPr/>
            <p:nvPr/>
          </p:nvSpPr>
          <p:spPr>
            <a:xfrm>
              <a:off x="520867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2" name="rc5962"/>
            <p:cNvSpPr/>
            <p:nvPr/>
          </p:nvSpPr>
          <p:spPr>
            <a:xfrm>
              <a:off x="520867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3" name="rc5963"/>
            <p:cNvSpPr/>
            <p:nvPr/>
          </p:nvSpPr>
          <p:spPr>
            <a:xfrm>
              <a:off x="5227013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4" name="rc5964"/>
            <p:cNvSpPr/>
            <p:nvPr/>
          </p:nvSpPr>
          <p:spPr>
            <a:xfrm>
              <a:off x="522701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5" name="rc5965"/>
            <p:cNvSpPr/>
            <p:nvPr/>
          </p:nvSpPr>
          <p:spPr>
            <a:xfrm>
              <a:off x="522701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6" name="rc5966"/>
            <p:cNvSpPr/>
            <p:nvPr/>
          </p:nvSpPr>
          <p:spPr>
            <a:xfrm>
              <a:off x="522701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7" name="rc5967"/>
            <p:cNvSpPr/>
            <p:nvPr/>
          </p:nvSpPr>
          <p:spPr>
            <a:xfrm>
              <a:off x="522701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8" name="rc5968"/>
            <p:cNvSpPr/>
            <p:nvPr/>
          </p:nvSpPr>
          <p:spPr>
            <a:xfrm>
              <a:off x="522701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9" name="rc5969"/>
            <p:cNvSpPr/>
            <p:nvPr/>
          </p:nvSpPr>
          <p:spPr>
            <a:xfrm>
              <a:off x="522701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0" name="rc5970"/>
            <p:cNvSpPr/>
            <p:nvPr/>
          </p:nvSpPr>
          <p:spPr>
            <a:xfrm>
              <a:off x="522701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1" name="rc5971"/>
            <p:cNvSpPr/>
            <p:nvPr/>
          </p:nvSpPr>
          <p:spPr>
            <a:xfrm>
              <a:off x="5245350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2" name="rc5972"/>
            <p:cNvSpPr/>
            <p:nvPr/>
          </p:nvSpPr>
          <p:spPr>
            <a:xfrm>
              <a:off x="524535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3" name="rc5973"/>
            <p:cNvSpPr/>
            <p:nvPr/>
          </p:nvSpPr>
          <p:spPr>
            <a:xfrm>
              <a:off x="524535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4" name="rc5974"/>
            <p:cNvSpPr/>
            <p:nvPr/>
          </p:nvSpPr>
          <p:spPr>
            <a:xfrm>
              <a:off x="524535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5" name="rc5975"/>
            <p:cNvSpPr/>
            <p:nvPr/>
          </p:nvSpPr>
          <p:spPr>
            <a:xfrm>
              <a:off x="524535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6" name="rc5976"/>
            <p:cNvSpPr/>
            <p:nvPr/>
          </p:nvSpPr>
          <p:spPr>
            <a:xfrm>
              <a:off x="524535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7" name="rc5977"/>
            <p:cNvSpPr/>
            <p:nvPr/>
          </p:nvSpPr>
          <p:spPr>
            <a:xfrm>
              <a:off x="524535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8" name="rc5978"/>
            <p:cNvSpPr/>
            <p:nvPr/>
          </p:nvSpPr>
          <p:spPr>
            <a:xfrm>
              <a:off x="524535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9" name="rc5979"/>
            <p:cNvSpPr/>
            <p:nvPr/>
          </p:nvSpPr>
          <p:spPr>
            <a:xfrm>
              <a:off x="5263687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0" name="rc5980"/>
            <p:cNvSpPr/>
            <p:nvPr/>
          </p:nvSpPr>
          <p:spPr>
            <a:xfrm>
              <a:off x="526368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1" name="rc5981"/>
            <p:cNvSpPr/>
            <p:nvPr/>
          </p:nvSpPr>
          <p:spPr>
            <a:xfrm>
              <a:off x="5263687" y="4237831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2" name="rc5982"/>
            <p:cNvSpPr/>
            <p:nvPr/>
          </p:nvSpPr>
          <p:spPr>
            <a:xfrm>
              <a:off x="5263687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3" name="rc5983"/>
            <p:cNvSpPr/>
            <p:nvPr/>
          </p:nvSpPr>
          <p:spPr>
            <a:xfrm>
              <a:off x="526368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4" name="rc5984"/>
            <p:cNvSpPr/>
            <p:nvPr/>
          </p:nvSpPr>
          <p:spPr>
            <a:xfrm>
              <a:off x="526368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5" name="rc5985"/>
            <p:cNvSpPr/>
            <p:nvPr/>
          </p:nvSpPr>
          <p:spPr>
            <a:xfrm>
              <a:off x="526368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6" name="rc5986"/>
            <p:cNvSpPr/>
            <p:nvPr/>
          </p:nvSpPr>
          <p:spPr>
            <a:xfrm>
              <a:off x="526368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7" name="rc5987"/>
            <p:cNvSpPr/>
            <p:nvPr/>
          </p:nvSpPr>
          <p:spPr>
            <a:xfrm>
              <a:off x="5282024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8" name="rc5988"/>
            <p:cNvSpPr/>
            <p:nvPr/>
          </p:nvSpPr>
          <p:spPr>
            <a:xfrm>
              <a:off x="528202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9" name="rc5989"/>
            <p:cNvSpPr/>
            <p:nvPr/>
          </p:nvSpPr>
          <p:spPr>
            <a:xfrm>
              <a:off x="5282024" y="4237831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0" name="rc5990"/>
            <p:cNvSpPr/>
            <p:nvPr/>
          </p:nvSpPr>
          <p:spPr>
            <a:xfrm>
              <a:off x="528202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1" name="rc5991"/>
            <p:cNvSpPr/>
            <p:nvPr/>
          </p:nvSpPr>
          <p:spPr>
            <a:xfrm>
              <a:off x="528202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2" name="rc5992"/>
            <p:cNvSpPr/>
            <p:nvPr/>
          </p:nvSpPr>
          <p:spPr>
            <a:xfrm>
              <a:off x="528202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3" name="rc5993"/>
            <p:cNvSpPr/>
            <p:nvPr/>
          </p:nvSpPr>
          <p:spPr>
            <a:xfrm>
              <a:off x="528202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4" name="rc5994"/>
            <p:cNvSpPr/>
            <p:nvPr/>
          </p:nvSpPr>
          <p:spPr>
            <a:xfrm>
              <a:off x="528202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5" name="rc5995"/>
            <p:cNvSpPr/>
            <p:nvPr/>
          </p:nvSpPr>
          <p:spPr>
            <a:xfrm>
              <a:off x="5300362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6" name="rc5996"/>
            <p:cNvSpPr/>
            <p:nvPr/>
          </p:nvSpPr>
          <p:spPr>
            <a:xfrm>
              <a:off x="530036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7" name="rc5997"/>
            <p:cNvSpPr/>
            <p:nvPr/>
          </p:nvSpPr>
          <p:spPr>
            <a:xfrm>
              <a:off x="5300362" y="4237831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8" name="rc5998"/>
            <p:cNvSpPr/>
            <p:nvPr/>
          </p:nvSpPr>
          <p:spPr>
            <a:xfrm>
              <a:off x="530036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9" name="rc5999"/>
            <p:cNvSpPr/>
            <p:nvPr/>
          </p:nvSpPr>
          <p:spPr>
            <a:xfrm>
              <a:off x="530036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0" name="rc6000"/>
            <p:cNvSpPr/>
            <p:nvPr/>
          </p:nvSpPr>
          <p:spPr>
            <a:xfrm>
              <a:off x="530036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1" name="rc6001"/>
            <p:cNvSpPr/>
            <p:nvPr/>
          </p:nvSpPr>
          <p:spPr>
            <a:xfrm>
              <a:off x="530036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2" name="rc6002"/>
            <p:cNvSpPr/>
            <p:nvPr/>
          </p:nvSpPr>
          <p:spPr>
            <a:xfrm>
              <a:off x="530036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3" name="rc6003"/>
            <p:cNvSpPr/>
            <p:nvPr/>
          </p:nvSpPr>
          <p:spPr>
            <a:xfrm>
              <a:off x="5318699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4" name="rc6004"/>
            <p:cNvSpPr/>
            <p:nvPr/>
          </p:nvSpPr>
          <p:spPr>
            <a:xfrm>
              <a:off x="531869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5" name="rc6005"/>
            <p:cNvSpPr/>
            <p:nvPr/>
          </p:nvSpPr>
          <p:spPr>
            <a:xfrm>
              <a:off x="5318699" y="423783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6" name="rc6006"/>
            <p:cNvSpPr/>
            <p:nvPr/>
          </p:nvSpPr>
          <p:spPr>
            <a:xfrm>
              <a:off x="531869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7" name="rc6007"/>
            <p:cNvSpPr/>
            <p:nvPr/>
          </p:nvSpPr>
          <p:spPr>
            <a:xfrm>
              <a:off x="531869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8" name="rc6008"/>
            <p:cNvSpPr/>
            <p:nvPr/>
          </p:nvSpPr>
          <p:spPr>
            <a:xfrm>
              <a:off x="531869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9" name="rc6009"/>
            <p:cNvSpPr/>
            <p:nvPr/>
          </p:nvSpPr>
          <p:spPr>
            <a:xfrm>
              <a:off x="531869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0" name="rc6010"/>
            <p:cNvSpPr/>
            <p:nvPr/>
          </p:nvSpPr>
          <p:spPr>
            <a:xfrm>
              <a:off x="531869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1" name="rc6011"/>
            <p:cNvSpPr/>
            <p:nvPr/>
          </p:nvSpPr>
          <p:spPr>
            <a:xfrm>
              <a:off x="5337036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2" name="rc6012"/>
            <p:cNvSpPr/>
            <p:nvPr/>
          </p:nvSpPr>
          <p:spPr>
            <a:xfrm>
              <a:off x="533703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3" name="rc6013"/>
            <p:cNvSpPr/>
            <p:nvPr/>
          </p:nvSpPr>
          <p:spPr>
            <a:xfrm>
              <a:off x="5337036" y="423783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4" name="rc6014"/>
            <p:cNvSpPr/>
            <p:nvPr/>
          </p:nvSpPr>
          <p:spPr>
            <a:xfrm>
              <a:off x="533703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5" name="rc6015"/>
            <p:cNvSpPr/>
            <p:nvPr/>
          </p:nvSpPr>
          <p:spPr>
            <a:xfrm>
              <a:off x="533703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6" name="rc6016"/>
            <p:cNvSpPr/>
            <p:nvPr/>
          </p:nvSpPr>
          <p:spPr>
            <a:xfrm>
              <a:off x="533703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7" name="rc6017"/>
            <p:cNvSpPr/>
            <p:nvPr/>
          </p:nvSpPr>
          <p:spPr>
            <a:xfrm>
              <a:off x="533703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8" name="rc6018"/>
            <p:cNvSpPr/>
            <p:nvPr/>
          </p:nvSpPr>
          <p:spPr>
            <a:xfrm>
              <a:off x="533703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9" name="rc6019"/>
            <p:cNvSpPr/>
            <p:nvPr/>
          </p:nvSpPr>
          <p:spPr>
            <a:xfrm>
              <a:off x="5355373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0" name="rc6020"/>
            <p:cNvSpPr/>
            <p:nvPr/>
          </p:nvSpPr>
          <p:spPr>
            <a:xfrm>
              <a:off x="535537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1" name="rc6021"/>
            <p:cNvSpPr/>
            <p:nvPr/>
          </p:nvSpPr>
          <p:spPr>
            <a:xfrm>
              <a:off x="5355373" y="423783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2" name="rc6022"/>
            <p:cNvSpPr/>
            <p:nvPr/>
          </p:nvSpPr>
          <p:spPr>
            <a:xfrm>
              <a:off x="535537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3" name="rc6023"/>
            <p:cNvSpPr/>
            <p:nvPr/>
          </p:nvSpPr>
          <p:spPr>
            <a:xfrm>
              <a:off x="535537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4" name="rc6024"/>
            <p:cNvSpPr/>
            <p:nvPr/>
          </p:nvSpPr>
          <p:spPr>
            <a:xfrm>
              <a:off x="535537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5" name="rc6025"/>
            <p:cNvSpPr/>
            <p:nvPr/>
          </p:nvSpPr>
          <p:spPr>
            <a:xfrm>
              <a:off x="535537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6" name="rc6026"/>
            <p:cNvSpPr/>
            <p:nvPr/>
          </p:nvSpPr>
          <p:spPr>
            <a:xfrm>
              <a:off x="535537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7" name="rc6027"/>
            <p:cNvSpPr/>
            <p:nvPr/>
          </p:nvSpPr>
          <p:spPr>
            <a:xfrm>
              <a:off x="5373710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8" name="rc6028"/>
            <p:cNvSpPr/>
            <p:nvPr/>
          </p:nvSpPr>
          <p:spPr>
            <a:xfrm>
              <a:off x="537371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9" name="rc6029"/>
            <p:cNvSpPr/>
            <p:nvPr/>
          </p:nvSpPr>
          <p:spPr>
            <a:xfrm>
              <a:off x="5373710" y="423783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0" name="rc6030"/>
            <p:cNvSpPr/>
            <p:nvPr/>
          </p:nvSpPr>
          <p:spPr>
            <a:xfrm>
              <a:off x="537371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1" name="rc6031"/>
            <p:cNvSpPr/>
            <p:nvPr/>
          </p:nvSpPr>
          <p:spPr>
            <a:xfrm>
              <a:off x="537371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2" name="rc6032"/>
            <p:cNvSpPr/>
            <p:nvPr/>
          </p:nvSpPr>
          <p:spPr>
            <a:xfrm>
              <a:off x="537371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3" name="rc6033"/>
            <p:cNvSpPr/>
            <p:nvPr/>
          </p:nvSpPr>
          <p:spPr>
            <a:xfrm>
              <a:off x="537371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4" name="rc6034"/>
            <p:cNvSpPr/>
            <p:nvPr/>
          </p:nvSpPr>
          <p:spPr>
            <a:xfrm>
              <a:off x="537371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5" name="rc6035"/>
            <p:cNvSpPr/>
            <p:nvPr/>
          </p:nvSpPr>
          <p:spPr>
            <a:xfrm>
              <a:off x="5392048" y="3888581"/>
              <a:ext cx="18337" cy="174625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6" name="rc6036"/>
            <p:cNvSpPr/>
            <p:nvPr/>
          </p:nvSpPr>
          <p:spPr>
            <a:xfrm>
              <a:off x="539204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7" name="rc6037"/>
            <p:cNvSpPr/>
            <p:nvPr/>
          </p:nvSpPr>
          <p:spPr>
            <a:xfrm>
              <a:off x="539204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8" name="rc6038"/>
            <p:cNvSpPr/>
            <p:nvPr/>
          </p:nvSpPr>
          <p:spPr>
            <a:xfrm>
              <a:off x="539204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9" name="rc6039"/>
            <p:cNvSpPr/>
            <p:nvPr/>
          </p:nvSpPr>
          <p:spPr>
            <a:xfrm>
              <a:off x="539204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0" name="rc6040"/>
            <p:cNvSpPr/>
            <p:nvPr/>
          </p:nvSpPr>
          <p:spPr>
            <a:xfrm>
              <a:off x="53920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1" name="rc6041"/>
            <p:cNvSpPr/>
            <p:nvPr/>
          </p:nvSpPr>
          <p:spPr>
            <a:xfrm>
              <a:off x="53920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2" name="rc6042"/>
            <p:cNvSpPr/>
            <p:nvPr/>
          </p:nvSpPr>
          <p:spPr>
            <a:xfrm>
              <a:off x="5392048" y="511095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3" name="rc6043"/>
            <p:cNvSpPr/>
            <p:nvPr/>
          </p:nvSpPr>
          <p:spPr>
            <a:xfrm>
              <a:off x="5410385" y="3888581"/>
              <a:ext cx="18337" cy="174625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4" name="rc6044"/>
            <p:cNvSpPr/>
            <p:nvPr/>
          </p:nvSpPr>
          <p:spPr>
            <a:xfrm>
              <a:off x="541038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5" name="rc6045"/>
            <p:cNvSpPr/>
            <p:nvPr/>
          </p:nvSpPr>
          <p:spPr>
            <a:xfrm>
              <a:off x="541038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6" name="rc6046"/>
            <p:cNvSpPr/>
            <p:nvPr/>
          </p:nvSpPr>
          <p:spPr>
            <a:xfrm>
              <a:off x="541038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7" name="rc6047"/>
            <p:cNvSpPr/>
            <p:nvPr/>
          </p:nvSpPr>
          <p:spPr>
            <a:xfrm>
              <a:off x="541038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8" name="rc6048"/>
            <p:cNvSpPr/>
            <p:nvPr/>
          </p:nvSpPr>
          <p:spPr>
            <a:xfrm>
              <a:off x="541038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9" name="rc6049"/>
            <p:cNvSpPr/>
            <p:nvPr/>
          </p:nvSpPr>
          <p:spPr>
            <a:xfrm>
              <a:off x="541038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0" name="rc6050"/>
            <p:cNvSpPr/>
            <p:nvPr/>
          </p:nvSpPr>
          <p:spPr>
            <a:xfrm>
              <a:off x="5410385" y="51109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1" name="rc6051"/>
            <p:cNvSpPr/>
            <p:nvPr/>
          </p:nvSpPr>
          <p:spPr>
            <a:xfrm>
              <a:off x="5428722" y="3888581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2" name="rc6052"/>
            <p:cNvSpPr/>
            <p:nvPr/>
          </p:nvSpPr>
          <p:spPr>
            <a:xfrm>
              <a:off x="542872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3" name="rc6053"/>
            <p:cNvSpPr/>
            <p:nvPr/>
          </p:nvSpPr>
          <p:spPr>
            <a:xfrm>
              <a:off x="542872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4" name="rc6054"/>
            <p:cNvSpPr/>
            <p:nvPr/>
          </p:nvSpPr>
          <p:spPr>
            <a:xfrm>
              <a:off x="542872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5" name="rc6055"/>
            <p:cNvSpPr/>
            <p:nvPr/>
          </p:nvSpPr>
          <p:spPr>
            <a:xfrm>
              <a:off x="542872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6" name="rc6056"/>
            <p:cNvSpPr/>
            <p:nvPr/>
          </p:nvSpPr>
          <p:spPr>
            <a:xfrm>
              <a:off x="542872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7" name="rc6057"/>
            <p:cNvSpPr/>
            <p:nvPr/>
          </p:nvSpPr>
          <p:spPr>
            <a:xfrm>
              <a:off x="542872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8" name="rc6058"/>
            <p:cNvSpPr/>
            <p:nvPr/>
          </p:nvSpPr>
          <p:spPr>
            <a:xfrm>
              <a:off x="5428722" y="51109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9" name="rc6059"/>
            <p:cNvSpPr/>
            <p:nvPr/>
          </p:nvSpPr>
          <p:spPr>
            <a:xfrm>
              <a:off x="5447059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0" name="rc6060"/>
            <p:cNvSpPr/>
            <p:nvPr/>
          </p:nvSpPr>
          <p:spPr>
            <a:xfrm>
              <a:off x="544705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1" name="rc6061"/>
            <p:cNvSpPr/>
            <p:nvPr/>
          </p:nvSpPr>
          <p:spPr>
            <a:xfrm>
              <a:off x="544705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2" name="rc6062"/>
            <p:cNvSpPr/>
            <p:nvPr/>
          </p:nvSpPr>
          <p:spPr>
            <a:xfrm>
              <a:off x="5447059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3" name="rc6063"/>
            <p:cNvSpPr/>
            <p:nvPr/>
          </p:nvSpPr>
          <p:spPr>
            <a:xfrm>
              <a:off x="544705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4" name="rc6064"/>
            <p:cNvSpPr/>
            <p:nvPr/>
          </p:nvSpPr>
          <p:spPr>
            <a:xfrm>
              <a:off x="5447059" y="47617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5" name="rc6065"/>
            <p:cNvSpPr/>
            <p:nvPr/>
          </p:nvSpPr>
          <p:spPr>
            <a:xfrm>
              <a:off x="544705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6" name="rc6066"/>
            <p:cNvSpPr/>
            <p:nvPr/>
          </p:nvSpPr>
          <p:spPr>
            <a:xfrm>
              <a:off x="5447059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7" name="rc6067"/>
            <p:cNvSpPr/>
            <p:nvPr/>
          </p:nvSpPr>
          <p:spPr>
            <a:xfrm>
              <a:off x="5465396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8" name="rc6068"/>
            <p:cNvSpPr/>
            <p:nvPr/>
          </p:nvSpPr>
          <p:spPr>
            <a:xfrm>
              <a:off x="546539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9" name="rc6069"/>
            <p:cNvSpPr/>
            <p:nvPr/>
          </p:nvSpPr>
          <p:spPr>
            <a:xfrm>
              <a:off x="546539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0" name="rc6070"/>
            <p:cNvSpPr/>
            <p:nvPr/>
          </p:nvSpPr>
          <p:spPr>
            <a:xfrm>
              <a:off x="5465396" y="44124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1" name="rc6071"/>
            <p:cNvSpPr/>
            <p:nvPr/>
          </p:nvSpPr>
          <p:spPr>
            <a:xfrm>
              <a:off x="546539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2" name="rc6072"/>
            <p:cNvSpPr/>
            <p:nvPr/>
          </p:nvSpPr>
          <p:spPr>
            <a:xfrm>
              <a:off x="546539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3" name="rc6073"/>
            <p:cNvSpPr/>
            <p:nvPr/>
          </p:nvSpPr>
          <p:spPr>
            <a:xfrm>
              <a:off x="546539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4" name="rc6074"/>
            <p:cNvSpPr/>
            <p:nvPr/>
          </p:nvSpPr>
          <p:spPr>
            <a:xfrm>
              <a:off x="546539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5" name="rc6075"/>
            <p:cNvSpPr/>
            <p:nvPr/>
          </p:nvSpPr>
          <p:spPr>
            <a:xfrm>
              <a:off x="5483734" y="388858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6" name="rc6076"/>
            <p:cNvSpPr/>
            <p:nvPr/>
          </p:nvSpPr>
          <p:spPr>
            <a:xfrm>
              <a:off x="548373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7" name="rc6077"/>
            <p:cNvSpPr/>
            <p:nvPr/>
          </p:nvSpPr>
          <p:spPr>
            <a:xfrm>
              <a:off x="548373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8" name="rc6078"/>
            <p:cNvSpPr/>
            <p:nvPr/>
          </p:nvSpPr>
          <p:spPr>
            <a:xfrm>
              <a:off x="5483734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9" name="rc6079"/>
            <p:cNvSpPr/>
            <p:nvPr/>
          </p:nvSpPr>
          <p:spPr>
            <a:xfrm>
              <a:off x="548373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0" name="rc6080"/>
            <p:cNvSpPr/>
            <p:nvPr/>
          </p:nvSpPr>
          <p:spPr>
            <a:xfrm>
              <a:off x="548373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1" name="rc6081"/>
            <p:cNvSpPr/>
            <p:nvPr/>
          </p:nvSpPr>
          <p:spPr>
            <a:xfrm>
              <a:off x="54837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2" name="rc6082"/>
            <p:cNvSpPr/>
            <p:nvPr/>
          </p:nvSpPr>
          <p:spPr>
            <a:xfrm>
              <a:off x="548373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3" name="rc6083"/>
            <p:cNvSpPr/>
            <p:nvPr/>
          </p:nvSpPr>
          <p:spPr>
            <a:xfrm>
              <a:off x="5502071" y="3888581"/>
              <a:ext cx="18337" cy="174625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4" name="rc6084"/>
            <p:cNvSpPr/>
            <p:nvPr/>
          </p:nvSpPr>
          <p:spPr>
            <a:xfrm>
              <a:off x="550207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5" name="rc6085"/>
            <p:cNvSpPr/>
            <p:nvPr/>
          </p:nvSpPr>
          <p:spPr>
            <a:xfrm>
              <a:off x="550207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6" name="rc6086"/>
            <p:cNvSpPr/>
            <p:nvPr/>
          </p:nvSpPr>
          <p:spPr>
            <a:xfrm>
              <a:off x="5502071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7" name="rc6087"/>
            <p:cNvSpPr/>
            <p:nvPr/>
          </p:nvSpPr>
          <p:spPr>
            <a:xfrm>
              <a:off x="550207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8" name="rc6088"/>
            <p:cNvSpPr/>
            <p:nvPr/>
          </p:nvSpPr>
          <p:spPr>
            <a:xfrm>
              <a:off x="550207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9" name="rc6089"/>
            <p:cNvSpPr/>
            <p:nvPr/>
          </p:nvSpPr>
          <p:spPr>
            <a:xfrm>
              <a:off x="550207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0" name="rc6090"/>
            <p:cNvSpPr/>
            <p:nvPr/>
          </p:nvSpPr>
          <p:spPr>
            <a:xfrm>
              <a:off x="550207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1" name="rc6091"/>
            <p:cNvSpPr/>
            <p:nvPr/>
          </p:nvSpPr>
          <p:spPr>
            <a:xfrm>
              <a:off x="5520408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2" name="rc6092"/>
            <p:cNvSpPr/>
            <p:nvPr/>
          </p:nvSpPr>
          <p:spPr>
            <a:xfrm>
              <a:off x="552040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3" name="rc6093"/>
            <p:cNvSpPr/>
            <p:nvPr/>
          </p:nvSpPr>
          <p:spPr>
            <a:xfrm>
              <a:off x="552040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4" name="rc6094"/>
            <p:cNvSpPr/>
            <p:nvPr/>
          </p:nvSpPr>
          <p:spPr>
            <a:xfrm>
              <a:off x="5520408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5" name="rc6095"/>
            <p:cNvSpPr/>
            <p:nvPr/>
          </p:nvSpPr>
          <p:spPr>
            <a:xfrm>
              <a:off x="552040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6" name="rc6096"/>
            <p:cNvSpPr/>
            <p:nvPr/>
          </p:nvSpPr>
          <p:spPr>
            <a:xfrm>
              <a:off x="552040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7" name="rc6097"/>
            <p:cNvSpPr/>
            <p:nvPr/>
          </p:nvSpPr>
          <p:spPr>
            <a:xfrm>
              <a:off x="552040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8" name="rc6098"/>
            <p:cNvSpPr/>
            <p:nvPr/>
          </p:nvSpPr>
          <p:spPr>
            <a:xfrm>
              <a:off x="552040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9" name="rc6099"/>
            <p:cNvSpPr/>
            <p:nvPr/>
          </p:nvSpPr>
          <p:spPr>
            <a:xfrm>
              <a:off x="5538745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0" name="rc6100"/>
            <p:cNvSpPr/>
            <p:nvPr/>
          </p:nvSpPr>
          <p:spPr>
            <a:xfrm>
              <a:off x="553874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1" name="rc6101"/>
            <p:cNvSpPr/>
            <p:nvPr/>
          </p:nvSpPr>
          <p:spPr>
            <a:xfrm>
              <a:off x="553874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2" name="rc6102"/>
            <p:cNvSpPr/>
            <p:nvPr/>
          </p:nvSpPr>
          <p:spPr>
            <a:xfrm>
              <a:off x="5538745" y="44124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3" name="rc6103"/>
            <p:cNvSpPr/>
            <p:nvPr/>
          </p:nvSpPr>
          <p:spPr>
            <a:xfrm>
              <a:off x="553874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4" name="rc6104"/>
            <p:cNvSpPr/>
            <p:nvPr/>
          </p:nvSpPr>
          <p:spPr>
            <a:xfrm>
              <a:off x="553874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5" name="rc6105"/>
            <p:cNvSpPr/>
            <p:nvPr/>
          </p:nvSpPr>
          <p:spPr>
            <a:xfrm>
              <a:off x="553874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6" name="rc6106"/>
            <p:cNvSpPr/>
            <p:nvPr/>
          </p:nvSpPr>
          <p:spPr>
            <a:xfrm>
              <a:off x="553874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7" name="rc6107"/>
            <p:cNvSpPr/>
            <p:nvPr/>
          </p:nvSpPr>
          <p:spPr>
            <a:xfrm>
              <a:off x="5557082" y="3888581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8" name="rc6108"/>
            <p:cNvSpPr/>
            <p:nvPr/>
          </p:nvSpPr>
          <p:spPr>
            <a:xfrm>
              <a:off x="555708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9" name="rc6109"/>
            <p:cNvSpPr/>
            <p:nvPr/>
          </p:nvSpPr>
          <p:spPr>
            <a:xfrm>
              <a:off x="555708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0" name="rc6110"/>
            <p:cNvSpPr/>
            <p:nvPr/>
          </p:nvSpPr>
          <p:spPr>
            <a:xfrm>
              <a:off x="5557082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1" name="rc6111"/>
            <p:cNvSpPr/>
            <p:nvPr/>
          </p:nvSpPr>
          <p:spPr>
            <a:xfrm>
              <a:off x="555708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2" name="rc6112"/>
            <p:cNvSpPr/>
            <p:nvPr/>
          </p:nvSpPr>
          <p:spPr>
            <a:xfrm>
              <a:off x="555708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3" name="rc6113"/>
            <p:cNvSpPr/>
            <p:nvPr/>
          </p:nvSpPr>
          <p:spPr>
            <a:xfrm>
              <a:off x="555708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4" name="rc6114"/>
            <p:cNvSpPr/>
            <p:nvPr/>
          </p:nvSpPr>
          <p:spPr>
            <a:xfrm>
              <a:off x="555708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5" name="rc6115"/>
            <p:cNvSpPr/>
            <p:nvPr/>
          </p:nvSpPr>
          <p:spPr>
            <a:xfrm>
              <a:off x="5575419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6" name="rc6116"/>
            <p:cNvSpPr/>
            <p:nvPr/>
          </p:nvSpPr>
          <p:spPr>
            <a:xfrm>
              <a:off x="557541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7" name="rc6117"/>
            <p:cNvSpPr/>
            <p:nvPr/>
          </p:nvSpPr>
          <p:spPr>
            <a:xfrm>
              <a:off x="5575419" y="42378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8" name="rc6118"/>
            <p:cNvSpPr/>
            <p:nvPr/>
          </p:nvSpPr>
          <p:spPr>
            <a:xfrm>
              <a:off x="557541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9" name="rc6119"/>
            <p:cNvSpPr/>
            <p:nvPr/>
          </p:nvSpPr>
          <p:spPr>
            <a:xfrm>
              <a:off x="557541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0" name="rc6120"/>
            <p:cNvSpPr/>
            <p:nvPr/>
          </p:nvSpPr>
          <p:spPr>
            <a:xfrm>
              <a:off x="557541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1" name="rc6121"/>
            <p:cNvSpPr/>
            <p:nvPr/>
          </p:nvSpPr>
          <p:spPr>
            <a:xfrm>
              <a:off x="557541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2" name="rc6122"/>
            <p:cNvSpPr/>
            <p:nvPr/>
          </p:nvSpPr>
          <p:spPr>
            <a:xfrm>
              <a:off x="557541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3" name="rc6123"/>
            <p:cNvSpPr/>
            <p:nvPr/>
          </p:nvSpPr>
          <p:spPr>
            <a:xfrm>
              <a:off x="5593757" y="3888581"/>
              <a:ext cx="18337" cy="174625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4" name="rc6124"/>
            <p:cNvSpPr/>
            <p:nvPr/>
          </p:nvSpPr>
          <p:spPr>
            <a:xfrm>
              <a:off x="559375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5" name="rc6125"/>
            <p:cNvSpPr/>
            <p:nvPr/>
          </p:nvSpPr>
          <p:spPr>
            <a:xfrm>
              <a:off x="5593757" y="4237831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6" name="rc6126"/>
            <p:cNvSpPr/>
            <p:nvPr/>
          </p:nvSpPr>
          <p:spPr>
            <a:xfrm>
              <a:off x="5593757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7" name="rc6127"/>
            <p:cNvSpPr/>
            <p:nvPr/>
          </p:nvSpPr>
          <p:spPr>
            <a:xfrm>
              <a:off x="559375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8" name="rc6128"/>
            <p:cNvSpPr/>
            <p:nvPr/>
          </p:nvSpPr>
          <p:spPr>
            <a:xfrm>
              <a:off x="559375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9" name="rc6129"/>
            <p:cNvSpPr/>
            <p:nvPr/>
          </p:nvSpPr>
          <p:spPr>
            <a:xfrm>
              <a:off x="559375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0" name="rc6130"/>
            <p:cNvSpPr/>
            <p:nvPr/>
          </p:nvSpPr>
          <p:spPr>
            <a:xfrm>
              <a:off x="559375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1" name="rc6131"/>
            <p:cNvSpPr/>
            <p:nvPr/>
          </p:nvSpPr>
          <p:spPr>
            <a:xfrm>
              <a:off x="5612094" y="3888581"/>
              <a:ext cx="18337" cy="174625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2" name="rc6132"/>
            <p:cNvSpPr/>
            <p:nvPr/>
          </p:nvSpPr>
          <p:spPr>
            <a:xfrm>
              <a:off x="561209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3" name="rc6133"/>
            <p:cNvSpPr/>
            <p:nvPr/>
          </p:nvSpPr>
          <p:spPr>
            <a:xfrm>
              <a:off x="561209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4" name="rc6134"/>
            <p:cNvSpPr/>
            <p:nvPr/>
          </p:nvSpPr>
          <p:spPr>
            <a:xfrm>
              <a:off x="561209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5" name="rc6135"/>
            <p:cNvSpPr/>
            <p:nvPr/>
          </p:nvSpPr>
          <p:spPr>
            <a:xfrm>
              <a:off x="5612094" y="458708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6" name="rc6136"/>
            <p:cNvSpPr/>
            <p:nvPr/>
          </p:nvSpPr>
          <p:spPr>
            <a:xfrm>
              <a:off x="561209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7" name="rc6137"/>
            <p:cNvSpPr/>
            <p:nvPr/>
          </p:nvSpPr>
          <p:spPr>
            <a:xfrm>
              <a:off x="561209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8" name="rc6138"/>
            <p:cNvSpPr/>
            <p:nvPr/>
          </p:nvSpPr>
          <p:spPr>
            <a:xfrm>
              <a:off x="561209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9" name="rc6139"/>
            <p:cNvSpPr/>
            <p:nvPr/>
          </p:nvSpPr>
          <p:spPr>
            <a:xfrm>
              <a:off x="5630431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0" name="rc6140"/>
            <p:cNvSpPr/>
            <p:nvPr/>
          </p:nvSpPr>
          <p:spPr>
            <a:xfrm>
              <a:off x="563043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1" name="rc6141"/>
            <p:cNvSpPr/>
            <p:nvPr/>
          </p:nvSpPr>
          <p:spPr>
            <a:xfrm>
              <a:off x="563043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2" name="rc6142"/>
            <p:cNvSpPr/>
            <p:nvPr/>
          </p:nvSpPr>
          <p:spPr>
            <a:xfrm>
              <a:off x="5630431" y="44124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3" name="rc6143"/>
            <p:cNvSpPr/>
            <p:nvPr/>
          </p:nvSpPr>
          <p:spPr>
            <a:xfrm>
              <a:off x="563043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4" name="rc6144"/>
            <p:cNvSpPr/>
            <p:nvPr/>
          </p:nvSpPr>
          <p:spPr>
            <a:xfrm>
              <a:off x="563043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5" name="rc6145"/>
            <p:cNvSpPr/>
            <p:nvPr/>
          </p:nvSpPr>
          <p:spPr>
            <a:xfrm>
              <a:off x="563043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6" name="rc6146"/>
            <p:cNvSpPr/>
            <p:nvPr/>
          </p:nvSpPr>
          <p:spPr>
            <a:xfrm>
              <a:off x="563043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7" name="rc6147"/>
            <p:cNvSpPr/>
            <p:nvPr/>
          </p:nvSpPr>
          <p:spPr>
            <a:xfrm>
              <a:off x="5648768" y="3888581"/>
              <a:ext cx="18337" cy="174625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8" name="rc6148"/>
            <p:cNvSpPr/>
            <p:nvPr/>
          </p:nvSpPr>
          <p:spPr>
            <a:xfrm>
              <a:off x="564876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9" name="rc6149"/>
            <p:cNvSpPr/>
            <p:nvPr/>
          </p:nvSpPr>
          <p:spPr>
            <a:xfrm>
              <a:off x="564876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0" name="rc6150"/>
            <p:cNvSpPr/>
            <p:nvPr/>
          </p:nvSpPr>
          <p:spPr>
            <a:xfrm>
              <a:off x="564876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1" name="rc6151"/>
            <p:cNvSpPr/>
            <p:nvPr/>
          </p:nvSpPr>
          <p:spPr>
            <a:xfrm>
              <a:off x="564876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2" name="rc6152"/>
            <p:cNvSpPr/>
            <p:nvPr/>
          </p:nvSpPr>
          <p:spPr>
            <a:xfrm>
              <a:off x="564876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3" name="rc6153"/>
            <p:cNvSpPr/>
            <p:nvPr/>
          </p:nvSpPr>
          <p:spPr>
            <a:xfrm>
              <a:off x="564876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4" name="rc6154"/>
            <p:cNvSpPr/>
            <p:nvPr/>
          </p:nvSpPr>
          <p:spPr>
            <a:xfrm>
              <a:off x="564876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5" name="rc6155"/>
            <p:cNvSpPr/>
            <p:nvPr/>
          </p:nvSpPr>
          <p:spPr>
            <a:xfrm>
              <a:off x="5667105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6" name="rc6156"/>
            <p:cNvSpPr/>
            <p:nvPr/>
          </p:nvSpPr>
          <p:spPr>
            <a:xfrm>
              <a:off x="566710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7" name="rc6157"/>
            <p:cNvSpPr/>
            <p:nvPr/>
          </p:nvSpPr>
          <p:spPr>
            <a:xfrm>
              <a:off x="566710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8" name="rc6158"/>
            <p:cNvSpPr/>
            <p:nvPr/>
          </p:nvSpPr>
          <p:spPr>
            <a:xfrm>
              <a:off x="566710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9" name="rc6159"/>
            <p:cNvSpPr/>
            <p:nvPr/>
          </p:nvSpPr>
          <p:spPr>
            <a:xfrm>
              <a:off x="566710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0" name="rc6160"/>
            <p:cNvSpPr/>
            <p:nvPr/>
          </p:nvSpPr>
          <p:spPr>
            <a:xfrm>
              <a:off x="566710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1" name="rc6161"/>
            <p:cNvSpPr/>
            <p:nvPr/>
          </p:nvSpPr>
          <p:spPr>
            <a:xfrm>
              <a:off x="566710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2" name="rc6162"/>
            <p:cNvSpPr/>
            <p:nvPr/>
          </p:nvSpPr>
          <p:spPr>
            <a:xfrm>
              <a:off x="566710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3" name="rc6163"/>
            <p:cNvSpPr/>
            <p:nvPr/>
          </p:nvSpPr>
          <p:spPr>
            <a:xfrm>
              <a:off x="5685443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4" name="rc6164"/>
            <p:cNvSpPr/>
            <p:nvPr/>
          </p:nvSpPr>
          <p:spPr>
            <a:xfrm>
              <a:off x="568544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5" name="rc6165"/>
            <p:cNvSpPr/>
            <p:nvPr/>
          </p:nvSpPr>
          <p:spPr>
            <a:xfrm>
              <a:off x="568544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6" name="rc6166"/>
            <p:cNvSpPr/>
            <p:nvPr/>
          </p:nvSpPr>
          <p:spPr>
            <a:xfrm>
              <a:off x="568544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7" name="rc6167"/>
            <p:cNvSpPr/>
            <p:nvPr/>
          </p:nvSpPr>
          <p:spPr>
            <a:xfrm>
              <a:off x="568544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8" name="rc6168"/>
            <p:cNvSpPr/>
            <p:nvPr/>
          </p:nvSpPr>
          <p:spPr>
            <a:xfrm>
              <a:off x="568544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9" name="rc6169"/>
            <p:cNvSpPr/>
            <p:nvPr/>
          </p:nvSpPr>
          <p:spPr>
            <a:xfrm>
              <a:off x="568544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0" name="rc6170"/>
            <p:cNvSpPr/>
            <p:nvPr/>
          </p:nvSpPr>
          <p:spPr>
            <a:xfrm>
              <a:off x="568544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1" name="rc6171"/>
            <p:cNvSpPr/>
            <p:nvPr/>
          </p:nvSpPr>
          <p:spPr>
            <a:xfrm>
              <a:off x="5703780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2" name="rc6172"/>
            <p:cNvSpPr/>
            <p:nvPr/>
          </p:nvSpPr>
          <p:spPr>
            <a:xfrm>
              <a:off x="5703780" y="406320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3" name="rc6173"/>
            <p:cNvSpPr/>
            <p:nvPr/>
          </p:nvSpPr>
          <p:spPr>
            <a:xfrm>
              <a:off x="5703780" y="4237831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4" name="rc6174"/>
            <p:cNvSpPr/>
            <p:nvPr/>
          </p:nvSpPr>
          <p:spPr>
            <a:xfrm>
              <a:off x="570378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5" name="rc6175"/>
            <p:cNvSpPr/>
            <p:nvPr/>
          </p:nvSpPr>
          <p:spPr>
            <a:xfrm>
              <a:off x="570378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6" name="rc6176"/>
            <p:cNvSpPr/>
            <p:nvPr/>
          </p:nvSpPr>
          <p:spPr>
            <a:xfrm>
              <a:off x="570378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7" name="rc6177"/>
            <p:cNvSpPr/>
            <p:nvPr/>
          </p:nvSpPr>
          <p:spPr>
            <a:xfrm>
              <a:off x="570378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8" name="rc6178"/>
            <p:cNvSpPr/>
            <p:nvPr/>
          </p:nvSpPr>
          <p:spPr>
            <a:xfrm>
              <a:off x="570378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9" name="rc6179"/>
            <p:cNvSpPr/>
            <p:nvPr/>
          </p:nvSpPr>
          <p:spPr>
            <a:xfrm>
              <a:off x="5722117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0" name="rc6180"/>
            <p:cNvSpPr/>
            <p:nvPr/>
          </p:nvSpPr>
          <p:spPr>
            <a:xfrm>
              <a:off x="5722117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1" name="rc6181"/>
            <p:cNvSpPr/>
            <p:nvPr/>
          </p:nvSpPr>
          <p:spPr>
            <a:xfrm>
              <a:off x="572211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2" name="rc6182"/>
            <p:cNvSpPr/>
            <p:nvPr/>
          </p:nvSpPr>
          <p:spPr>
            <a:xfrm>
              <a:off x="572211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3" name="rc6183"/>
            <p:cNvSpPr/>
            <p:nvPr/>
          </p:nvSpPr>
          <p:spPr>
            <a:xfrm>
              <a:off x="572211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4" name="rc6184"/>
            <p:cNvSpPr/>
            <p:nvPr/>
          </p:nvSpPr>
          <p:spPr>
            <a:xfrm>
              <a:off x="572211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5" name="rc6185"/>
            <p:cNvSpPr/>
            <p:nvPr/>
          </p:nvSpPr>
          <p:spPr>
            <a:xfrm>
              <a:off x="572211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6" name="rc6186"/>
            <p:cNvSpPr/>
            <p:nvPr/>
          </p:nvSpPr>
          <p:spPr>
            <a:xfrm>
              <a:off x="572211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7" name="rc6187"/>
            <p:cNvSpPr/>
            <p:nvPr/>
          </p:nvSpPr>
          <p:spPr>
            <a:xfrm>
              <a:off x="5740454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8" name="rc6188"/>
            <p:cNvSpPr/>
            <p:nvPr/>
          </p:nvSpPr>
          <p:spPr>
            <a:xfrm>
              <a:off x="5740454" y="40632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9" name="rc6189"/>
            <p:cNvSpPr/>
            <p:nvPr/>
          </p:nvSpPr>
          <p:spPr>
            <a:xfrm>
              <a:off x="574045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0" name="rc6190"/>
            <p:cNvSpPr/>
            <p:nvPr/>
          </p:nvSpPr>
          <p:spPr>
            <a:xfrm>
              <a:off x="574045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1" name="rc6191"/>
            <p:cNvSpPr/>
            <p:nvPr/>
          </p:nvSpPr>
          <p:spPr>
            <a:xfrm>
              <a:off x="574045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2" name="rc6192"/>
            <p:cNvSpPr/>
            <p:nvPr/>
          </p:nvSpPr>
          <p:spPr>
            <a:xfrm>
              <a:off x="574045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3" name="rc6193"/>
            <p:cNvSpPr/>
            <p:nvPr/>
          </p:nvSpPr>
          <p:spPr>
            <a:xfrm>
              <a:off x="574045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4" name="rc6194"/>
            <p:cNvSpPr/>
            <p:nvPr/>
          </p:nvSpPr>
          <p:spPr>
            <a:xfrm>
              <a:off x="574045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5" name="rc6195"/>
            <p:cNvSpPr/>
            <p:nvPr/>
          </p:nvSpPr>
          <p:spPr>
            <a:xfrm>
              <a:off x="5758791" y="3888581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6" name="rc6196"/>
            <p:cNvSpPr/>
            <p:nvPr/>
          </p:nvSpPr>
          <p:spPr>
            <a:xfrm>
              <a:off x="5758791" y="40632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7" name="rc6197"/>
            <p:cNvSpPr/>
            <p:nvPr/>
          </p:nvSpPr>
          <p:spPr>
            <a:xfrm>
              <a:off x="57587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8" name="rc6198"/>
            <p:cNvSpPr/>
            <p:nvPr/>
          </p:nvSpPr>
          <p:spPr>
            <a:xfrm>
              <a:off x="5758791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9" name="rc6199"/>
            <p:cNvSpPr/>
            <p:nvPr/>
          </p:nvSpPr>
          <p:spPr>
            <a:xfrm>
              <a:off x="57587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0" name="rc6200"/>
            <p:cNvSpPr/>
            <p:nvPr/>
          </p:nvSpPr>
          <p:spPr>
            <a:xfrm>
              <a:off x="57587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1" name="rc6201"/>
            <p:cNvSpPr/>
            <p:nvPr/>
          </p:nvSpPr>
          <p:spPr>
            <a:xfrm>
              <a:off x="575879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2" name="rc6202"/>
            <p:cNvSpPr/>
            <p:nvPr/>
          </p:nvSpPr>
          <p:spPr>
            <a:xfrm>
              <a:off x="57587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3" name="rc6203"/>
            <p:cNvSpPr/>
            <p:nvPr/>
          </p:nvSpPr>
          <p:spPr>
            <a:xfrm>
              <a:off x="5777129" y="3888581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4" name="rc6204"/>
            <p:cNvSpPr/>
            <p:nvPr/>
          </p:nvSpPr>
          <p:spPr>
            <a:xfrm>
              <a:off x="5777129" y="40632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5" name="rc6205"/>
            <p:cNvSpPr/>
            <p:nvPr/>
          </p:nvSpPr>
          <p:spPr>
            <a:xfrm>
              <a:off x="577712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6" name="rc6206"/>
            <p:cNvSpPr/>
            <p:nvPr/>
          </p:nvSpPr>
          <p:spPr>
            <a:xfrm>
              <a:off x="577712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7" name="rc6207"/>
            <p:cNvSpPr/>
            <p:nvPr/>
          </p:nvSpPr>
          <p:spPr>
            <a:xfrm>
              <a:off x="577712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8" name="rc6208"/>
            <p:cNvSpPr/>
            <p:nvPr/>
          </p:nvSpPr>
          <p:spPr>
            <a:xfrm>
              <a:off x="577712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9" name="rc6209"/>
            <p:cNvSpPr/>
            <p:nvPr/>
          </p:nvSpPr>
          <p:spPr>
            <a:xfrm>
              <a:off x="577712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0" name="rc6210"/>
            <p:cNvSpPr/>
            <p:nvPr/>
          </p:nvSpPr>
          <p:spPr>
            <a:xfrm>
              <a:off x="577712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1" name="rc6211"/>
            <p:cNvSpPr/>
            <p:nvPr/>
          </p:nvSpPr>
          <p:spPr>
            <a:xfrm>
              <a:off x="5795466" y="3888581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2" name="rc6212"/>
            <p:cNvSpPr/>
            <p:nvPr/>
          </p:nvSpPr>
          <p:spPr>
            <a:xfrm>
              <a:off x="5795466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3" name="rc6213"/>
            <p:cNvSpPr/>
            <p:nvPr/>
          </p:nvSpPr>
          <p:spPr>
            <a:xfrm>
              <a:off x="579546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4" name="rc6214"/>
            <p:cNvSpPr/>
            <p:nvPr/>
          </p:nvSpPr>
          <p:spPr>
            <a:xfrm>
              <a:off x="579546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5" name="rc6215"/>
            <p:cNvSpPr/>
            <p:nvPr/>
          </p:nvSpPr>
          <p:spPr>
            <a:xfrm>
              <a:off x="579546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6" name="rc6216"/>
            <p:cNvSpPr/>
            <p:nvPr/>
          </p:nvSpPr>
          <p:spPr>
            <a:xfrm>
              <a:off x="579546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7" name="rc6217"/>
            <p:cNvSpPr/>
            <p:nvPr/>
          </p:nvSpPr>
          <p:spPr>
            <a:xfrm>
              <a:off x="579546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8" name="rc6218"/>
            <p:cNvSpPr/>
            <p:nvPr/>
          </p:nvSpPr>
          <p:spPr>
            <a:xfrm>
              <a:off x="579546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9" name="rc6219"/>
            <p:cNvSpPr/>
            <p:nvPr/>
          </p:nvSpPr>
          <p:spPr>
            <a:xfrm>
              <a:off x="5813803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0" name="rc6220"/>
            <p:cNvSpPr/>
            <p:nvPr/>
          </p:nvSpPr>
          <p:spPr>
            <a:xfrm>
              <a:off x="5813803" y="406320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1" name="rc6221"/>
            <p:cNvSpPr/>
            <p:nvPr/>
          </p:nvSpPr>
          <p:spPr>
            <a:xfrm>
              <a:off x="581380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2" name="rc6222"/>
            <p:cNvSpPr/>
            <p:nvPr/>
          </p:nvSpPr>
          <p:spPr>
            <a:xfrm>
              <a:off x="581380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3" name="rc6223"/>
            <p:cNvSpPr/>
            <p:nvPr/>
          </p:nvSpPr>
          <p:spPr>
            <a:xfrm>
              <a:off x="581380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4" name="rc6224"/>
            <p:cNvSpPr/>
            <p:nvPr/>
          </p:nvSpPr>
          <p:spPr>
            <a:xfrm>
              <a:off x="581380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5" name="rc6225"/>
            <p:cNvSpPr/>
            <p:nvPr/>
          </p:nvSpPr>
          <p:spPr>
            <a:xfrm>
              <a:off x="581380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6" name="rc6226"/>
            <p:cNvSpPr/>
            <p:nvPr/>
          </p:nvSpPr>
          <p:spPr>
            <a:xfrm>
              <a:off x="581380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7" name="rc6227"/>
            <p:cNvSpPr/>
            <p:nvPr/>
          </p:nvSpPr>
          <p:spPr>
            <a:xfrm>
              <a:off x="5832140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8" name="rc6228"/>
            <p:cNvSpPr/>
            <p:nvPr/>
          </p:nvSpPr>
          <p:spPr>
            <a:xfrm>
              <a:off x="5832140" y="406320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9" name="rc6229"/>
            <p:cNvSpPr/>
            <p:nvPr/>
          </p:nvSpPr>
          <p:spPr>
            <a:xfrm>
              <a:off x="583214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0" name="rc6230"/>
            <p:cNvSpPr/>
            <p:nvPr/>
          </p:nvSpPr>
          <p:spPr>
            <a:xfrm>
              <a:off x="583214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1" name="rc6231"/>
            <p:cNvSpPr/>
            <p:nvPr/>
          </p:nvSpPr>
          <p:spPr>
            <a:xfrm>
              <a:off x="583214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2" name="rc6232"/>
            <p:cNvSpPr/>
            <p:nvPr/>
          </p:nvSpPr>
          <p:spPr>
            <a:xfrm>
              <a:off x="583214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3" name="rc6233"/>
            <p:cNvSpPr/>
            <p:nvPr/>
          </p:nvSpPr>
          <p:spPr>
            <a:xfrm>
              <a:off x="583214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4" name="rc6234"/>
            <p:cNvSpPr/>
            <p:nvPr/>
          </p:nvSpPr>
          <p:spPr>
            <a:xfrm>
              <a:off x="583214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5" name="rc6235"/>
            <p:cNvSpPr/>
            <p:nvPr/>
          </p:nvSpPr>
          <p:spPr>
            <a:xfrm>
              <a:off x="5850477" y="3888581"/>
              <a:ext cx="18337" cy="174625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6" name="rc6236"/>
            <p:cNvSpPr/>
            <p:nvPr/>
          </p:nvSpPr>
          <p:spPr>
            <a:xfrm>
              <a:off x="5850477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7" name="rc6237"/>
            <p:cNvSpPr/>
            <p:nvPr/>
          </p:nvSpPr>
          <p:spPr>
            <a:xfrm>
              <a:off x="585047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8" name="rc6238"/>
            <p:cNvSpPr/>
            <p:nvPr/>
          </p:nvSpPr>
          <p:spPr>
            <a:xfrm>
              <a:off x="5850477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9" name="rc6239"/>
            <p:cNvSpPr/>
            <p:nvPr/>
          </p:nvSpPr>
          <p:spPr>
            <a:xfrm>
              <a:off x="585047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0" name="rc6240"/>
            <p:cNvSpPr/>
            <p:nvPr/>
          </p:nvSpPr>
          <p:spPr>
            <a:xfrm>
              <a:off x="585047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1" name="rc6241"/>
            <p:cNvSpPr/>
            <p:nvPr/>
          </p:nvSpPr>
          <p:spPr>
            <a:xfrm>
              <a:off x="585047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2" name="rc6242"/>
            <p:cNvSpPr/>
            <p:nvPr/>
          </p:nvSpPr>
          <p:spPr>
            <a:xfrm>
              <a:off x="585047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3" name="rc6243"/>
            <p:cNvSpPr/>
            <p:nvPr/>
          </p:nvSpPr>
          <p:spPr>
            <a:xfrm>
              <a:off x="5868815" y="3888581"/>
              <a:ext cx="18337" cy="174625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4" name="rc6244"/>
            <p:cNvSpPr/>
            <p:nvPr/>
          </p:nvSpPr>
          <p:spPr>
            <a:xfrm>
              <a:off x="5868815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5" name="rc6245"/>
            <p:cNvSpPr/>
            <p:nvPr/>
          </p:nvSpPr>
          <p:spPr>
            <a:xfrm>
              <a:off x="586881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6" name="rc6246"/>
            <p:cNvSpPr/>
            <p:nvPr/>
          </p:nvSpPr>
          <p:spPr>
            <a:xfrm>
              <a:off x="5868815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7" name="rc6247"/>
            <p:cNvSpPr/>
            <p:nvPr/>
          </p:nvSpPr>
          <p:spPr>
            <a:xfrm>
              <a:off x="586881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8" name="rc6248"/>
            <p:cNvSpPr/>
            <p:nvPr/>
          </p:nvSpPr>
          <p:spPr>
            <a:xfrm>
              <a:off x="586881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9" name="rc6249"/>
            <p:cNvSpPr/>
            <p:nvPr/>
          </p:nvSpPr>
          <p:spPr>
            <a:xfrm>
              <a:off x="586881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0" name="rc6250"/>
            <p:cNvSpPr/>
            <p:nvPr/>
          </p:nvSpPr>
          <p:spPr>
            <a:xfrm>
              <a:off x="586881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1" name="rc6251"/>
            <p:cNvSpPr/>
            <p:nvPr/>
          </p:nvSpPr>
          <p:spPr>
            <a:xfrm>
              <a:off x="5887152" y="3888581"/>
              <a:ext cx="18337" cy="174625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2" name="rc6252"/>
            <p:cNvSpPr/>
            <p:nvPr/>
          </p:nvSpPr>
          <p:spPr>
            <a:xfrm>
              <a:off x="5887152" y="4063206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3" name="rc6253"/>
            <p:cNvSpPr/>
            <p:nvPr/>
          </p:nvSpPr>
          <p:spPr>
            <a:xfrm>
              <a:off x="588715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4" name="rc6254"/>
            <p:cNvSpPr/>
            <p:nvPr/>
          </p:nvSpPr>
          <p:spPr>
            <a:xfrm>
              <a:off x="588715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5" name="rc6255"/>
            <p:cNvSpPr/>
            <p:nvPr/>
          </p:nvSpPr>
          <p:spPr>
            <a:xfrm>
              <a:off x="588715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6" name="rc6256"/>
            <p:cNvSpPr/>
            <p:nvPr/>
          </p:nvSpPr>
          <p:spPr>
            <a:xfrm>
              <a:off x="588715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7" name="rc6257"/>
            <p:cNvSpPr/>
            <p:nvPr/>
          </p:nvSpPr>
          <p:spPr>
            <a:xfrm>
              <a:off x="588715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8" name="rc6258"/>
            <p:cNvSpPr/>
            <p:nvPr/>
          </p:nvSpPr>
          <p:spPr>
            <a:xfrm>
              <a:off x="588715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9" name="rc6259"/>
            <p:cNvSpPr/>
            <p:nvPr/>
          </p:nvSpPr>
          <p:spPr>
            <a:xfrm>
              <a:off x="5905489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0" name="rc6260"/>
            <p:cNvSpPr/>
            <p:nvPr/>
          </p:nvSpPr>
          <p:spPr>
            <a:xfrm>
              <a:off x="5905489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1" name="rc6261"/>
            <p:cNvSpPr/>
            <p:nvPr/>
          </p:nvSpPr>
          <p:spPr>
            <a:xfrm>
              <a:off x="590548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2" name="rc6262"/>
            <p:cNvSpPr/>
            <p:nvPr/>
          </p:nvSpPr>
          <p:spPr>
            <a:xfrm>
              <a:off x="590548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3" name="rc6263"/>
            <p:cNvSpPr/>
            <p:nvPr/>
          </p:nvSpPr>
          <p:spPr>
            <a:xfrm>
              <a:off x="590548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4" name="rc6264"/>
            <p:cNvSpPr/>
            <p:nvPr/>
          </p:nvSpPr>
          <p:spPr>
            <a:xfrm>
              <a:off x="590548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5" name="rc6265"/>
            <p:cNvSpPr/>
            <p:nvPr/>
          </p:nvSpPr>
          <p:spPr>
            <a:xfrm>
              <a:off x="590548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6" name="rc6266"/>
            <p:cNvSpPr/>
            <p:nvPr/>
          </p:nvSpPr>
          <p:spPr>
            <a:xfrm>
              <a:off x="590548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7" name="rc6267"/>
            <p:cNvSpPr/>
            <p:nvPr/>
          </p:nvSpPr>
          <p:spPr>
            <a:xfrm>
              <a:off x="5923826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8" name="rc6268"/>
            <p:cNvSpPr/>
            <p:nvPr/>
          </p:nvSpPr>
          <p:spPr>
            <a:xfrm>
              <a:off x="5923826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9" name="rc6269"/>
            <p:cNvSpPr/>
            <p:nvPr/>
          </p:nvSpPr>
          <p:spPr>
            <a:xfrm>
              <a:off x="592382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0" name="rc6270"/>
            <p:cNvSpPr/>
            <p:nvPr/>
          </p:nvSpPr>
          <p:spPr>
            <a:xfrm>
              <a:off x="592382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1" name="rc6271"/>
            <p:cNvSpPr/>
            <p:nvPr/>
          </p:nvSpPr>
          <p:spPr>
            <a:xfrm>
              <a:off x="592382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2" name="rc6272"/>
            <p:cNvSpPr/>
            <p:nvPr/>
          </p:nvSpPr>
          <p:spPr>
            <a:xfrm>
              <a:off x="592382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3" name="rc6273"/>
            <p:cNvSpPr/>
            <p:nvPr/>
          </p:nvSpPr>
          <p:spPr>
            <a:xfrm>
              <a:off x="592382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4" name="rc6274"/>
            <p:cNvSpPr/>
            <p:nvPr/>
          </p:nvSpPr>
          <p:spPr>
            <a:xfrm>
              <a:off x="592382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5" name="rc6275"/>
            <p:cNvSpPr/>
            <p:nvPr/>
          </p:nvSpPr>
          <p:spPr>
            <a:xfrm>
              <a:off x="5942163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6" name="rc6276"/>
            <p:cNvSpPr/>
            <p:nvPr/>
          </p:nvSpPr>
          <p:spPr>
            <a:xfrm>
              <a:off x="5942163" y="406320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7" name="rc6277"/>
            <p:cNvSpPr/>
            <p:nvPr/>
          </p:nvSpPr>
          <p:spPr>
            <a:xfrm>
              <a:off x="594216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8" name="rc6278"/>
            <p:cNvSpPr/>
            <p:nvPr/>
          </p:nvSpPr>
          <p:spPr>
            <a:xfrm>
              <a:off x="594216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9" name="rc6279"/>
            <p:cNvSpPr/>
            <p:nvPr/>
          </p:nvSpPr>
          <p:spPr>
            <a:xfrm>
              <a:off x="594216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0" name="rc6280"/>
            <p:cNvSpPr/>
            <p:nvPr/>
          </p:nvSpPr>
          <p:spPr>
            <a:xfrm>
              <a:off x="594216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1" name="rc6281"/>
            <p:cNvSpPr/>
            <p:nvPr/>
          </p:nvSpPr>
          <p:spPr>
            <a:xfrm>
              <a:off x="594216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2" name="rc6282"/>
            <p:cNvSpPr/>
            <p:nvPr/>
          </p:nvSpPr>
          <p:spPr>
            <a:xfrm>
              <a:off x="594216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3" name="rc6283"/>
            <p:cNvSpPr/>
            <p:nvPr/>
          </p:nvSpPr>
          <p:spPr>
            <a:xfrm>
              <a:off x="5960500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4" name="rc6284"/>
            <p:cNvSpPr/>
            <p:nvPr/>
          </p:nvSpPr>
          <p:spPr>
            <a:xfrm>
              <a:off x="5960500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5" name="rc6285"/>
            <p:cNvSpPr/>
            <p:nvPr/>
          </p:nvSpPr>
          <p:spPr>
            <a:xfrm>
              <a:off x="59605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6" name="rc6286"/>
            <p:cNvSpPr/>
            <p:nvPr/>
          </p:nvSpPr>
          <p:spPr>
            <a:xfrm>
              <a:off x="59605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7" name="rc6287"/>
            <p:cNvSpPr/>
            <p:nvPr/>
          </p:nvSpPr>
          <p:spPr>
            <a:xfrm>
              <a:off x="59605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8" name="rc6288"/>
            <p:cNvSpPr/>
            <p:nvPr/>
          </p:nvSpPr>
          <p:spPr>
            <a:xfrm>
              <a:off x="596050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9" name="rc6289"/>
            <p:cNvSpPr/>
            <p:nvPr/>
          </p:nvSpPr>
          <p:spPr>
            <a:xfrm>
              <a:off x="59605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0" name="rc6290"/>
            <p:cNvSpPr/>
            <p:nvPr/>
          </p:nvSpPr>
          <p:spPr>
            <a:xfrm>
              <a:off x="59605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1" name="rc6291"/>
            <p:cNvSpPr/>
            <p:nvPr/>
          </p:nvSpPr>
          <p:spPr>
            <a:xfrm>
              <a:off x="5978838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2" name="rc6292"/>
            <p:cNvSpPr/>
            <p:nvPr/>
          </p:nvSpPr>
          <p:spPr>
            <a:xfrm>
              <a:off x="5978838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3" name="rc6293"/>
            <p:cNvSpPr/>
            <p:nvPr/>
          </p:nvSpPr>
          <p:spPr>
            <a:xfrm>
              <a:off x="597883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4" name="rc6294"/>
            <p:cNvSpPr/>
            <p:nvPr/>
          </p:nvSpPr>
          <p:spPr>
            <a:xfrm>
              <a:off x="597883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5" name="rc6295"/>
            <p:cNvSpPr/>
            <p:nvPr/>
          </p:nvSpPr>
          <p:spPr>
            <a:xfrm>
              <a:off x="597883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6" name="rc6296"/>
            <p:cNvSpPr/>
            <p:nvPr/>
          </p:nvSpPr>
          <p:spPr>
            <a:xfrm>
              <a:off x="597883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7" name="rc6297"/>
            <p:cNvSpPr/>
            <p:nvPr/>
          </p:nvSpPr>
          <p:spPr>
            <a:xfrm>
              <a:off x="597883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8" name="rc6298"/>
            <p:cNvSpPr/>
            <p:nvPr/>
          </p:nvSpPr>
          <p:spPr>
            <a:xfrm>
              <a:off x="597883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9" name="rc6299"/>
            <p:cNvSpPr/>
            <p:nvPr/>
          </p:nvSpPr>
          <p:spPr>
            <a:xfrm>
              <a:off x="5997175" y="3888581"/>
              <a:ext cx="18337" cy="174625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0" name="rc6300"/>
            <p:cNvSpPr/>
            <p:nvPr/>
          </p:nvSpPr>
          <p:spPr>
            <a:xfrm>
              <a:off x="5997175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1" name="rc6301"/>
            <p:cNvSpPr/>
            <p:nvPr/>
          </p:nvSpPr>
          <p:spPr>
            <a:xfrm>
              <a:off x="599717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2" name="rc6302"/>
            <p:cNvSpPr/>
            <p:nvPr/>
          </p:nvSpPr>
          <p:spPr>
            <a:xfrm>
              <a:off x="599717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3" name="rc6303"/>
            <p:cNvSpPr/>
            <p:nvPr/>
          </p:nvSpPr>
          <p:spPr>
            <a:xfrm>
              <a:off x="599717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4" name="rc6304"/>
            <p:cNvSpPr/>
            <p:nvPr/>
          </p:nvSpPr>
          <p:spPr>
            <a:xfrm>
              <a:off x="599717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5" name="rc6305"/>
            <p:cNvSpPr/>
            <p:nvPr/>
          </p:nvSpPr>
          <p:spPr>
            <a:xfrm>
              <a:off x="599717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6" name="rc6306"/>
            <p:cNvSpPr/>
            <p:nvPr/>
          </p:nvSpPr>
          <p:spPr>
            <a:xfrm>
              <a:off x="5997175" y="51109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7" name="rc6307"/>
            <p:cNvSpPr/>
            <p:nvPr/>
          </p:nvSpPr>
          <p:spPr>
            <a:xfrm>
              <a:off x="6015512" y="3888581"/>
              <a:ext cx="18337" cy="174625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8" name="rc6308"/>
            <p:cNvSpPr/>
            <p:nvPr/>
          </p:nvSpPr>
          <p:spPr>
            <a:xfrm>
              <a:off x="6015512" y="4063206"/>
              <a:ext cx="18337" cy="174625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9" name="rc6309"/>
            <p:cNvSpPr/>
            <p:nvPr/>
          </p:nvSpPr>
          <p:spPr>
            <a:xfrm>
              <a:off x="601551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0" name="rc6310"/>
            <p:cNvSpPr/>
            <p:nvPr/>
          </p:nvSpPr>
          <p:spPr>
            <a:xfrm>
              <a:off x="6015512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1" name="rc6311"/>
            <p:cNvSpPr/>
            <p:nvPr/>
          </p:nvSpPr>
          <p:spPr>
            <a:xfrm>
              <a:off x="601551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2" name="rc6312"/>
            <p:cNvSpPr/>
            <p:nvPr/>
          </p:nvSpPr>
          <p:spPr>
            <a:xfrm>
              <a:off x="601551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3" name="rc6313"/>
            <p:cNvSpPr/>
            <p:nvPr/>
          </p:nvSpPr>
          <p:spPr>
            <a:xfrm>
              <a:off x="601551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4" name="rc6314"/>
            <p:cNvSpPr/>
            <p:nvPr/>
          </p:nvSpPr>
          <p:spPr>
            <a:xfrm>
              <a:off x="601551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5" name="rc6315"/>
            <p:cNvSpPr/>
            <p:nvPr/>
          </p:nvSpPr>
          <p:spPr>
            <a:xfrm>
              <a:off x="6033849" y="3888581"/>
              <a:ext cx="18337" cy="174625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6" name="rc6316"/>
            <p:cNvSpPr/>
            <p:nvPr/>
          </p:nvSpPr>
          <p:spPr>
            <a:xfrm>
              <a:off x="6033849" y="40632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7" name="rc6317"/>
            <p:cNvSpPr/>
            <p:nvPr/>
          </p:nvSpPr>
          <p:spPr>
            <a:xfrm>
              <a:off x="603384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8" name="rc6318"/>
            <p:cNvSpPr/>
            <p:nvPr/>
          </p:nvSpPr>
          <p:spPr>
            <a:xfrm>
              <a:off x="6033849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9" name="rc6319"/>
            <p:cNvSpPr/>
            <p:nvPr/>
          </p:nvSpPr>
          <p:spPr>
            <a:xfrm>
              <a:off x="603384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0" name="rc6320"/>
            <p:cNvSpPr/>
            <p:nvPr/>
          </p:nvSpPr>
          <p:spPr>
            <a:xfrm>
              <a:off x="603384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1" name="rc6321"/>
            <p:cNvSpPr/>
            <p:nvPr/>
          </p:nvSpPr>
          <p:spPr>
            <a:xfrm>
              <a:off x="603384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2" name="rc6322"/>
            <p:cNvSpPr/>
            <p:nvPr/>
          </p:nvSpPr>
          <p:spPr>
            <a:xfrm>
              <a:off x="603384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3" name="rc6323"/>
            <p:cNvSpPr/>
            <p:nvPr/>
          </p:nvSpPr>
          <p:spPr>
            <a:xfrm>
              <a:off x="6052186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4" name="rc6324"/>
            <p:cNvSpPr/>
            <p:nvPr/>
          </p:nvSpPr>
          <p:spPr>
            <a:xfrm>
              <a:off x="6052186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5" name="rc6325"/>
            <p:cNvSpPr/>
            <p:nvPr/>
          </p:nvSpPr>
          <p:spPr>
            <a:xfrm>
              <a:off x="605218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6" name="rc6326"/>
            <p:cNvSpPr/>
            <p:nvPr/>
          </p:nvSpPr>
          <p:spPr>
            <a:xfrm>
              <a:off x="6052186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7" name="rc6327"/>
            <p:cNvSpPr/>
            <p:nvPr/>
          </p:nvSpPr>
          <p:spPr>
            <a:xfrm>
              <a:off x="605218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8" name="rc6328"/>
            <p:cNvSpPr/>
            <p:nvPr/>
          </p:nvSpPr>
          <p:spPr>
            <a:xfrm>
              <a:off x="605218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9" name="rc6329"/>
            <p:cNvSpPr/>
            <p:nvPr/>
          </p:nvSpPr>
          <p:spPr>
            <a:xfrm>
              <a:off x="605218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0" name="rc6330"/>
            <p:cNvSpPr/>
            <p:nvPr/>
          </p:nvSpPr>
          <p:spPr>
            <a:xfrm>
              <a:off x="605218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1" name="rc6331"/>
            <p:cNvSpPr/>
            <p:nvPr/>
          </p:nvSpPr>
          <p:spPr>
            <a:xfrm>
              <a:off x="6070524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2" name="rc6332"/>
            <p:cNvSpPr/>
            <p:nvPr/>
          </p:nvSpPr>
          <p:spPr>
            <a:xfrm>
              <a:off x="607052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3" name="rc6333"/>
            <p:cNvSpPr/>
            <p:nvPr/>
          </p:nvSpPr>
          <p:spPr>
            <a:xfrm>
              <a:off x="607052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4" name="rc6334"/>
            <p:cNvSpPr/>
            <p:nvPr/>
          </p:nvSpPr>
          <p:spPr>
            <a:xfrm>
              <a:off x="6070524" y="441245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5" name="rc6335"/>
            <p:cNvSpPr/>
            <p:nvPr/>
          </p:nvSpPr>
          <p:spPr>
            <a:xfrm>
              <a:off x="607052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6" name="rc6336"/>
            <p:cNvSpPr/>
            <p:nvPr/>
          </p:nvSpPr>
          <p:spPr>
            <a:xfrm>
              <a:off x="607052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7" name="rc6337"/>
            <p:cNvSpPr/>
            <p:nvPr/>
          </p:nvSpPr>
          <p:spPr>
            <a:xfrm>
              <a:off x="607052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8" name="rc6338"/>
            <p:cNvSpPr/>
            <p:nvPr/>
          </p:nvSpPr>
          <p:spPr>
            <a:xfrm>
              <a:off x="607052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9" name="rc6339"/>
            <p:cNvSpPr/>
            <p:nvPr/>
          </p:nvSpPr>
          <p:spPr>
            <a:xfrm>
              <a:off x="6088861" y="388858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0" name="rc6340"/>
            <p:cNvSpPr/>
            <p:nvPr/>
          </p:nvSpPr>
          <p:spPr>
            <a:xfrm>
              <a:off x="608886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1" name="rc6341"/>
            <p:cNvSpPr/>
            <p:nvPr/>
          </p:nvSpPr>
          <p:spPr>
            <a:xfrm>
              <a:off x="608886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2" name="rc6342"/>
            <p:cNvSpPr/>
            <p:nvPr/>
          </p:nvSpPr>
          <p:spPr>
            <a:xfrm>
              <a:off x="6088861" y="441245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3" name="rc6343"/>
            <p:cNvSpPr/>
            <p:nvPr/>
          </p:nvSpPr>
          <p:spPr>
            <a:xfrm>
              <a:off x="608886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4" name="rc6344"/>
            <p:cNvSpPr/>
            <p:nvPr/>
          </p:nvSpPr>
          <p:spPr>
            <a:xfrm>
              <a:off x="608886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5" name="rc6345"/>
            <p:cNvSpPr/>
            <p:nvPr/>
          </p:nvSpPr>
          <p:spPr>
            <a:xfrm>
              <a:off x="608886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6" name="rc6346"/>
            <p:cNvSpPr/>
            <p:nvPr/>
          </p:nvSpPr>
          <p:spPr>
            <a:xfrm>
              <a:off x="608886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7" name="rc6347"/>
            <p:cNvSpPr/>
            <p:nvPr/>
          </p:nvSpPr>
          <p:spPr>
            <a:xfrm>
              <a:off x="6107198" y="3888581"/>
              <a:ext cx="18337" cy="174625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8" name="rc6348"/>
            <p:cNvSpPr/>
            <p:nvPr/>
          </p:nvSpPr>
          <p:spPr>
            <a:xfrm>
              <a:off x="610719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9" name="rc6349"/>
            <p:cNvSpPr/>
            <p:nvPr/>
          </p:nvSpPr>
          <p:spPr>
            <a:xfrm>
              <a:off x="610719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0" name="rc6350"/>
            <p:cNvSpPr/>
            <p:nvPr/>
          </p:nvSpPr>
          <p:spPr>
            <a:xfrm>
              <a:off x="6107198" y="441245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1" name="rc6351"/>
            <p:cNvSpPr/>
            <p:nvPr/>
          </p:nvSpPr>
          <p:spPr>
            <a:xfrm>
              <a:off x="610719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2" name="rc6352"/>
            <p:cNvSpPr/>
            <p:nvPr/>
          </p:nvSpPr>
          <p:spPr>
            <a:xfrm>
              <a:off x="610719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3" name="rc6353"/>
            <p:cNvSpPr/>
            <p:nvPr/>
          </p:nvSpPr>
          <p:spPr>
            <a:xfrm>
              <a:off x="610719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4" name="rc6354"/>
            <p:cNvSpPr/>
            <p:nvPr/>
          </p:nvSpPr>
          <p:spPr>
            <a:xfrm>
              <a:off x="610719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5" name="rc6355"/>
            <p:cNvSpPr/>
            <p:nvPr/>
          </p:nvSpPr>
          <p:spPr>
            <a:xfrm>
              <a:off x="6125535" y="3888581"/>
              <a:ext cx="18337" cy="174625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6" name="rc6356"/>
            <p:cNvSpPr/>
            <p:nvPr/>
          </p:nvSpPr>
          <p:spPr>
            <a:xfrm>
              <a:off x="612553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7" name="rc6357"/>
            <p:cNvSpPr/>
            <p:nvPr/>
          </p:nvSpPr>
          <p:spPr>
            <a:xfrm>
              <a:off x="612553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8" name="rc6358"/>
            <p:cNvSpPr/>
            <p:nvPr/>
          </p:nvSpPr>
          <p:spPr>
            <a:xfrm>
              <a:off x="6125535" y="441245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9" name="rc6359"/>
            <p:cNvSpPr/>
            <p:nvPr/>
          </p:nvSpPr>
          <p:spPr>
            <a:xfrm>
              <a:off x="612553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0" name="rc6360"/>
            <p:cNvSpPr/>
            <p:nvPr/>
          </p:nvSpPr>
          <p:spPr>
            <a:xfrm>
              <a:off x="612553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1" name="rc6361"/>
            <p:cNvSpPr/>
            <p:nvPr/>
          </p:nvSpPr>
          <p:spPr>
            <a:xfrm>
              <a:off x="612553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2" name="rc6362"/>
            <p:cNvSpPr/>
            <p:nvPr/>
          </p:nvSpPr>
          <p:spPr>
            <a:xfrm>
              <a:off x="612553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3" name="rc6363"/>
            <p:cNvSpPr/>
            <p:nvPr/>
          </p:nvSpPr>
          <p:spPr>
            <a:xfrm>
              <a:off x="6143872" y="3888581"/>
              <a:ext cx="18337" cy="174625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4" name="rc6364"/>
            <p:cNvSpPr/>
            <p:nvPr/>
          </p:nvSpPr>
          <p:spPr>
            <a:xfrm>
              <a:off x="614387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5" name="rc6365"/>
            <p:cNvSpPr/>
            <p:nvPr/>
          </p:nvSpPr>
          <p:spPr>
            <a:xfrm>
              <a:off x="614387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6" name="rc6366"/>
            <p:cNvSpPr/>
            <p:nvPr/>
          </p:nvSpPr>
          <p:spPr>
            <a:xfrm>
              <a:off x="614387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7" name="rc6367"/>
            <p:cNvSpPr/>
            <p:nvPr/>
          </p:nvSpPr>
          <p:spPr>
            <a:xfrm>
              <a:off x="614387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8" name="rc6368"/>
            <p:cNvSpPr/>
            <p:nvPr/>
          </p:nvSpPr>
          <p:spPr>
            <a:xfrm>
              <a:off x="614387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9" name="rc6369"/>
            <p:cNvSpPr/>
            <p:nvPr/>
          </p:nvSpPr>
          <p:spPr>
            <a:xfrm>
              <a:off x="6143872" y="4936331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0" name="rc6370"/>
            <p:cNvSpPr/>
            <p:nvPr/>
          </p:nvSpPr>
          <p:spPr>
            <a:xfrm>
              <a:off x="614387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1" name="rc6371"/>
            <p:cNvSpPr/>
            <p:nvPr/>
          </p:nvSpPr>
          <p:spPr>
            <a:xfrm>
              <a:off x="6162210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2" name="rc6372"/>
            <p:cNvSpPr/>
            <p:nvPr/>
          </p:nvSpPr>
          <p:spPr>
            <a:xfrm>
              <a:off x="616221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3" name="rc6373"/>
            <p:cNvSpPr/>
            <p:nvPr/>
          </p:nvSpPr>
          <p:spPr>
            <a:xfrm>
              <a:off x="616221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4" name="rc6374"/>
            <p:cNvSpPr/>
            <p:nvPr/>
          </p:nvSpPr>
          <p:spPr>
            <a:xfrm>
              <a:off x="616221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5" name="rc6375"/>
            <p:cNvSpPr/>
            <p:nvPr/>
          </p:nvSpPr>
          <p:spPr>
            <a:xfrm>
              <a:off x="616221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6" name="rc6376"/>
            <p:cNvSpPr/>
            <p:nvPr/>
          </p:nvSpPr>
          <p:spPr>
            <a:xfrm>
              <a:off x="616221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7" name="rc6377"/>
            <p:cNvSpPr/>
            <p:nvPr/>
          </p:nvSpPr>
          <p:spPr>
            <a:xfrm>
              <a:off x="616221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8" name="rc6378"/>
            <p:cNvSpPr/>
            <p:nvPr/>
          </p:nvSpPr>
          <p:spPr>
            <a:xfrm>
              <a:off x="616221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9" name="rc6379"/>
            <p:cNvSpPr/>
            <p:nvPr/>
          </p:nvSpPr>
          <p:spPr>
            <a:xfrm>
              <a:off x="6180547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0" name="rc6380"/>
            <p:cNvSpPr/>
            <p:nvPr/>
          </p:nvSpPr>
          <p:spPr>
            <a:xfrm>
              <a:off x="618054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1" name="rc6381"/>
            <p:cNvSpPr/>
            <p:nvPr/>
          </p:nvSpPr>
          <p:spPr>
            <a:xfrm>
              <a:off x="618054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2" name="rc6382"/>
            <p:cNvSpPr/>
            <p:nvPr/>
          </p:nvSpPr>
          <p:spPr>
            <a:xfrm>
              <a:off x="6180547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3" name="rc6383"/>
            <p:cNvSpPr/>
            <p:nvPr/>
          </p:nvSpPr>
          <p:spPr>
            <a:xfrm>
              <a:off x="618054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4" name="rc6384"/>
            <p:cNvSpPr/>
            <p:nvPr/>
          </p:nvSpPr>
          <p:spPr>
            <a:xfrm>
              <a:off x="618054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5" name="rc6385"/>
            <p:cNvSpPr/>
            <p:nvPr/>
          </p:nvSpPr>
          <p:spPr>
            <a:xfrm>
              <a:off x="618054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6" name="rc6386"/>
            <p:cNvSpPr/>
            <p:nvPr/>
          </p:nvSpPr>
          <p:spPr>
            <a:xfrm>
              <a:off x="618054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7" name="rc6387"/>
            <p:cNvSpPr/>
            <p:nvPr/>
          </p:nvSpPr>
          <p:spPr>
            <a:xfrm>
              <a:off x="6198884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8" name="rc6388"/>
            <p:cNvSpPr/>
            <p:nvPr/>
          </p:nvSpPr>
          <p:spPr>
            <a:xfrm>
              <a:off x="619888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9" name="rc6389"/>
            <p:cNvSpPr/>
            <p:nvPr/>
          </p:nvSpPr>
          <p:spPr>
            <a:xfrm>
              <a:off x="619888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0" name="rc6390"/>
            <p:cNvSpPr/>
            <p:nvPr/>
          </p:nvSpPr>
          <p:spPr>
            <a:xfrm>
              <a:off x="619888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1" name="rc6391"/>
            <p:cNvSpPr/>
            <p:nvPr/>
          </p:nvSpPr>
          <p:spPr>
            <a:xfrm>
              <a:off x="619888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2" name="rc6392"/>
            <p:cNvSpPr/>
            <p:nvPr/>
          </p:nvSpPr>
          <p:spPr>
            <a:xfrm>
              <a:off x="619888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3" name="rc6393"/>
            <p:cNvSpPr/>
            <p:nvPr/>
          </p:nvSpPr>
          <p:spPr>
            <a:xfrm>
              <a:off x="619888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4" name="rc6394"/>
            <p:cNvSpPr/>
            <p:nvPr/>
          </p:nvSpPr>
          <p:spPr>
            <a:xfrm>
              <a:off x="619888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5" name="rc6395"/>
            <p:cNvSpPr/>
            <p:nvPr/>
          </p:nvSpPr>
          <p:spPr>
            <a:xfrm>
              <a:off x="6217221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6" name="rc6396"/>
            <p:cNvSpPr/>
            <p:nvPr/>
          </p:nvSpPr>
          <p:spPr>
            <a:xfrm>
              <a:off x="621722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7" name="rc6397"/>
            <p:cNvSpPr/>
            <p:nvPr/>
          </p:nvSpPr>
          <p:spPr>
            <a:xfrm>
              <a:off x="6217221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8" name="rc6398"/>
            <p:cNvSpPr/>
            <p:nvPr/>
          </p:nvSpPr>
          <p:spPr>
            <a:xfrm>
              <a:off x="621722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9" name="rc6399"/>
            <p:cNvSpPr/>
            <p:nvPr/>
          </p:nvSpPr>
          <p:spPr>
            <a:xfrm>
              <a:off x="621722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0" name="rc6400"/>
            <p:cNvSpPr/>
            <p:nvPr/>
          </p:nvSpPr>
          <p:spPr>
            <a:xfrm>
              <a:off x="621722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1" name="rc6401"/>
            <p:cNvSpPr/>
            <p:nvPr/>
          </p:nvSpPr>
          <p:spPr>
            <a:xfrm>
              <a:off x="621722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2" name="rc6402"/>
            <p:cNvSpPr/>
            <p:nvPr/>
          </p:nvSpPr>
          <p:spPr>
            <a:xfrm>
              <a:off x="621722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3" name="rc6403"/>
            <p:cNvSpPr/>
            <p:nvPr/>
          </p:nvSpPr>
          <p:spPr>
            <a:xfrm>
              <a:off x="6235558" y="3888581"/>
              <a:ext cx="18337" cy="174625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4" name="rc6404"/>
            <p:cNvSpPr/>
            <p:nvPr/>
          </p:nvSpPr>
          <p:spPr>
            <a:xfrm>
              <a:off x="623555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5" name="rc6405"/>
            <p:cNvSpPr/>
            <p:nvPr/>
          </p:nvSpPr>
          <p:spPr>
            <a:xfrm>
              <a:off x="623555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6" name="rc6406"/>
            <p:cNvSpPr/>
            <p:nvPr/>
          </p:nvSpPr>
          <p:spPr>
            <a:xfrm>
              <a:off x="623555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7" name="rc6407"/>
            <p:cNvSpPr/>
            <p:nvPr/>
          </p:nvSpPr>
          <p:spPr>
            <a:xfrm>
              <a:off x="623555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8" name="rc6408"/>
            <p:cNvSpPr/>
            <p:nvPr/>
          </p:nvSpPr>
          <p:spPr>
            <a:xfrm>
              <a:off x="623555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9" name="rc6409"/>
            <p:cNvSpPr/>
            <p:nvPr/>
          </p:nvSpPr>
          <p:spPr>
            <a:xfrm>
              <a:off x="623555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0" name="rc6410"/>
            <p:cNvSpPr/>
            <p:nvPr/>
          </p:nvSpPr>
          <p:spPr>
            <a:xfrm>
              <a:off x="623555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1" name="rc6411"/>
            <p:cNvSpPr/>
            <p:nvPr/>
          </p:nvSpPr>
          <p:spPr>
            <a:xfrm>
              <a:off x="6253896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2" name="rc6412"/>
            <p:cNvSpPr/>
            <p:nvPr/>
          </p:nvSpPr>
          <p:spPr>
            <a:xfrm>
              <a:off x="625389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3" name="rc6413"/>
            <p:cNvSpPr/>
            <p:nvPr/>
          </p:nvSpPr>
          <p:spPr>
            <a:xfrm>
              <a:off x="625389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4" name="rc6414"/>
            <p:cNvSpPr/>
            <p:nvPr/>
          </p:nvSpPr>
          <p:spPr>
            <a:xfrm>
              <a:off x="625389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5" name="rc6415"/>
            <p:cNvSpPr/>
            <p:nvPr/>
          </p:nvSpPr>
          <p:spPr>
            <a:xfrm>
              <a:off x="625389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6" name="rc6416"/>
            <p:cNvSpPr/>
            <p:nvPr/>
          </p:nvSpPr>
          <p:spPr>
            <a:xfrm>
              <a:off x="625389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7" name="rc6417"/>
            <p:cNvSpPr/>
            <p:nvPr/>
          </p:nvSpPr>
          <p:spPr>
            <a:xfrm>
              <a:off x="625389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8" name="rc6418"/>
            <p:cNvSpPr/>
            <p:nvPr/>
          </p:nvSpPr>
          <p:spPr>
            <a:xfrm>
              <a:off x="625389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9" name="rc6419"/>
            <p:cNvSpPr/>
            <p:nvPr/>
          </p:nvSpPr>
          <p:spPr>
            <a:xfrm>
              <a:off x="6272233" y="3888581"/>
              <a:ext cx="18337" cy="174625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0" name="rc6420"/>
            <p:cNvSpPr/>
            <p:nvPr/>
          </p:nvSpPr>
          <p:spPr>
            <a:xfrm>
              <a:off x="6272233" y="4063206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1" name="rc6421"/>
            <p:cNvSpPr/>
            <p:nvPr/>
          </p:nvSpPr>
          <p:spPr>
            <a:xfrm>
              <a:off x="6272233" y="423783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2" name="rc6422"/>
            <p:cNvSpPr/>
            <p:nvPr/>
          </p:nvSpPr>
          <p:spPr>
            <a:xfrm>
              <a:off x="627223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3" name="rc6423"/>
            <p:cNvSpPr/>
            <p:nvPr/>
          </p:nvSpPr>
          <p:spPr>
            <a:xfrm>
              <a:off x="6272233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4" name="rc6424"/>
            <p:cNvSpPr/>
            <p:nvPr/>
          </p:nvSpPr>
          <p:spPr>
            <a:xfrm>
              <a:off x="627223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5" name="rc6425"/>
            <p:cNvSpPr/>
            <p:nvPr/>
          </p:nvSpPr>
          <p:spPr>
            <a:xfrm>
              <a:off x="627223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6" name="rc6426"/>
            <p:cNvSpPr/>
            <p:nvPr/>
          </p:nvSpPr>
          <p:spPr>
            <a:xfrm>
              <a:off x="627223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7" name="rc6427"/>
            <p:cNvSpPr/>
            <p:nvPr/>
          </p:nvSpPr>
          <p:spPr>
            <a:xfrm>
              <a:off x="6290570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8" name="rc6428"/>
            <p:cNvSpPr/>
            <p:nvPr/>
          </p:nvSpPr>
          <p:spPr>
            <a:xfrm>
              <a:off x="6290570" y="4063206"/>
              <a:ext cx="18337" cy="174625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9" name="rc6429"/>
            <p:cNvSpPr/>
            <p:nvPr/>
          </p:nvSpPr>
          <p:spPr>
            <a:xfrm>
              <a:off x="629057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0" name="rc6430"/>
            <p:cNvSpPr/>
            <p:nvPr/>
          </p:nvSpPr>
          <p:spPr>
            <a:xfrm>
              <a:off x="629057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1" name="rc6431"/>
            <p:cNvSpPr/>
            <p:nvPr/>
          </p:nvSpPr>
          <p:spPr>
            <a:xfrm>
              <a:off x="629057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2" name="rc6432"/>
            <p:cNvSpPr/>
            <p:nvPr/>
          </p:nvSpPr>
          <p:spPr>
            <a:xfrm>
              <a:off x="629057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3" name="rc6433"/>
            <p:cNvSpPr/>
            <p:nvPr/>
          </p:nvSpPr>
          <p:spPr>
            <a:xfrm>
              <a:off x="629057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4" name="rc6434"/>
            <p:cNvSpPr/>
            <p:nvPr/>
          </p:nvSpPr>
          <p:spPr>
            <a:xfrm>
              <a:off x="629057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5" name="rc6435"/>
            <p:cNvSpPr/>
            <p:nvPr/>
          </p:nvSpPr>
          <p:spPr>
            <a:xfrm>
              <a:off x="6308907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6" name="rc6436"/>
            <p:cNvSpPr/>
            <p:nvPr/>
          </p:nvSpPr>
          <p:spPr>
            <a:xfrm>
              <a:off x="6308907" y="4063206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7" name="rc6437"/>
            <p:cNvSpPr/>
            <p:nvPr/>
          </p:nvSpPr>
          <p:spPr>
            <a:xfrm>
              <a:off x="630890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8" name="rc6438"/>
            <p:cNvSpPr/>
            <p:nvPr/>
          </p:nvSpPr>
          <p:spPr>
            <a:xfrm>
              <a:off x="630890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9" name="rc6439"/>
            <p:cNvSpPr/>
            <p:nvPr/>
          </p:nvSpPr>
          <p:spPr>
            <a:xfrm>
              <a:off x="630890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0" name="rc6440"/>
            <p:cNvSpPr/>
            <p:nvPr/>
          </p:nvSpPr>
          <p:spPr>
            <a:xfrm>
              <a:off x="630890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1" name="rc6441"/>
            <p:cNvSpPr/>
            <p:nvPr/>
          </p:nvSpPr>
          <p:spPr>
            <a:xfrm>
              <a:off x="630890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2" name="rc6442"/>
            <p:cNvSpPr/>
            <p:nvPr/>
          </p:nvSpPr>
          <p:spPr>
            <a:xfrm>
              <a:off x="630890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3" name="rc6443"/>
            <p:cNvSpPr/>
            <p:nvPr/>
          </p:nvSpPr>
          <p:spPr>
            <a:xfrm>
              <a:off x="6327244" y="3888581"/>
              <a:ext cx="18337" cy="174625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4" name="rc6444"/>
            <p:cNvSpPr/>
            <p:nvPr/>
          </p:nvSpPr>
          <p:spPr>
            <a:xfrm>
              <a:off x="6327244" y="4063206"/>
              <a:ext cx="18337" cy="174625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5" name="rc6445"/>
            <p:cNvSpPr/>
            <p:nvPr/>
          </p:nvSpPr>
          <p:spPr>
            <a:xfrm>
              <a:off x="632724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6" name="rc6446"/>
            <p:cNvSpPr/>
            <p:nvPr/>
          </p:nvSpPr>
          <p:spPr>
            <a:xfrm>
              <a:off x="632724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7" name="rc6447"/>
            <p:cNvSpPr/>
            <p:nvPr/>
          </p:nvSpPr>
          <p:spPr>
            <a:xfrm>
              <a:off x="632724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8" name="rc6448"/>
            <p:cNvSpPr/>
            <p:nvPr/>
          </p:nvSpPr>
          <p:spPr>
            <a:xfrm>
              <a:off x="632724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9" name="rc6449"/>
            <p:cNvSpPr/>
            <p:nvPr/>
          </p:nvSpPr>
          <p:spPr>
            <a:xfrm>
              <a:off x="632724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0" name="rc6450"/>
            <p:cNvSpPr/>
            <p:nvPr/>
          </p:nvSpPr>
          <p:spPr>
            <a:xfrm>
              <a:off x="632724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1" name="rc6451"/>
            <p:cNvSpPr/>
            <p:nvPr/>
          </p:nvSpPr>
          <p:spPr>
            <a:xfrm>
              <a:off x="6345582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2" name="rc6452"/>
            <p:cNvSpPr/>
            <p:nvPr/>
          </p:nvSpPr>
          <p:spPr>
            <a:xfrm>
              <a:off x="6345582" y="4063206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3" name="rc6453"/>
            <p:cNvSpPr/>
            <p:nvPr/>
          </p:nvSpPr>
          <p:spPr>
            <a:xfrm>
              <a:off x="634558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4" name="rc6454"/>
            <p:cNvSpPr/>
            <p:nvPr/>
          </p:nvSpPr>
          <p:spPr>
            <a:xfrm>
              <a:off x="634558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5" name="rc6455"/>
            <p:cNvSpPr/>
            <p:nvPr/>
          </p:nvSpPr>
          <p:spPr>
            <a:xfrm>
              <a:off x="634558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6" name="rc6456"/>
            <p:cNvSpPr/>
            <p:nvPr/>
          </p:nvSpPr>
          <p:spPr>
            <a:xfrm>
              <a:off x="634558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7" name="rc6457"/>
            <p:cNvSpPr/>
            <p:nvPr/>
          </p:nvSpPr>
          <p:spPr>
            <a:xfrm>
              <a:off x="634558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8" name="rc6458"/>
            <p:cNvSpPr/>
            <p:nvPr/>
          </p:nvSpPr>
          <p:spPr>
            <a:xfrm>
              <a:off x="634558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9" name="rc6459"/>
            <p:cNvSpPr/>
            <p:nvPr/>
          </p:nvSpPr>
          <p:spPr>
            <a:xfrm>
              <a:off x="6363919" y="3888581"/>
              <a:ext cx="18337" cy="174625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0" name="rc6460"/>
            <p:cNvSpPr/>
            <p:nvPr/>
          </p:nvSpPr>
          <p:spPr>
            <a:xfrm>
              <a:off x="6363919" y="4063206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1" name="rc6461"/>
            <p:cNvSpPr/>
            <p:nvPr/>
          </p:nvSpPr>
          <p:spPr>
            <a:xfrm>
              <a:off x="636391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2" name="rc6462"/>
            <p:cNvSpPr/>
            <p:nvPr/>
          </p:nvSpPr>
          <p:spPr>
            <a:xfrm>
              <a:off x="636391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3" name="rc6463"/>
            <p:cNvSpPr/>
            <p:nvPr/>
          </p:nvSpPr>
          <p:spPr>
            <a:xfrm>
              <a:off x="636391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4" name="rc6464"/>
            <p:cNvSpPr/>
            <p:nvPr/>
          </p:nvSpPr>
          <p:spPr>
            <a:xfrm>
              <a:off x="636391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5" name="rc6465"/>
            <p:cNvSpPr/>
            <p:nvPr/>
          </p:nvSpPr>
          <p:spPr>
            <a:xfrm>
              <a:off x="636391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6" name="rc6466"/>
            <p:cNvSpPr/>
            <p:nvPr/>
          </p:nvSpPr>
          <p:spPr>
            <a:xfrm>
              <a:off x="636391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7" name="rc6467"/>
            <p:cNvSpPr/>
            <p:nvPr/>
          </p:nvSpPr>
          <p:spPr>
            <a:xfrm>
              <a:off x="6382256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8" name="rc6468"/>
            <p:cNvSpPr/>
            <p:nvPr/>
          </p:nvSpPr>
          <p:spPr>
            <a:xfrm>
              <a:off x="6382256" y="4063206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9" name="rc6469"/>
            <p:cNvSpPr/>
            <p:nvPr/>
          </p:nvSpPr>
          <p:spPr>
            <a:xfrm>
              <a:off x="638225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0" name="rc6470"/>
            <p:cNvSpPr/>
            <p:nvPr/>
          </p:nvSpPr>
          <p:spPr>
            <a:xfrm>
              <a:off x="638225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1" name="rc6471"/>
            <p:cNvSpPr/>
            <p:nvPr/>
          </p:nvSpPr>
          <p:spPr>
            <a:xfrm>
              <a:off x="638225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2" name="rc6472"/>
            <p:cNvSpPr/>
            <p:nvPr/>
          </p:nvSpPr>
          <p:spPr>
            <a:xfrm>
              <a:off x="638225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3" name="rc6473"/>
            <p:cNvSpPr/>
            <p:nvPr/>
          </p:nvSpPr>
          <p:spPr>
            <a:xfrm>
              <a:off x="638225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4" name="rc6474"/>
            <p:cNvSpPr/>
            <p:nvPr/>
          </p:nvSpPr>
          <p:spPr>
            <a:xfrm>
              <a:off x="638225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5" name="rc6475"/>
            <p:cNvSpPr/>
            <p:nvPr/>
          </p:nvSpPr>
          <p:spPr>
            <a:xfrm>
              <a:off x="6400593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6" name="rc6476"/>
            <p:cNvSpPr/>
            <p:nvPr/>
          </p:nvSpPr>
          <p:spPr>
            <a:xfrm>
              <a:off x="6400593" y="4063206"/>
              <a:ext cx="18337" cy="174625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7" name="rc6477"/>
            <p:cNvSpPr/>
            <p:nvPr/>
          </p:nvSpPr>
          <p:spPr>
            <a:xfrm>
              <a:off x="640059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8" name="rc6478"/>
            <p:cNvSpPr/>
            <p:nvPr/>
          </p:nvSpPr>
          <p:spPr>
            <a:xfrm>
              <a:off x="640059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9" name="rc6479"/>
            <p:cNvSpPr/>
            <p:nvPr/>
          </p:nvSpPr>
          <p:spPr>
            <a:xfrm>
              <a:off x="640059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0" name="rc6480"/>
            <p:cNvSpPr/>
            <p:nvPr/>
          </p:nvSpPr>
          <p:spPr>
            <a:xfrm>
              <a:off x="640059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1" name="rc6481"/>
            <p:cNvSpPr/>
            <p:nvPr/>
          </p:nvSpPr>
          <p:spPr>
            <a:xfrm>
              <a:off x="640059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2" name="rc6482"/>
            <p:cNvSpPr/>
            <p:nvPr/>
          </p:nvSpPr>
          <p:spPr>
            <a:xfrm>
              <a:off x="640059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3" name="rc6483"/>
            <p:cNvSpPr/>
            <p:nvPr/>
          </p:nvSpPr>
          <p:spPr>
            <a:xfrm>
              <a:off x="6418930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4" name="rc6484"/>
            <p:cNvSpPr/>
            <p:nvPr/>
          </p:nvSpPr>
          <p:spPr>
            <a:xfrm>
              <a:off x="6418930" y="4063206"/>
              <a:ext cx="18337" cy="174625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5" name="rc6485"/>
            <p:cNvSpPr/>
            <p:nvPr/>
          </p:nvSpPr>
          <p:spPr>
            <a:xfrm>
              <a:off x="641893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6" name="rc6486"/>
            <p:cNvSpPr/>
            <p:nvPr/>
          </p:nvSpPr>
          <p:spPr>
            <a:xfrm>
              <a:off x="641893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7" name="rc6487"/>
            <p:cNvSpPr/>
            <p:nvPr/>
          </p:nvSpPr>
          <p:spPr>
            <a:xfrm>
              <a:off x="641893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8" name="rc6488"/>
            <p:cNvSpPr/>
            <p:nvPr/>
          </p:nvSpPr>
          <p:spPr>
            <a:xfrm>
              <a:off x="641893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9" name="rc6489"/>
            <p:cNvSpPr/>
            <p:nvPr/>
          </p:nvSpPr>
          <p:spPr>
            <a:xfrm>
              <a:off x="641893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0" name="rc6490"/>
            <p:cNvSpPr/>
            <p:nvPr/>
          </p:nvSpPr>
          <p:spPr>
            <a:xfrm>
              <a:off x="641893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1" name="rc6491"/>
            <p:cNvSpPr/>
            <p:nvPr/>
          </p:nvSpPr>
          <p:spPr>
            <a:xfrm>
              <a:off x="6437267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2" name="rc6492"/>
            <p:cNvSpPr/>
            <p:nvPr/>
          </p:nvSpPr>
          <p:spPr>
            <a:xfrm>
              <a:off x="6437267" y="4063206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3" name="rc6493"/>
            <p:cNvSpPr/>
            <p:nvPr/>
          </p:nvSpPr>
          <p:spPr>
            <a:xfrm>
              <a:off x="643726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4" name="rc6494"/>
            <p:cNvSpPr/>
            <p:nvPr/>
          </p:nvSpPr>
          <p:spPr>
            <a:xfrm>
              <a:off x="643726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5" name="rc6495"/>
            <p:cNvSpPr/>
            <p:nvPr/>
          </p:nvSpPr>
          <p:spPr>
            <a:xfrm>
              <a:off x="643726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6" name="rc6496"/>
            <p:cNvSpPr/>
            <p:nvPr/>
          </p:nvSpPr>
          <p:spPr>
            <a:xfrm>
              <a:off x="643726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7" name="rc6497"/>
            <p:cNvSpPr/>
            <p:nvPr/>
          </p:nvSpPr>
          <p:spPr>
            <a:xfrm>
              <a:off x="643726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8" name="rc6498"/>
            <p:cNvSpPr/>
            <p:nvPr/>
          </p:nvSpPr>
          <p:spPr>
            <a:xfrm>
              <a:off x="643726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9" name="rc6499"/>
            <p:cNvSpPr/>
            <p:nvPr/>
          </p:nvSpPr>
          <p:spPr>
            <a:xfrm>
              <a:off x="6455605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0" name="rc6500"/>
            <p:cNvSpPr/>
            <p:nvPr/>
          </p:nvSpPr>
          <p:spPr>
            <a:xfrm>
              <a:off x="6455605" y="4063206"/>
              <a:ext cx="18337" cy="174625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1" name="rc6501"/>
            <p:cNvSpPr/>
            <p:nvPr/>
          </p:nvSpPr>
          <p:spPr>
            <a:xfrm>
              <a:off x="645560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2" name="rc6502"/>
            <p:cNvSpPr/>
            <p:nvPr/>
          </p:nvSpPr>
          <p:spPr>
            <a:xfrm>
              <a:off x="645560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3" name="rc6503"/>
            <p:cNvSpPr/>
            <p:nvPr/>
          </p:nvSpPr>
          <p:spPr>
            <a:xfrm>
              <a:off x="645560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4" name="rc6504"/>
            <p:cNvSpPr/>
            <p:nvPr/>
          </p:nvSpPr>
          <p:spPr>
            <a:xfrm>
              <a:off x="645560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5" name="rc6505"/>
            <p:cNvSpPr/>
            <p:nvPr/>
          </p:nvSpPr>
          <p:spPr>
            <a:xfrm>
              <a:off x="645560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6" name="rc6506"/>
            <p:cNvSpPr/>
            <p:nvPr/>
          </p:nvSpPr>
          <p:spPr>
            <a:xfrm>
              <a:off x="645560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7" name="rc6507"/>
            <p:cNvSpPr/>
            <p:nvPr/>
          </p:nvSpPr>
          <p:spPr>
            <a:xfrm>
              <a:off x="6473942" y="3888581"/>
              <a:ext cx="18337" cy="174625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8" name="rc6508"/>
            <p:cNvSpPr/>
            <p:nvPr/>
          </p:nvSpPr>
          <p:spPr>
            <a:xfrm>
              <a:off x="6473942" y="4063206"/>
              <a:ext cx="18337" cy="174625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9" name="rc6509"/>
            <p:cNvSpPr/>
            <p:nvPr/>
          </p:nvSpPr>
          <p:spPr>
            <a:xfrm>
              <a:off x="647394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0" name="rc6510"/>
            <p:cNvSpPr/>
            <p:nvPr/>
          </p:nvSpPr>
          <p:spPr>
            <a:xfrm>
              <a:off x="647394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1" name="rc6511"/>
            <p:cNvSpPr/>
            <p:nvPr/>
          </p:nvSpPr>
          <p:spPr>
            <a:xfrm>
              <a:off x="647394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2" name="rc6512"/>
            <p:cNvSpPr/>
            <p:nvPr/>
          </p:nvSpPr>
          <p:spPr>
            <a:xfrm>
              <a:off x="647394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3" name="rc6513"/>
            <p:cNvSpPr/>
            <p:nvPr/>
          </p:nvSpPr>
          <p:spPr>
            <a:xfrm>
              <a:off x="647394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4" name="rc6514"/>
            <p:cNvSpPr/>
            <p:nvPr/>
          </p:nvSpPr>
          <p:spPr>
            <a:xfrm>
              <a:off x="647394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5" name="rc6515"/>
            <p:cNvSpPr/>
            <p:nvPr/>
          </p:nvSpPr>
          <p:spPr>
            <a:xfrm>
              <a:off x="6492279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6" name="rc6516"/>
            <p:cNvSpPr/>
            <p:nvPr/>
          </p:nvSpPr>
          <p:spPr>
            <a:xfrm>
              <a:off x="6492279" y="4063206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7" name="rc6517"/>
            <p:cNvSpPr/>
            <p:nvPr/>
          </p:nvSpPr>
          <p:spPr>
            <a:xfrm>
              <a:off x="649227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8" name="rc6518"/>
            <p:cNvSpPr/>
            <p:nvPr/>
          </p:nvSpPr>
          <p:spPr>
            <a:xfrm>
              <a:off x="649227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9" name="rc6519"/>
            <p:cNvSpPr/>
            <p:nvPr/>
          </p:nvSpPr>
          <p:spPr>
            <a:xfrm>
              <a:off x="649227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0" name="rc6520"/>
            <p:cNvSpPr/>
            <p:nvPr/>
          </p:nvSpPr>
          <p:spPr>
            <a:xfrm>
              <a:off x="649227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1" name="rc6521"/>
            <p:cNvSpPr/>
            <p:nvPr/>
          </p:nvSpPr>
          <p:spPr>
            <a:xfrm>
              <a:off x="649227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2" name="rc6522"/>
            <p:cNvSpPr/>
            <p:nvPr/>
          </p:nvSpPr>
          <p:spPr>
            <a:xfrm>
              <a:off x="649227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3" name="rc6523"/>
            <p:cNvSpPr/>
            <p:nvPr/>
          </p:nvSpPr>
          <p:spPr>
            <a:xfrm>
              <a:off x="6510616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4" name="rc6524"/>
            <p:cNvSpPr/>
            <p:nvPr/>
          </p:nvSpPr>
          <p:spPr>
            <a:xfrm>
              <a:off x="6510616" y="4063206"/>
              <a:ext cx="18337" cy="174625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5" name="rc6525"/>
            <p:cNvSpPr/>
            <p:nvPr/>
          </p:nvSpPr>
          <p:spPr>
            <a:xfrm>
              <a:off x="651061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6" name="rc6526"/>
            <p:cNvSpPr/>
            <p:nvPr/>
          </p:nvSpPr>
          <p:spPr>
            <a:xfrm>
              <a:off x="651061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7" name="rc6527"/>
            <p:cNvSpPr/>
            <p:nvPr/>
          </p:nvSpPr>
          <p:spPr>
            <a:xfrm>
              <a:off x="651061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8" name="rc6528"/>
            <p:cNvSpPr/>
            <p:nvPr/>
          </p:nvSpPr>
          <p:spPr>
            <a:xfrm>
              <a:off x="651061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9" name="rc6529"/>
            <p:cNvSpPr/>
            <p:nvPr/>
          </p:nvSpPr>
          <p:spPr>
            <a:xfrm>
              <a:off x="651061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0" name="rc6530"/>
            <p:cNvSpPr/>
            <p:nvPr/>
          </p:nvSpPr>
          <p:spPr>
            <a:xfrm>
              <a:off x="651061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1" name="rc6531"/>
            <p:cNvSpPr/>
            <p:nvPr/>
          </p:nvSpPr>
          <p:spPr>
            <a:xfrm>
              <a:off x="6528953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2" name="rc6532"/>
            <p:cNvSpPr/>
            <p:nvPr/>
          </p:nvSpPr>
          <p:spPr>
            <a:xfrm>
              <a:off x="6528953" y="4063206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3" name="rc6533"/>
            <p:cNvSpPr/>
            <p:nvPr/>
          </p:nvSpPr>
          <p:spPr>
            <a:xfrm>
              <a:off x="652895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4" name="rc6534"/>
            <p:cNvSpPr/>
            <p:nvPr/>
          </p:nvSpPr>
          <p:spPr>
            <a:xfrm>
              <a:off x="652895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5" name="rc6535"/>
            <p:cNvSpPr/>
            <p:nvPr/>
          </p:nvSpPr>
          <p:spPr>
            <a:xfrm>
              <a:off x="652895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6" name="rc6536"/>
            <p:cNvSpPr/>
            <p:nvPr/>
          </p:nvSpPr>
          <p:spPr>
            <a:xfrm>
              <a:off x="652895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7" name="rc6537"/>
            <p:cNvSpPr/>
            <p:nvPr/>
          </p:nvSpPr>
          <p:spPr>
            <a:xfrm>
              <a:off x="652895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8" name="rc6538"/>
            <p:cNvSpPr/>
            <p:nvPr/>
          </p:nvSpPr>
          <p:spPr>
            <a:xfrm>
              <a:off x="652895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9" name="rc6539"/>
            <p:cNvSpPr/>
            <p:nvPr/>
          </p:nvSpPr>
          <p:spPr>
            <a:xfrm>
              <a:off x="6547291" y="388858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0" name="rc6540"/>
            <p:cNvSpPr/>
            <p:nvPr/>
          </p:nvSpPr>
          <p:spPr>
            <a:xfrm>
              <a:off x="6547291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1" name="rc6541"/>
            <p:cNvSpPr/>
            <p:nvPr/>
          </p:nvSpPr>
          <p:spPr>
            <a:xfrm>
              <a:off x="65472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2" name="rc6542"/>
            <p:cNvSpPr/>
            <p:nvPr/>
          </p:nvSpPr>
          <p:spPr>
            <a:xfrm>
              <a:off x="654729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3" name="rc6543"/>
            <p:cNvSpPr/>
            <p:nvPr/>
          </p:nvSpPr>
          <p:spPr>
            <a:xfrm>
              <a:off x="65472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4" name="rc6544"/>
            <p:cNvSpPr/>
            <p:nvPr/>
          </p:nvSpPr>
          <p:spPr>
            <a:xfrm>
              <a:off x="65472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5" name="rc6545"/>
            <p:cNvSpPr/>
            <p:nvPr/>
          </p:nvSpPr>
          <p:spPr>
            <a:xfrm>
              <a:off x="654729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6" name="rc6546"/>
            <p:cNvSpPr/>
            <p:nvPr/>
          </p:nvSpPr>
          <p:spPr>
            <a:xfrm>
              <a:off x="65472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7" name="rc6547"/>
            <p:cNvSpPr/>
            <p:nvPr/>
          </p:nvSpPr>
          <p:spPr>
            <a:xfrm>
              <a:off x="6565628" y="3888581"/>
              <a:ext cx="18337" cy="174625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8" name="rc6548"/>
            <p:cNvSpPr/>
            <p:nvPr/>
          </p:nvSpPr>
          <p:spPr>
            <a:xfrm>
              <a:off x="6565628" y="4063206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9" name="rc6549"/>
            <p:cNvSpPr/>
            <p:nvPr/>
          </p:nvSpPr>
          <p:spPr>
            <a:xfrm>
              <a:off x="656562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0" name="rc6550"/>
            <p:cNvSpPr/>
            <p:nvPr/>
          </p:nvSpPr>
          <p:spPr>
            <a:xfrm>
              <a:off x="656562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1" name="rc6551"/>
            <p:cNvSpPr/>
            <p:nvPr/>
          </p:nvSpPr>
          <p:spPr>
            <a:xfrm>
              <a:off x="656562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2" name="rc6552"/>
            <p:cNvSpPr/>
            <p:nvPr/>
          </p:nvSpPr>
          <p:spPr>
            <a:xfrm>
              <a:off x="656562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3" name="rc6553"/>
            <p:cNvSpPr/>
            <p:nvPr/>
          </p:nvSpPr>
          <p:spPr>
            <a:xfrm>
              <a:off x="656562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4" name="rc6554"/>
            <p:cNvSpPr/>
            <p:nvPr/>
          </p:nvSpPr>
          <p:spPr>
            <a:xfrm>
              <a:off x="656562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5" name="rc6555"/>
            <p:cNvSpPr/>
            <p:nvPr/>
          </p:nvSpPr>
          <p:spPr>
            <a:xfrm>
              <a:off x="6583965" y="3888581"/>
              <a:ext cx="18337" cy="174625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6" name="rc6556"/>
            <p:cNvSpPr/>
            <p:nvPr/>
          </p:nvSpPr>
          <p:spPr>
            <a:xfrm>
              <a:off x="6583965" y="4063206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7" name="rc6557"/>
            <p:cNvSpPr/>
            <p:nvPr/>
          </p:nvSpPr>
          <p:spPr>
            <a:xfrm>
              <a:off x="658396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8" name="rc6558"/>
            <p:cNvSpPr/>
            <p:nvPr/>
          </p:nvSpPr>
          <p:spPr>
            <a:xfrm>
              <a:off x="658396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9" name="rc6559"/>
            <p:cNvSpPr/>
            <p:nvPr/>
          </p:nvSpPr>
          <p:spPr>
            <a:xfrm>
              <a:off x="658396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0" name="rc6560"/>
            <p:cNvSpPr/>
            <p:nvPr/>
          </p:nvSpPr>
          <p:spPr>
            <a:xfrm>
              <a:off x="658396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1" name="rc6561"/>
            <p:cNvSpPr/>
            <p:nvPr/>
          </p:nvSpPr>
          <p:spPr>
            <a:xfrm>
              <a:off x="658396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2" name="rc6562"/>
            <p:cNvSpPr/>
            <p:nvPr/>
          </p:nvSpPr>
          <p:spPr>
            <a:xfrm>
              <a:off x="658396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3" name="rc6563"/>
            <p:cNvSpPr/>
            <p:nvPr/>
          </p:nvSpPr>
          <p:spPr>
            <a:xfrm>
              <a:off x="6602302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4" name="rc6564"/>
            <p:cNvSpPr/>
            <p:nvPr/>
          </p:nvSpPr>
          <p:spPr>
            <a:xfrm>
              <a:off x="6602302" y="4063206"/>
              <a:ext cx="18337" cy="174625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5" name="rc6565"/>
            <p:cNvSpPr/>
            <p:nvPr/>
          </p:nvSpPr>
          <p:spPr>
            <a:xfrm>
              <a:off x="660230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6" name="rc6566"/>
            <p:cNvSpPr/>
            <p:nvPr/>
          </p:nvSpPr>
          <p:spPr>
            <a:xfrm>
              <a:off x="660230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7" name="rc6567"/>
            <p:cNvSpPr/>
            <p:nvPr/>
          </p:nvSpPr>
          <p:spPr>
            <a:xfrm>
              <a:off x="660230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8" name="rc6568"/>
            <p:cNvSpPr/>
            <p:nvPr/>
          </p:nvSpPr>
          <p:spPr>
            <a:xfrm>
              <a:off x="660230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9" name="rc6569"/>
            <p:cNvSpPr/>
            <p:nvPr/>
          </p:nvSpPr>
          <p:spPr>
            <a:xfrm>
              <a:off x="660230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0" name="rc6570"/>
            <p:cNvSpPr/>
            <p:nvPr/>
          </p:nvSpPr>
          <p:spPr>
            <a:xfrm>
              <a:off x="660230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1" name="rc6571"/>
            <p:cNvSpPr/>
            <p:nvPr/>
          </p:nvSpPr>
          <p:spPr>
            <a:xfrm>
              <a:off x="6620639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2" name="rc6572"/>
            <p:cNvSpPr/>
            <p:nvPr/>
          </p:nvSpPr>
          <p:spPr>
            <a:xfrm>
              <a:off x="6620639" y="4063206"/>
              <a:ext cx="18337" cy="174625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3" name="rc6573"/>
            <p:cNvSpPr/>
            <p:nvPr/>
          </p:nvSpPr>
          <p:spPr>
            <a:xfrm>
              <a:off x="662063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4" name="rc6574"/>
            <p:cNvSpPr/>
            <p:nvPr/>
          </p:nvSpPr>
          <p:spPr>
            <a:xfrm>
              <a:off x="662063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5" name="rc6575"/>
            <p:cNvSpPr/>
            <p:nvPr/>
          </p:nvSpPr>
          <p:spPr>
            <a:xfrm>
              <a:off x="662063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6" name="rc6576"/>
            <p:cNvSpPr/>
            <p:nvPr/>
          </p:nvSpPr>
          <p:spPr>
            <a:xfrm>
              <a:off x="662063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7" name="rc6577"/>
            <p:cNvSpPr/>
            <p:nvPr/>
          </p:nvSpPr>
          <p:spPr>
            <a:xfrm>
              <a:off x="662063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8" name="rc6578"/>
            <p:cNvSpPr/>
            <p:nvPr/>
          </p:nvSpPr>
          <p:spPr>
            <a:xfrm>
              <a:off x="662063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9" name="rc6579"/>
            <p:cNvSpPr/>
            <p:nvPr/>
          </p:nvSpPr>
          <p:spPr>
            <a:xfrm>
              <a:off x="6638977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0" name="rc6580"/>
            <p:cNvSpPr/>
            <p:nvPr/>
          </p:nvSpPr>
          <p:spPr>
            <a:xfrm>
              <a:off x="6638977" y="4063206"/>
              <a:ext cx="18337" cy="174625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1" name="rc6581"/>
            <p:cNvSpPr/>
            <p:nvPr/>
          </p:nvSpPr>
          <p:spPr>
            <a:xfrm>
              <a:off x="663897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2" name="rc6582"/>
            <p:cNvSpPr/>
            <p:nvPr/>
          </p:nvSpPr>
          <p:spPr>
            <a:xfrm>
              <a:off x="663897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3" name="rc6583"/>
            <p:cNvSpPr/>
            <p:nvPr/>
          </p:nvSpPr>
          <p:spPr>
            <a:xfrm>
              <a:off x="663897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4" name="rc6584"/>
            <p:cNvSpPr/>
            <p:nvPr/>
          </p:nvSpPr>
          <p:spPr>
            <a:xfrm>
              <a:off x="663897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5" name="rc6585"/>
            <p:cNvSpPr/>
            <p:nvPr/>
          </p:nvSpPr>
          <p:spPr>
            <a:xfrm>
              <a:off x="663897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6" name="rc6586"/>
            <p:cNvSpPr/>
            <p:nvPr/>
          </p:nvSpPr>
          <p:spPr>
            <a:xfrm>
              <a:off x="663897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7" name="rc6587"/>
            <p:cNvSpPr/>
            <p:nvPr/>
          </p:nvSpPr>
          <p:spPr>
            <a:xfrm>
              <a:off x="6657314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8" name="rc6588"/>
            <p:cNvSpPr/>
            <p:nvPr/>
          </p:nvSpPr>
          <p:spPr>
            <a:xfrm>
              <a:off x="6657314" y="4063206"/>
              <a:ext cx="18337" cy="174625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9" name="rc6589"/>
            <p:cNvSpPr/>
            <p:nvPr/>
          </p:nvSpPr>
          <p:spPr>
            <a:xfrm>
              <a:off x="665731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0" name="rc6590"/>
            <p:cNvSpPr/>
            <p:nvPr/>
          </p:nvSpPr>
          <p:spPr>
            <a:xfrm>
              <a:off x="665731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1" name="rc6591"/>
            <p:cNvSpPr/>
            <p:nvPr/>
          </p:nvSpPr>
          <p:spPr>
            <a:xfrm>
              <a:off x="665731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2" name="rc6592"/>
            <p:cNvSpPr/>
            <p:nvPr/>
          </p:nvSpPr>
          <p:spPr>
            <a:xfrm>
              <a:off x="665731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3" name="rc6593"/>
            <p:cNvSpPr/>
            <p:nvPr/>
          </p:nvSpPr>
          <p:spPr>
            <a:xfrm>
              <a:off x="665731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4" name="rc6594"/>
            <p:cNvSpPr/>
            <p:nvPr/>
          </p:nvSpPr>
          <p:spPr>
            <a:xfrm>
              <a:off x="665731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5" name="rc6595"/>
            <p:cNvSpPr/>
            <p:nvPr/>
          </p:nvSpPr>
          <p:spPr>
            <a:xfrm>
              <a:off x="6675651" y="3888581"/>
              <a:ext cx="18337" cy="174625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6" name="rc6596"/>
            <p:cNvSpPr/>
            <p:nvPr/>
          </p:nvSpPr>
          <p:spPr>
            <a:xfrm>
              <a:off x="6675651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7" name="rc6597"/>
            <p:cNvSpPr/>
            <p:nvPr/>
          </p:nvSpPr>
          <p:spPr>
            <a:xfrm>
              <a:off x="667565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8" name="rc6598"/>
            <p:cNvSpPr/>
            <p:nvPr/>
          </p:nvSpPr>
          <p:spPr>
            <a:xfrm>
              <a:off x="667565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9" name="rc6599"/>
            <p:cNvSpPr/>
            <p:nvPr/>
          </p:nvSpPr>
          <p:spPr>
            <a:xfrm>
              <a:off x="6675651" y="458708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0" name="rc6600"/>
            <p:cNvSpPr/>
            <p:nvPr/>
          </p:nvSpPr>
          <p:spPr>
            <a:xfrm>
              <a:off x="667565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1" name="rc6601"/>
            <p:cNvSpPr/>
            <p:nvPr/>
          </p:nvSpPr>
          <p:spPr>
            <a:xfrm>
              <a:off x="667565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2" name="rc6602"/>
            <p:cNvSpPr/>
            <p:nvPr/>
          </p:nvSpPr>
          <p:spPr>
            <a:xfrm>
              <a:off x="667565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3" name="rc6603"/>
            <p:cNvSpPr/>
            <p:nvPr/>
          </p:nvSpPr>
          <p:spPr>
            <a:xfrm>
              <a:off x="6693988" y="3888581"/>
              <a:ext cx="18337" cy="174625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4" name="rc6604"/>
            <p:cNvSpPr/>
            <p:nvPr/>
          </p:nvSpPr>
          <p:spPr>
            <a:xfrm>
              <a:off x="6693988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5" name="rc6605"/>
            <p:cNvSpPr/>
            <p:nvPr/>
          </p:nvSpPr>
          <p:spPr>
            <a:xfrm>
              <a:off x="669398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6" name="rc6606"/>
            <p:cNvSpPr/>
            <p:nvPr/>
          </p:nvSpPr>
          <p:spPr>
            <a:xfrm>
              <a:off x="6693988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7" name="rc6607"/>
            <p:cNvSpPr/>
            <p:nvPr/>
          </p:nvSpPr>
          <p:spPr>
            <a:xfrm>
              <a:off x="6693988" y="4587081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8" name="rc6608"/>
            <p:cNvSpPr/>
            <p:nvPr/>
          </p:nvSpPr>
          <p:spPr>
            <a:xfrm>
              <a:off x="6693988" y="47617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9" name="rc6609"/>
            <p:cNvSpPr/>
            <p:nvPr/>
          </p:nvSpPr>
          <p:spPr>
            <a:xfrm>
              <a:off x="669398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0" name="rc6610"/>
            <p:cNvSpPr/>
            <p:nvPr/>
          </p:nvSpPr>
          <p:spPr>
            <a:xfrm>
              <a:off x="669398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1" name="rc6611"/>
            <p:cNvSpPr/>
            <p:nvPr/>
          </p:nvSpPr>
          <p:spPr>
            <a:xfrm>
              <a:off x="6712325" y="3888581"/>
              <a:ext cx="18337" cy="174625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2" name="rc6612"/>
            <p:cNvSpPr/>
            <p:nvPr/>
          </p:nvSpPr>
          <p:spPr>
            <a:xfrm>
              <a:off x="6712325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3" name="rc6613"/>
            <p:cNvSpPr/>
            <p:nvPr/>
          </p:nvSpPr>
          <p:spPr>
            <a:xfrm>
              <a:off x="671232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4" name="rc6614"/>
            <p:cNvSpPr/>
            <p:nvPr/>
          </p:nvSpPr>
          <p:spPr>
            <a:xfrm>
              <a:off x="6712325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5" name="rc6615"/>
            <p:cNvSpPr/>
            <p:nvPr/>
          </p:nvSpPr>
          <p:spPr>
            <a:xfrm>
              <a:off x="671232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6" name="rc6616"/>
            <p:cNvSpPr/>
            <p:nvPr/>
          </p:nvSpPr>
          <p:spPr>
            <a:xfrm>
              <a:off x="6712325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7" name="rc6617"/>
            <p:cNvSpPr/>
            <p:nvPr/>
          </p:nvSpPr>
          <p:spPr>
            <a:xfrm>
              <a:off x="671232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8" name="rc6618"/>
            <p:cNvSpPr/>
            <p:nvPr/>
          </p:nvSpPr>
          <p:spPr>
            <a:xfrm>
              <a:off x="671232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9" name="rc6619"/>
            <p:cNvSpPr/>
            <p:nvPr/>
          </p:nvSpPr>
          <p:spPr>
            <a:xfrm>
              <a:off x="6730663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0" name="rc6620"/>
            <p:cNvSpPr/>
            <p:nvPr/>
          </p:nvSpPr>
          <p:spPr>
            <a:xfrm>
              <a:off x="6730663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1" name="rc6621"/>
            <p:cNvSpPr/>
            <p:nvPr/>
          </p:nvSpPr>
          <p:spPr>
            <a:xfrm>
              <a:off x="673066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2" name="rc6622"/>
            <p:cNvSpPr/>
            <p:nvPr/>
          </p:nvSpPr>
          <p:spPr>
            <a:xfrm>
              <a:off x="673066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3" name="rc6623"/>
            <p:cNvSpPr/>
            <p:nvPr/>
          </p:nvSpPr>
          <p:spPr>
            <a:xfrm>
              <a:off x="673066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4" name="rc6624"/>
            <p:cNvSpPr/>
            <p:nvPr/>
          </p:nvSpPr>
          <p:spPr>
            <a:xfrm>
              <a:off x="6730663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5" name="rc6625"/>
            <p:cNvSpPr/>
            <p:nvPr/>
          </p:nvSpPr>
          <p:spPr>
            <a:xfrm>
              <a:off x="673066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6" name="rc6626"/>
            <p:cNvSpPr/>
            <p:nvPr/>
          </p:nvSpPr>
          <p:spPr>
            <a:xfrm>
              <a:off x="673066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7" name="rc6627"/>
            <p:cNvSpPr/>
            <p:nvPr/>
          </p:nvSpPr>
          <p:spPr>
            <a:xfrm>
              <a:off x="6749000" y="3888581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8" name="rc6628"/>
            <p:cNvSpPr/>
            <p:nvPr/>
          </p:nvSpPr>
          <p:spPr>
            <a:xfrm>
              <a:off x="6749000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9" name="rc6629"/>
            <p:cNvSpPr/>
            <p:nvPr/>
          </p:nvSpPr>
          <p:spPr>
            <a:xfrm>
              <a:off x="67490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0" name="rc6630"/>
            <p:cNvSpPr/>
            <p:nvPr/>
          </p:nvSpPr>
          <p:spPr>
            <a:xfrm>
              <a:off x="67490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1" name="rc6631"/>
            <p:cNvSpPr/>
            <p:nvPr/>
          </p:nvSpPr>
          <p:spPr>
            <a:xfrm>
              <a:off x="67490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2" name="rc6632"/>
            <p:cNvSpPr/>
            <p:nvPr/>
          </p:nvSpPr>
          <p:spPr>
            <a:xfrm>
              <a:off x="674900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3" name="rc6633"/>
            <p:cNvSpPr/>
            <p:nvPr/>
          </p:nvSpPr>
          <p:spPr>
            <a:xfrm>
              <a:off x="67490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4" name="rc6634"/>
            <p:cNvSpPr/>
            <p:nvPr/>
          </p:nvSpPr>
          <p:spPr>
            <a:xfrm>
              <a:off x="67490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5" name="rc6635"/>
            <p:cNvSpPr/>
            <p:nvPr/>
          </p:nvSpPr>
          <p:spPr>
            <a:xfrm>
              <a:off x="6767337" y="3888581"/>
              <a:ext cx="18337" cy="174625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6" name="rc6636"/>
            <p:cNvSpPr/>
            <p:nvPr/>
          </p:nvSpPr>
          <p:spPr>
            <a:xfrm>
              <a:off x="6767337" y="406320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7" name="rc6637"/>
            <p:cNvSpPr/>
            <p:nvPr/>
          </p:nvSpPr>
          <p:spPr>
            <a:xfrm>
              <a:off x="6767337" y="4237831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8" name="rc6638"/>
            <p:cNvSpPr/>
            <p:nvPr/>
          </p:nvSpPr>
          <p:spPr>
            <a:xfrm>
              <a:off x="676733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9" name="rc6639"/>
            <p:cNvSpPr/>
            <p:nvPr/>
          </p:nvSpPr>
          <p:spPr>
            <a:xfrm>
              <a:off x="676733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0" name="rc6640"/>
            <p:cNvSpPr/>
            <p:nvPr/>
          </p:nvSpPr>
          <p:spPr>
            <a:xfrm>
              <a:off x="676733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1" name="rc6641"/>
            <p:cNvSpPr/>
            <p:nvPr/>
          </p:nvSpPr>
          <p:spPr>
            <a:xfrm>
              <a:off x="676733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2" name="rc6642"/>
            <p:cNvSpPr/>
            <p:nvPr/>
          </p:nvSpPr>
          <p:spPr>
            <a:xfrm>
              <a:off x="676733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3" name="rc6643"/>
            <p:cNvSpPr/>
            <p:nvPr/>
          </p:nvSpPr>
          <p:spPr>
            <a:xfrm>
              <a:off x="6785674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4" name="rc6644"/>
            <p:cNvSpPr/>
            <p:nvPr/>
          </p:nvSpPr>
          <p:spPr>
            <a:xfrm>
              <a:off x="6785674" y="4063206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5" name="rc6645"/>
            <p:cNvSpPr/>
            <p:nvPr/>
          </p:nvSpPr>
          <p:spPr>
            <a:xfrm>
              <a:off x="678567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6" name="rc6646"/>
            <p:cNvSpPr/>
            <p:nvPr/>
          </p:nvSpPr>
          <p:spPr>
            <a:xfrm>
              <a:off x="6785674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7" name="rc6647"/>
            <p:cNvSpPr/>
            <p:nvPr/>
          </p:nvSpPr>
          <p:spPr>
            <a:xfrm>
              <a:off x="678567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8" name="rc6648"/>
            <p:cNvSpPr/>
            <p:nvPr/>
          </p:nvSpPr>
          <p:spPr>
            <a:xfrm>
              <a:off x="678567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9" name="rc6649"/>
            <p:cNvSpPr/>
            <p:nvPr/>
          </p:nvSpPr>
          <p:spPr>
            <a:xfrm>
              <a:off x="678567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0" name="rc6650"/>
            <p:cNvSpPr/>
            <p:nvPr/>
          </p:nvSpPr>
          <p:spPr>
            <a:xfrm>
              <a:off x="678567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1" name="rc6651"/>
            <p:cNvSpPr/>
            <p:nvPr/>
          </p:nvSpPr>
          <p:spPr>
            <a:xfrm>
              <a:off x="6804011" y="3888581"/>
              <a:ext cx="18337" cy="174625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2" name="rc6652"/>
            <p:cNvSpPr/>
            <p:nvPr/>
          </p:nvSpPr>
          <p:spPr>
            <a:xfrm>
              <a:off x="6804011" y="406320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3" name="rc6653"/>
            <p:cNvSpPr/>
            <p:nvPr/>
          </p:nvSpPr>
          <p:spPr>
            <a:xfrm>
              <a:off x="680401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4" name="rc6654"/>
            <p:cNvSpPr/>
            <p:nvPr/>
          </p:nvSpPr>
          <p:spPr>
            <a:xfrm>
              <a:off x="680401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5" name="rc6655"/>
            <p:cNvSpPr/>
            <p:nvPr/>
          </p:nvSpPr>
          <p:spPr>
            <a:xfrm>
              <a:off x="680401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6" name="rc6656"/>
            <p:cNvSpPr/>
            <p:nvPr/>
          </p:nvSpPr>
          <p:spPr>
            <a:xfrm>
              <a:off x="680401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7" name="rc6657"/>
            <p:cNvSpPr/>
            <p:nvPr/>
          </p:nvSpPr>
          <p:spPr>
            <a:xfrm>
              <a:off x="680401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8" name="rc6658"/>
            <p:cNvSpPr/>
            <p:nvPr/>
          </p:nvSpPr>
          <p:spPr>
            <a:xfrm>
              <a:off x="680401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9" name="rc6659"/>
            <p:cNvSpPr/>
            <p:nvPr/>
          </p:nvSpPr>
          <p:spPr>
            <a:xfrm>
              <a:off x="6822348" y="3888581"/>
              <a:ext cx="18337" cy="174625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0" name="rc6660"/>
            <p:cNvSpPr/>
            <p:nvPr/>
          </p:nvSpPr>
          <p:spPr>
            <a:xfrm>
              <a:off x="6822348" y="4063206"/>
              <a:ext cx="18337" cy="174625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1" name="rc6661"/>
            <p:cNvSpPr/>
            <p:nvPr/>
          </p:nvSpPr>
          <p:spPr>
            <a:xfrm>
              <a:off x="682234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2" name="rc6662"/>
            <p:cNvSpPr/>
            <p:nvPr/>
          </p:nvSpPr>
          <p:spPr>
            <a:xfrm>
              <a:off x="682234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3" name="rc6663"/>
            <p:cNvSpPr/>
            <p:nvPr/>
          </p:nvSpPr>
          <p:spPr>
            <a:xfrm>
              <a:off x="682234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4" name="rc6664"/>
            <p:cNvSpPr/>
            <p:nvPr/>
          </p:nvSpPr>
          <p:spPr>
            <a:xfrm>
              <a:off x="68223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5" name="rc6665"/>
            <p:cNvSpPr/>
            <p:nvPr/>
          </p:nvSpPr>
          <p:spPr>
            <a:xfrm>
              <a:off x="68223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6" name="rc6666"/>
            <p:cNvSpPr/>
            <p:nvPr/>
          </p:nvSpPr>
          <p:spPr>
            <a:xfrm>
              <a:off x="682234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7" name="rc6667"/>
            <p:cNvSpPr/>
            <p:nvPr/>
          </p:nvSpPr>
          <p:spPr>
            <a:xfrm>
              <a:off x="6840686" y="3888581"/>
              <a:ext cx="18337" cy="174625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8" name="rc6668"/>
            <p:cNvSpPr/>
            <p:nvPr/>
          </p:nvSpPr>
          <p:spPr>
            <a:xfrm>
              <a:off x="6840686" y="4063206"/>
              <a:ext cx="18337" cy="174625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9" name="rc6669"/>
            <p:cNvSpPr/>
            <p:nvPr/>
          </p:nvSpPr>
          <p:spPr>
            <a:xfrm>
              <a:off x="684068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0" name="rc6670"/>
            <p:cNvSpPr/>
            <p:nvPr/>
          </p:nvSpPr>
          <p:spPr>
            <a:xfrm>
              <a:off x="684068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1" name="rc6671"/>
            <p:cNvSpPr/>
            <p:nvPr/>
          </p:nvSpPr>
          <p:spPr>
            <a:xfrm>
              <a:off x="684068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2" name="rc6672"/>
            <p:cNvSpPr/>
            <p:nvPr/>
          </p:nvSpPr>
          <p:spPr>
            <a:xfrm>
              <a:off x="684068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3" name="rc6673"/>
            <p:cNvSpPr/>
            <p:nvPr/>
          </p:nvSpPr>
          <p:spPr>
            <a:xfrm>
              <a:off x="684068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4" name="rc6674"/>
            <p:cNvSpPr/>
            <p:nvPr/>
          </p:nvSpPr>
          <p:spPr>
            <a:xfrm>
              <a:off x="684068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5" name="rc6675"/>
            <p:cNvSpPr/>
            <p:nvPr/>
          </p:nvSpPr>
          <p:spPr>
            <a:xfrm>
              <a:off x="6859023" y="3888581"/>
              <a:ext cx="18337" cy="174625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6" name="rc6676"/>
            <p:cNvSpPr/>
            <p:nvPr/>
          </p:nvSpPr>
          <p:spPr>
            <a:xfrm>
              <a:off x="6859023" y="4063206"/>
              <a:ext cx="18337" cy="174625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7" name="rc6677"/>
            <p:cNvSpPr/>
            <p:nvPr/>
          </p:nvSpPr>
          <p:spPr>
            <a:xfrm>
              <a:off x="685902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8" name="rc6678"/>
            <p:cNvSpPr/>
            <p:nvPr/>
          </p:nvSpPr>
          <p:spPr>
            <a:xfrm>
              <a:off x="685902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9" name="rc6679"/>
            <p:cNvSpPr/>
            <p:nvPr/>
          </p:nvSpPr>
          <p:spPr>
            <a:xfrm>
              <a:off x="685902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0" name="rc6680"/>
            <p:cNvSpPr/>
            <p:nvPr/>
          </p:nvSpPr>
          <p:spPr>
            <a:xfrm>
              <a:off x="685902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1" name="rc6681"/>
            <p:cNvSpPr/>
            <p:nvPr/>
          </p:nvSpPr>
          <p:spPr>
            <a:xfrm>
              <a:off x="685902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2" name="rc6682"/>
            <p:cNvSpPr/>
            <p:nvPr/>
          </p:nvSpPr>
          <p:spPr>
            <a:xfrm>
              <a:off x="685902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3" name="rc6683"/>
            <p:cNvSpPr/>
            <p:nvPr/>
          </p:nvSpPr>
          <p:spPr>
            <a:xfrm>
              <a:off x="6877360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4" name="rc6684"/>
            <p:cNvSpPr/>
            <p:nvPr/>
          </p:nvSpPr>
          <p:spPr>
            <a:xfrm>
              <a:off x="6877360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5" name="rc6685"/>
            <p:cNvSpPr/>
            <p:nvPr/>
          </p:nvSpPr>
          <p:spPr>
            <a:xfrm>
              <a:off x="687736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6" name="rc6686"/>
            <p:cNvSpPr/>
            <p:nvPr/>
          </p:nvSpPr>
          <p:spPr>
            <a:xfrm>
              <a:off x="687736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7" name="rc6687"/>
            <p:cNvSpPr/>
            <p:nvPr/>
          </p:nvSpPr>
          <p:spPr>
            <a:xfrm>
              <a:off x="687736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8" name="rc6688"/>
            <p:cNvSpPr/>
            <p:nvPr/>
          </p:nvSpPr>
          <p:spPr>
            <a:xfrm>
              <a:off x="687736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9" name="rc6689"/>
            <p:cNvSpPr/>
            <p:nvPr/>
          </p:nvSpPr>
          <p:spPr>
            <a:xfrm>
              <a:off x="687736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0" name="rc6690"/>
            <p:cNvSpPr/>
            <p:nvPr/>
          </p:nvSpPr>
          <p:spPr>
            <a:xfrm>
              <a:off x="687736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1" name="rc6691"/>
            <p:cNvSpPr/>
            <p:nvPr/>
          </p:nvSpPr>
          <p:spPr>
            <a:xfrm>
              <a:off x="6895697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2" name="rc6692"/>
            <p:cNvSpPr/>
            <p:nvPr/>
          </p:nvSpPr>
          <p:spPr>
            <a:xfrm>
              <a:off x="6895697" y="4063206"/>
              <a:ext cx="18337" cy="174625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3" name="rc6693"/>
            <p:cNvSpPr/>
            <p:nvPr/>
          </p:nvSpPr>
          <p:spPr>
            <a:xfrm>
              <a:off x="689569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4" name="rc6694"/>
            <p:cNvSpPr/>
            <p:nvPr/>
          </p:nvSpPr>
          <p:spPr>
            <a:xfrm>
              <a:off x="689569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5" name="rc6695"/>
            <p:cNvSpPr/>
            <p:nvPr/>
          </p:nvSpPr>
          <p:spPr>
            <a:xfrm>
              <a:off x="689569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6" name="rc6696"/>
            <p:cNvSpPr/>
            <p:nvPr/>
          </p:nvSpPr>
          <p:spPr>
            <a:xfrm>
              <a:off x="689569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7" name="rc6697"/>
            <p:cNvSpPr/>
            <p:nvPr/>
          </p:nvSpPr>
          <p:spPr>
            <a:xfrm>
              <a:off x="689569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8" name="rc6698"/>
            <p:cNvSpPr/>
            <p:nvPr/>
          </p:nvSpPr>
          <p:spPr>
            <a:xfrm>
              <a:off x="689569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9" name="rc6699"/>
            <p:cNvSpPr/>
            <p:nvPr/>
          </p:nvSpPr>
          <p:spPr>
            <a:xfrm>
              <a:off x="6914034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0" name="rc6700"/>
            <p:cNvSpPr/>
            <p:nvPr/>
          </p:nvSpPr>
          <p:spPr>
            <a:xfrm>
              <a:off x="6914034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1" name="rc6701"/>
            <p:cNvSpPr/>
            <p:nvPr/>
          </p:nvSpPr>
          <p:spPr>
            <a:xfrm>
              <a:off x="691403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2" name="rc6702"/>
            <p:cNvSpPr/>
            <p:nvPr/>
          </p:nvSpPr>
          <p:spPr>
            <a:xfrm>
              <a:off x="691403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3" name="rc6703"/>
            <p:cNvSpPr/>
            <p:nvPr/>
          </p:nvSpPr>
          <p:spPr>
            <a:xfrm>
              <a:off x="691403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4" name="rc6704"/>
            <p:cNvSpPr/>
            <p:nvPr/>
          </p:nvSpPr>
          <p:spPr>
            <a:xfrm>
              <a:off x="691403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5" name="rc6705"/>
            <p:cNvSpPr/>
            <p:nvPr/>
          </p:nvSpPr>
          <p:spPr>
            <a:xfrm>
              <a:off x="69140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6" name="rc6706"/>
            <p:cNvSpPr/>
            <p:nvPr/>
          </p:nvSpPr>
          <p:spPr>
            <a:xfrm>
              <a:off x="691403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7" name="rc6707"/>
            <p:cNvSpPr/>
            <p:nvPr/>
          </p:nvSpPr>
          <p:spPr>
            <a:xfrm>
              <a:off x="6932372" y="3888581"/>
              <a:ext cx="18337" cy="174625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8" name="rc6708"/>
            <p:cNvSpPr/>
            <p:nvPr/>
          </p:nvSpPr>
          <p:spPr>
            <a:xfrm>
              <a:off x="6932372" y="406320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9" name="rc6709"/>
            <p:cNvSpPr/>
            <p:nvPr/>
          </p:nvSpPr>
          <p:spPr>
            <a:xfrm>
              <a:off x="693237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0" name="rc6710"/>
            <p:cNvSpPr/>
            <p:nvPr/>
          </p:nvSpPr>
          <p:spPr>
            <a:xfrm>
              <a:off x="693237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1" name="rc6711"/>
            <p:cNvSpPr/>
            <p:nvPr/>
          </p:nvSpPr>
          <p:spPr>
            <a:xfrm>
              <a:off x="693237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2" name="rc6712"/>
            <p:cNvSpPr/>
            <p:nvPr/>
          </p:nvSpPr>
          <p:spPr>
            <a:xfrm>
              <a:off x="693237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3" name="rc6713"/>
            <p:cNvSpPr/>
            <p:nvPr/>
          </p:nvSpPr>
          <p:spPr>
            <a:xfrm>
              <a:off x="693237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4" name="rc6714"/>
            <p:cNvSpPr/>
            <p:nvPr/>
          </p:nvSpPr>
          <p:spPr>
            <a:xfrm>
              <a:off x="693237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5" name="rc6715"/>
            <p:cNvSpPr/>
            <p:nvPr/>
          </p:nvSpPr>
          <p:spPr>
            <a:xfrm>
              <a:off x="6950709" y="3888581"/>
              <a:ext cx="18337" cy="174625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6" name="rc6716"/>
            <p:cNvSpPr/>
            <p:nvPr/>
          </p:nvSpPr>
          <p:spPr>
            <a:xfrm>
              <a:off x="6950709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7" name="rc6717"/>
            <p:cNvSpPr/>
            <p:nvPr/>
          </p:nvSpPr>
          <p:spPr>
            <a:xfrm>
              <a:off x="695070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8" name="rc6718"/>
            <p:cNvSpPr/>
            <p:nvPr/>
          </p:nvSpPr>
          <p:spPr>
            <a:xfrm>
              <a:off x="695070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9" name="rc6719"/>
            <p:cNvSpPr/>
            <p:nvPr/>
          </p:nvSpPr>
          <p:spPr>
            <a:xfrm>
              <a:off x="695070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0" name="rc6720"/>
            <p:cNvSpPr/>
            <p:nvPr/>
          </p:nvSpPr>
          <p:spPr>
            <a:xfrm>
              <a:off x="695070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1" name="rc6721"/>
            <p:cNvSpPr/>
            <p:nvPr/>
          </p:nvSpPr>
          <p:spPr>
            <a:xfrm>
              <a:off x="695070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2" name="rc6722"/>
            <p:cNvSpPr/>
            <p:nvPr/>
          </p:nvSpPr>
          <p:spPr>
            <a:xfrm>
              <a:off x="695070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3" name="rc6723"/>
            <p:cNvSpPr/>
            <p:nvPr/>
          </p:nvSpPr>
          <p:spPr>
            <a:xfrm>
              <a:off x="6969046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4" name="rc6724"/>
            <p:cNvSpPr/>
            <p:nvPr/>
          </p:nvSpPr>
          <p:spPr>
            <a:xfrm>
              <a:off x="6969046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5" name="rc6725"/>
            <p:cNvSpPr/>
            <p:nvPr/>
          </p:nvSpPr>
          <p:spPr>
            <a:xfrm>
              <a:off x="696904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6" name="rc6726"/>
            <p:cNvSpPr/>
            <p:nvPr/>
          </p:nvSpPr>
          <p:spPr>
            <a:xfrm>
              <a:off x="696904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7" name="rc6727"/>
            <p:cNvSpPr/>
            <p:nvPr/>
          </p:nvSpPr>
          <p:spPr>
            <a:xfrm>
              <a:off x="696904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8" name="rc6728"/>
            <p:cNvSpPr/>
            <p:nvPr/>
          </p:nvSpPr>
          <p:spPr>
            <a:xfrm>
              <a:off x="696904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9" name="rc6729"/>
            <p:cNvSpPr/>
            <p:nvPr/>
          </p:nvSpPr>
          <p:spPr>
            <a:xfrm>
              <a:off x="696904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0" name="rc6730"/>
            <p:cNvSpPr/>
            <p:nvPr/>
          </p:nvSpPr>
          <p:spPr>
            <a:xfrm>
              <a:off x="696904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1" name="rc6731"/>
            <p:cNvSpPr/>
            <p:nvPr/>
          </p:nvSpPr>
          <p:spPr>
            <a:xfrm>
              <a:off x="6987383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2" name="rc6732"/>
            <p:cNvSpPr/>
            <p:nvPr/>
          </p:nvSpPr>
          <p:spPr>
            <a:xfrm>
              <a:off x="6987383" y="406320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3" name="rc6733"/>
            <p:cNvSpPr/>
            <p:nvPr/>
          </p:nvSpPr>
          <p:spPr>
            <a:xfrm>
              <a:off x="698738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4" name="rc6734"/>
            <p:cNvSpPr/>
            <p:nvPr/>
          </p:nvSpPr>
          <p:spPr>
            <a:xfrm>
              <a:off x="698738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5" name="rc6735"/>
            <p:cNvSpPr/>
            <p:nvPr/>
          </p:nvSpPr>
          <p:spPr>
            <a:xfrm>
              <a:off x="698738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6" name="rc6736"/>
            <p:cNvSpPr/>
            <p:nvPr/>
          </p:nvSpPr>
          <p:spPr>
            <a:xfrm>
              <a:off x="698738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7" name="rc6737"/>
            <p:cNvSpPr/>
            <p:nvPr/>
          </p:nvSpPr>
          <p:spPr>
            <a:xfrm>
              <a:off x="698738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8" name="rc6738"/>
            <p:cNvSpPr/>
            <p:nvPr/>
          </p:nvSpPr>
          <p:spPr>
            <a:xfrm>
              <a:off x="698738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9" name="rc6739"/>
            <p:cNvSpPr/>
            <p:nvPr/>
          </p:nvSpPr>
          <p:spPr>
            <a:xfrm>
              <a:off x="7005720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0" name="rc6740"/>
            <p:cNvSpPr/>
            <p:nvPr/>
          </p:nvSpPr>
          <p:spPr>
            <a:xfrm>
              <a:off x="7005720" y="406320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1" name="rc6741"/>
            <p:cNvSpPr/>
            <p:nvPr/>
          </p:nvSpPr>
          <p:spPr>
            <a:xfrm>
              <a:off x="700572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2" name="rc6742"/>
            <p:cNvSpPr/>
            <p:nvPr/>
          </p:nvSpPr>
          <p:spPr>
            <a:xfrm>
              <a:off x="700572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3" name="rc6743"/>
            <p:cNvSpPr/>
            <p:nvPr/>
          </p:nvSpPr>
          <p:spPr>
            <a:xfrm>
              <a:off x="700572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4" name="rc6744"/>
            <p:cNvSpPr/>
            <p:nvPr/>
          </p:nvSpPr>
          <p:spPr>
            <a:xfrm>
              <a:off x="700572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5" name="rc6745"/>
            <p:cNvSpPr/>
            <p:nvPr/>
          </p:nvSpPr>
          <p:spPr>
            <a:xfrm>
              <a:off x="700572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6" name="rc6746"/>
            <p:cNvSpPr/>
            <p:nvPr/>
          </p:nvSpPr>
          <p:spPr>
            <a:xfrm>
              <a:off x="700572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7" name="rc6747"/>
            <p:cNvSpPr/>
            <p:nvPr/>
          </p:nvSpPr>
          <p:spPr>
            <a:xfrm>
              <a:off x="7024058" y="3888581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8" name="rc6748"/>
            <p:cNvSpPr/>
            <p:nvPr/>
          </p:nvSpPr>
          <p:spPr>
            <a:xfrm>
              <a:off x="702405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9" name="rc6749"/>
            <p:cNvSpPr/>
            <p:nvPr/>
          </p:nvSpPr>
          <p:spPr>
            <a:xfrm>
              <a:off x="702405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0" name="rc6750"/>
            <p:cNvSpPr/>
            <p:nvPr/>
          </p:nvSpPr>
          <p:spPr>
            <a:xfrm>
              <a:off x="702405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1" name="rc6751"/>
            <p:cNvSpPr/>
            <p:nvPr/>
          </p:nvSpPr>
          <p:spPr>
            <a:xfrm>
              <a:off x="7024058" y="4587081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2" name="rc6752"/>
            <p:cNvSpPr/>
            <p:nvPr/>
          </p:nvSpPr>
          <p:spPr>
            <a:xfrm>
              <a:off x="702405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3" name="rc6753"/>
            <p:cNvSpPr/>
            <p:nvPr/>
          </p:nvSpPr>
          <p:spPr>
            <a:xfrm>
              <a:off x="702405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4" name="rc6754"/>
            <p:cNvSpPr/>
            <p:nvPr/>
          </p:nvSpPr>
          <p:spPr>
            <a:xfrm>
              <a:off x="702405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5" name="rc6755"/>
            <p:cNvSpPr/>
            <p:nvPr/>
          </p:nvSpPr>
          <p:spPr>
            <a:xfrm>
              <a:off x="7042395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6" name="rc6756"/>
            <p:cNvSpPr/>
            <p:nvPr/>
          </p:nvSpPr>
          <p:spPr>
            <a:xfrm>
              <a:off x="704239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7" name="rc6757"/>
            <p:cNvSpPr/>
            <p:nvPr/>
          </p:nvSpPr>
          <p:spPr>
            <a:xfrm>
              <a:off x="704239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8" name="rc6758"/>
            <p:cNvSpPr/>
            <p:nvPr/>
          </p:nvSpPr>
          <p:spPr>
            <a:xfrm>
              <a:off x="704239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9" name="rc6759"/>
            <p:cNvSpPr/>
            <p:nvPr/>
          </p:nvSpPr>
          <p:spPr>
            <a:xfrm>
              <a:off x="7042395" y="4587081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0" name="rc6760"/>
            <p:cNvSpPr/>
            <p:nvPr/>
          </p:nvSpPr>
          <p:spPr>
            <a:xfrm>
              <a:off x="704239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1" name="rc6761"/>
            <p:cNvSpPr/>
            <p:nvPr/>
          </p:nvSpPr>
          <p:spPr>
            <a:xfrm>
              <a:off x="704239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2" name="rc6762"/>
            <p:cNvSpPr/>
            <p:nvPr/>
          </p:nvSpPr>
          <p:spPr>
            <a:xfrm>
              <a:off x="704239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3" name="rc6763"/>
            <p:cNvSpPr/>
            <p:nvPr/>
          </p:nvSpPr>
          <p:spPr>
            <a:xfrm>
              <a:off x="7060732" y="3888581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4" name="rc6764"/>
            <p:cNvSpPr/>
            <p:nvPr/>
          </p:nvSpPr>
          <p:spPr>
            <a:xfrm>
              <a:off x="706073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5" name="rc6765"/>
            <p:cNvSpPr/>
            <p:nvPr/>
          </p:nvSpPr>
          <p:spPr>
            <a:xfrm>
              <a:off x="706073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6" name="rc6766"/>
            <p:cNvSpPr/>
            <p:nvPr/>
          </p:nvSpPr>
          <p:spPr>
            <a:xfrm>
              <a:off x="706073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7" name="rc6767"/>
            <p:cNvSpPr/>
            <p:nvPr/>
          </p:nvSpPr>
          <p:spPr>
            <a:xfrm>
              <a:off x="7060732" y="4587081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8" name="rc6768"/>
            <p:cNvSpPr/>
            <p:nvPr/>
          </p:nvSpPr>
          <p:spPr>
            <a:xfrm>
              <a:off x="706073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9" name="rc6769"/>
            <p:cNvSpPr/>
            <p:nvPr/>
          </p:nvSpPr>
          <p:spPr>
            <a:xfrm>
              <a:off x="706073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0" name="rc6770"/>
            <p:cNvSpPr/>
            <p:nvPr/>
          </p:nvSpPr>
          <p:spPr>
            <a:xfrm>
              <a:off x="706073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1" name="rc6771"/>
            <p:cNvSpPr/>
            <p:nvPr/>
          </p:nvSpPr>
          <p:spPr>
            <a:xfrm>
              <a:off x="7079069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2" name="rc6772"/>
            <p:cNvSpPr/>
            <p:nvPr/>
          </p:nvSpPr>
          <p:spPr>
            <a:xfrm>
              <a:off x="707906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3" name="rc6773"/>
            <p:cNvSpPr/>
            <p:nvPr/>
          </p:nvSpPr>
          <p:spPr>
            <a:xfrm>
              <a:off x="707906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4" name="rc6774"/>
            <p:cNvSpPr/>
            <p:nvPr/>
          </p:nvSpPr>
          <p:spPr>
            <a:xfrm>
              <a:off x="707906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5" name="rc6775"/>
            <p:cNvSpPr/>
            <p:nvPr/>
          </p:nvSpPr>
          <p:spPr>
            <a:xfrm>
              <a:off x="7079069" y="4587081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6" name="rc6776"/>
            <p:cNvSpPr/>
            <p:nvPr/>
          </p:nvSpPr>
          <p:spPr>
            <a:xfrm>
              <a:off x="707906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7" name="rc6777"/>
            <p:cNvSpPr/>
            <p:nvPr/>
          </p:nvSpPr>
          <p:spPr>
            <a:xfrm>
              <a:off x="707906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8" name="rc6778"/>
            <p:cNvSpPr/>
            <p:nvPr/>
          </p:nvSpPr>
          <p:spPr>
            <a:xfrm>
              <a:off x="707906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9" name="rc6779"/>
            <p:cNvSpPr/>
            <p:nvPr/>
          </p:nvSpPr>
          <p:spPr>
            <a:xfrm>
              <a:off x="7097406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0" name="rc6780"/>
            <p:cNvSpPr/>
            <p:nvPr/>
          </p:nvSpPr>
          <p:spPr>
            <a:xfrm>
              <a:off x="709740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1" name="rc6781"/>
            <p:cNvSpPr/>
            <p:nvPr/>
          </p:nvSpPr>
          <p:spPr>
            <a:xfrm>
              <a:off x="709740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2" name="rc6782"/>
            <p:cNvSpPr/>
            <p:nvPr/>
          </p:nvSpPr>
          <p:spPr>
            <a:xfrm>
              <a:off x="709740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3" name="rc6783"/>
            <p:cNvSpPr/>
            <p:nvPr/>
          </p:nvSpPr>
          <p:spPr>
            <a:xfrm>
              <a:off x="7097406" y="4587081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4" name="rc6784"/>
            <p:cNvSpPr/>
            <p:nvPr/>
          </p:nvSpPr>
          <p:spPr>
            <a:xfrm>
              <a:off x="709740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5" name="rc6785"/>
            <p:cNvSpPr/>
            <p:nvPr/>
          </p:nvSpPr>
          <p:spPr>
            <a:xfrm>
              <a:off x="709740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6" name="rc6786"/>
            <p:cNvSpPr/>
            <p:nvPr/>
          </p:nvSpPr>
          <p:spPr>
            <a:xfrm>
              <a:off x="709740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7" name="rc6787"/>
            <p:cNvSpPr/>
            <p:nvPr/>
          </p:nvSpPr>
          <p:spPr>
            <a:xfrm>
              <a:off x="7115744" y="3888581"/>
              <a:ext cx="18337" cy="174625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8" name="rc6788"/>
            <p:cNvSpPr/>
            <p:nvPr/>
          </p:nvSpPr>
          <p:spPr>
            <a:xfrm>
              <a:off x="711574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9" name="rc6789"/>
            <p:cNvSpPr/>
            <p:nvPr/>
          </p:nvSpPr>
          <p:spPr>
            <a:xfrm>
              <a:off x="711574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0" name="rc6790"/>
            <p:cNvSpPr/>
            <p:nvPr/>
          </p:nvSpPr>
          <p:spPr>
            <a:xfrm>
              <a:off x="711574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1" name="rc6791"/>
            <p:cNvSpPr/>
            <p:nvPr/>
          </p:nvSpPr>
          <p:spPr>
            <a:xfrm>
              <a:off x="7115744" y="458708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2" name="rc6792"/>
            <p:cNvSpPr/>
            <p:nvPr/>
          </p:nvSpPr>
          <p:spPr>
            <a:xfrm>
              <a:off x="711574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3" name="rc6793"/>
            <p:cNvSpPr/>
            <p:nvPr/>
          </p:nvSpPr>
          <p:spPr>
            <a:xfrm>
              <a:off x="711574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4" name="rc6794"/>
            <p:cNvSpPr/>
            <p:nvPr/>
          </p:nvSpPr>
          <p:spPr>
            <a:xfrm>
              <a:off x="7115744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5" name="rc6795"/>
            <p:cNvSpPr/>
            <p:nvPr/>
          </p:nvSpPr>
          <p:spPr>
            <a:xfrm>
              <a:off x="7134081" y="3888581"/>
              <a:ext cx="18337" cy="174625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6" name="rc6796"/>
            <p:cNvSpPr/>
            <p:nvPr/>
          </p:nvSpPr>
          <p:spPr>
            <a:xfrm>
              <a:off x="7134081" y="40632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7" name="rc6797"/>
            <p:cNvSpPr/>
            <p:nvPr/>
          </p:nvSpPr>
          <p:spPr>
            <a:xfrm>
              <a:off x="713408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8" name="rc6798"/>
            <p:cNvSpPr/>
            <p:nvPr/>
          </p:nvSpPr>
          <p:spPr>
            <a:xfrm>
              <a:off x="7134081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9" name="rc6799"/>
            <p:cNvSpPr/>
            <p:nvPr/>
          </p:nvSpPr>
          <p:spPr>
            <a:xfrm>
              <a:off x="7134081" y="4587081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0" name="rc6800"/>
            <p:cNvSpPr/>
            <p:nvPr/>
          </p:nvSpPr>
          <p:spPr>
            <a:xfrm>
              <a:off x="713408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1" name="rc6801"/>
            <p:cNvSpPr/>
            <p:nvPr/>
          </p:nvSpPr>
          <p:spPr>
            <a:xfrm>
              <a:off x="713408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2" name="rc6802"/>
            <p:cNvSpPr/>
            <p:nvPr/>
          </p:nvSpPr>
          <p:spPr>
            <a:xfrm>
              <a:off x="713408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3" name="rc6803"/>
            <p:cNvSpPr/>
            <p:nvPr/>
          </p:nvSpPr>
          <p:spPr>
            <a:xfrm>
              <a:off x="7152418" y="388858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4" name="rc6804"/>
            <p:cNvSpPr/>
            <p:nvPr/>
          </p:nvSpPr>
          <p:spPr>
            <a:xfrm>
              <a:off x="715241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5" name="rc6805"/>
            <p:cNvSpPr/>
            <p:nvPr/>
          </p:nvSpPr>
          <p:spPr>
            <a:xfrm>
              <a:off x="715241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6" name="rc6806"/>
            <p:cNvSpPr/>
            <p:nvPr/>
          </p:nvSpPr>
          <p:spPr>
            <a:xfrm>
              <a:off x="715241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7" name="rc6807"/>
            <p:cNvSpPr/>
            <p:nvPr/>
          </p:nvSpPr>
          <p:spPr>
            <a:xfrm>
              <a:off x="715241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8" name="rc6808"/>
            <p:cNvSpPr/>
            <p:nvPr/>
          </p:nvSpPr>
          <p:spPr>
            <a:xfrm>
              <a:off x="715241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9" name="rc6809"/>
            <p:cNvSpPr/>
            <p:nvPr/>
          </p:nvSpPr>
          <p:spPr>
            <a:xfrm>
              <a:off x="7152418" y="4936331"/>
              <a:ext cx="18337" cy="174625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0" name="rc6810"/>
            <p:cNvSpPr/>
            <p:nvPr/>
          </p:nvSpPr>
          <p:spPr>
            <a:xfrm>
              <a:off x="715241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1" name="rc6811"/>
            <p:cNvSpPr/>
            <p:nvPr/>
          </p:nvSpPr>
          <p:spPr>
            <a:xfrm>
              <a:off x="7170755" y="388858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2" name="rc6812"/>
            <p:cNvSpPr/>
            <p:nvPr/>
          </p:nvSpPr>
          <p:spPr>
            <a:xfrm>
              <a:off x="717075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3" name="rc6813"/>
            <p:cNvSpPr/>
            <p:nvPr/>
          </p:nvSpPr>
          <p:spPr>
            <a:xfrm>
              <a:off x="717075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4" name="rc6814"/>
            <p:cNvSpPr/>
            <p:nvPr/>
          </p:nvSpPr>
          <p:spPr>
            <a:xfrm>
              <a:off x="7170755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5" name="rc6815"/>
            <p:cNvSpPr/>
            <p:nvPr/>
          </p:nvSpPr>
          <p:spPr>
            <a:xfrm>
              <a:off x="717075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6" name="rc6816"/>
            <p:cNvSpPr/>
            <p:nvPr/>
          </p:nvSpPr>
          <p:spPr>
            <a:xfrm>
              <a:off x="717075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7" name="rc6817"/>
            <p:cNvSpPr/>
            <p:nvPr/>
          </p:nvSpPr>
          <p:spPr>
            <a:xfrm>
              <a:off x="717075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8" name="rc6818"/>
            <p:cNvSpPr/>
            <p:nvPr/>
          </p:nvSpPr>
          <p:spPr>
            <a:xfrm>
              <a:off x="7170755" y="5110956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9" name="rc6819"/>
            <p:cNvSpPr/>
            <p:nvPr/>
          </p:nvSpPr>
          <p:spPr>
            <a:xfrm>
              <a:off x="7189092" y="388858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0" name="rc6820"/>
            <p:cNvSpPr/>
            <p:nvPr/>
          </p:nvSpPr>
          <p:spPr>
            <a:xfrm>
              <a:off x="7189092" y="40632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1" name="rc6821"/>
            <p:cNvSpPr/>
            <p:nvPr/>
          </p:nvSpPr>
          <p:spPr>
            <a:xfrm>
              <a:off x="7189092" y="42378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2" name="rc6822"/>
            <p:cNvSpPr/>
            <p:nvPr/>
          </p:nvSpPr>
          <p:spPr>
            <a:xfrm>
              <a:off x="718909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3" name="rc6823"/>
            <p:cNvSpPr/>
            <p:nvPr/>
          </p:nvSpPr>
          <p:spPr>
            <a:xfrm>
              <a:off x="718909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4" name="rc6824"/>
            <p:cNvSpPr/>
            <p:nvPr/>
          </p:nvSpPr>
          <p:spPr>
            <a:xfrm>
              <a:off x="7189092" y="47617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5" name="rc6825"/>
            <p:cNvSpPr/>
            <p:nvPr/>
          </p:nvSpPr>
          <p:spPr>
            <a:xfrm>
              <a:off x="718909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6" name="rc6826"/>
            <p:cNvSpPr/>
            <p:nvPr/>
          </p:nvSpPr>
          <p:spPr>
            <a:xfrm>
              <a:off x="718909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7" name="rc6827"/>
            <p:cNvSpPr/>
            <p:nvPr/>
          </p:nvSpPr>
          <p:spPr>
            <a:xfrm>
              <a:off x="7207429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8" name="rc6828"/>
            <p:cNvSpPr/>
            <p:nvPr/>
          </p:nvSpPr>
          <p:spPr>
            <a:xfrm>
              <a:off x="720742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9" name="rc6829"/>
            <p:cNvSpPr/>
            <p:nvPr/>
          </p:nvSpPr>
          <p:spPr>
            <a:xfrm>
              <a:off x="720742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0" name="rc6830"/>
            <p:cNvSpPr/>
            <p:nvPr/>
          </p:nvSpPr>
          <p:spPr>
            <a:xfrm>
              <a:off x="720742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1" name="rc6831"/>
            <p:cNvSpPr/>
            <p:nvPr/>
          </p:nvSpPr>
          <p:spPr>
            <a:xfrm>
              <a:off x="720742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2" name="rc6832"/>
            <p:cNvSpPr/>
            <p:nvPr/>
          </p:nvSpPr>
          <p:spPr>
            <a:xfrm>
              <a:off x="7207429" y="47617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3" name="rc6833"/>
            <p:cNvSpPr/>
            <p:nvPr/>
          </p:nvSpPr>
          <p:spPr>
            <a:xfrm>
              <a:off x="720742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4" name="rc6834"/>
            <p:cNvSpPr/>
            <p:nvPr/>
          </p:nvSpPr>
          <p:spPr>
            <a:xfrm>
              <a:off x="720742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5" name="rc6835"/>
            <p:cNvSpPr/>
            <p:nvPr/>
          </p:nvSpPr>
          <p:spPr>
            <a:xfrm>
              <a:off x="7225767" y="3888581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6" name="rc6836"/>
            <p:cNvSpPr/>
            <p:nvPr/>
          </p:nvSpPr>
          <p:spPr>
            <a:xfrm>
              <a:off x="722576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7" name="rc6837"/>
            <p:cNvSpPr/>
            <p:nvPr/>
          </p:nvSpPr>
          <p:spPr>
            <a:xfrm>
              <a:off x="7225767" y="4237831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8" name="rc6838"/>
            <p:cNvSpPr/>
            <p:nvPr/>
          </p:nvSpPr>
          <p:spPr>
            <a:xfrm>
              <a:off x="7225767" y="441245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9" name="rc6839"/>
            <p:cNvSpPr/>
            <p:nvPr/>
          </p:nvSpPr>
          <p:spPr>
            <a:xfrm>
              <a:off x="722576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0" name="rc6840"/>
            <p:cNvSpPr/>
            <p:nvPr/>
          </p:nvSpPr>
          <p:spPr>
            <a:xfrm>
              <a:off x="7225767" y="476170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1" name="rc6841"/>
            <p:cNvSpPr/>
            <p:nvPr/>
          </p:nvSpPr>
          <p:spPr>
            <a:xfrm>
              <a:off x="722576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2" name="rc6842"/>
            <p:cNvSpPr/>
            <p:nvPr/>
          </p:nvSpPr>
          <p:spPr>
            <a:xfrm>
              <a:off x="722576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3" name="rc6843"/>
            <p:cNvSpPr/>
            <p:nvPr/>
          </p:nvSpPr>
          <p:spPr>
            <a:xfrm>
              <a:off x="7244104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4" name="rc6844"/>
            <p:cNvSpPr/>
            <p:nvPr/>
          </p:nvSpPr>
          <p:spPr>
            <a:xfrm>
              <a:off x="724410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5" name="rc6845"/>
            <p:cNvSpPr/>
            <p:nvPr/>
          </p:nvSpPr>
          <p:spPr>
            <a:xfrm>
              <a:off x="724410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6" name="rc6846"/>
            <p:cNvSpPr/>
            <p:nvPr/>
          </p:nvSpPr>
          <p:spPr>
            <a:xfrm>
              <a:off x="7244104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7" name="rc6847"/>
            <p:cNvSpPr/>
            <p:nvPr/>
          </p:nvSpPr>
          <p:spPr>
            <a:xfrm>
              <a:off x="724410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8" name="rc6848"/>
            <p:cNvSpPr/>
            <p:nvPr/>
          </p:nvSpPr>
          <p:spPr>
            <a:xfrm>
              <a:off x="7244104" y="476170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9" name="rc6849"/>
            <p:cNvSpPr/>
            <p:nvPr/>
          </p:nvSpPr>
          <p:spPr>
            <a:xfrm>
              <a:off x="724410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0" name="rc6850"/>
            <p:cNvSpPr/>
            <p:nvPr/>
          </p:nvSpPr>
          <p:spPr>
            <a:xfrm>
              <a:off x="724410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1" name="rc6851"/>
            <p:cNvSpPr/>
            <p:nvPr/>
          </p:nvSpPr>
          <p:spPr>
            <a:xfrm>
              <a:off x="7262441" y="3888581"/>
              <a:ext cx="18337" cy="174625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2" name="rc6852"/>
            <p:cNvSpPr/>
            <p:nvPr/>
          </p:nvSpPr>
          <p:spPr>
            <a:xfrm>
              <a:off x="7262441" y="406320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3" name="rc6853"/>
            <p:cNvSpPr/>
            <p:nvPr/>
          </p:nvSpPr>
          <p:spPr>
            <a:xfrm>
              <a:off x="726244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4" name="rc6854"/>
            <p:cNvSpPr/>
            <p:nvPr/>
          </p:nvSpPr>
          <p:spPr>
            <a:xfrm>
              <a:off x="7262441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5" name="rc6855"/>
            <p:cNvSpPr/>
            <p:nvPr/>
          </p:nvSpPr>
          <p:spPr>
            <a:xfrm>
              <a:off x="726244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6" name="rc6856"/>
            <p:cNvSpPr/>
            <p:nvPr/>
          </p:nvSpPr>
          <p:spPr>
            <a:xfrm>
              <a:off x="726244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7" name="rc6857"/>
            <p:cNvSpPr/>
            <p:nvPr/>
          </p:nvSpPr>
          <p:spPr>
            <a:xfrm>
              <a:off x="726244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8" name="rc6858"/>
            <p:cNvSpPr/>
            <p:nvPr/>
          </p:nvSpPr>
          <p:spPr>
            <a:xfrm>
              <a:off x="7262441" y="511095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9" name="rc6859"/>
            <p:cNvSpPr/>
            <p:nvPr/>
          </p:nvSpPr>
          <p:spPr>
            <a:xfrm>
              <a:off x="7280778" y="3888581"/>
              <a:ext cx="18337" cy="174625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0" name="rc6860"/>
            <p:cNvSpPr/>
            <p:nvPr/>
          </p:nvSpPr>
          <p:spPr>
            <a:xfrm>
              <a:off x="7280778" y="4063206"/>
              <a:ext cx="18337" cy="174625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1" name="rc6861"/>
            <p:cNvSpPr/>
            <p:nvPr/>
          </p:nvSpPr>
          <p:spPr>
            <a:xfrm>
              <a:off x="728077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2" name="rc6862"/>
            <p:cNvSpPr/>
            <p:nvPr/>
          </p:nvSpPr>
          <p:spPr>
            <a:xfrm>
              <a:off x="728077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3" name="rc6863"/>
            <p:cNvSpPr/>
            <p:nvPr/>
          </p:nvSpPr>
          <p:spPr>
            <a:xfrm>
              <a:off x="728077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4" name="rc6864"/>
            <p:cNvSpPr/>
            <p:nvPr/>
          </p:nvSpPr>
          <p:spPr>
            <a:xfrm>
              <a:off x="728077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5" name="rc6865"/>
            <p:cNvSpPr/>
            <p:nvPr/>
          </p:nvSpPr>
          <p:spPr>
            <a:xfrm>
              <a:off x="728077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6" name="rc6866"/>
            <p:cNvSpPr/>
            <p:nvPr/>
          </p:nvSpPr>
          <p:spPr>
            <a:xfrm>
              <a:off x="728077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7" name="rc6867"/>
            <p:cNvSpPr/>
            <p:nvPr/>
          </p:nvSpPr>
          <p:spPr>
            <a:xfrm>
              <a:off x="7299115" y="3888581"/>
              <a:ext cx="18337" cy="174625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8" name="rc6868"/>
            <p:cNvSpPr/>
            <p:nvPr/>
          </p:nvSpPr>
          <p:spPr>
            <a:xfrm>
              <a:off x="729911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9" name="rc6869"/>
            <p:cNvSpPr/>
            <p:nvPr/>
          </p:nvSpPr>
          <p:spPr>
            <a:xfrm>
              <a:off x="7299115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0" name="rc6870"/>
            <p:cNvSpPr/>
            <p:nvPr/>
          </p:nvSpPr>
          <p:spPr>
            <a:xfrm>
              <a:off x="729911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1" name="rc6871"/>
            <p:cNvSpPr/>
            <p:nvPr/>
          </p:nvSpPr>
          <p:spPr>
            <a:xfrm>
              <a:off x="729911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2" name="rc6872"/>
            <p:cNvSpPr/>
            <p:nvPr/>
          </p:nvSpPr>
          <p:spPr>
            <a:xfrm>
              <a:off x="729911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3" name="rc6873"/>
            <p:cNvSpPr/>
            <p:nvPr/>
          </p:nvSpPr>
          <p:spPr>
            <a:xfrm>
              <a:off x="729911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4" name="rc6874"/>
            <p:cNvSpPr/>
            <p:nvPr/>
          </p:nvSpPr>
          <p:spPr>
            <a:xfrm>
              <a:off x="729911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5" name="rc6875"/>
            <p:cNvSpPr/>
            <p:nvPr/>
          </p:nvSpPr>
          <p:spPr>
            <a:xfrm>
              <a:off x="7317453" y="3888581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6" name="rc6876"/>
            <p:cNvSpPr/>
            <p:nvPr/>
          </p:nvSpPr>
          <p:spPr>
            <a:xfrm>
              <a:off x="731745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7" name="rc6877"/>
            <p:cNvSpPr/>
            <p:nvPr/>
          </p:nvSpPr>
          <p:spPr>
            <a:xfrm>
              <a:off x="731745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8" name="rc6878"/>
            <p:cNvSpPr/>
            <p:nvPr/>
          </p:nvSpPr>
          <p:spPr>
            <a:xfrm>
              <a:off x="731745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9" name="rc6879"/>
            <p:cNvSpPr/>
            <p:nvPr/>
          </p:nvSpPr>
          <p:spPr>
            <a:xfrm>
              <a:off x="731745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0" name="rc6880"/>
            <p:cNvSpPr/>
            <p:nvPr/>
          </p:nvSpPr>
          <p:spPr>
            <a:xfrm>
              <a:off x="731745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1" name="rc6881"/>
            <p:cNvSpPr/>
            <p:nvPr/>
          </p:nvSpPr>
          <p:spPr>
            <a:xfrm>
              <a:off x="731745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2" name="rc6882"/>
            <p:cNvSpPr/>
            <p:nvPr/>
          </p:nvSpPr>
          <p:spPr>
            <a:xfrm>
              <a:off x="731745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3" name="rc6883"/>
            <p:cNvSpPr/>
            <p:nvPr/>
          </p:nvSpPr>
          <p:spPr>
            <a:xfrm>
              <a:off x="7335790" y="3888581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4" name="rc6884"/>
            <p:cNvSpPr/>
            <p:nvPr/>
          </p:nvSpPr>
          <p:spPr>
            <a:xfrm>
              <a:off x="733579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5" name="rc6885"/>
            <p:cNvSpPr/>
            <p:nvPr/>
          </p:nvSpPr>
          <p:spPr>
            <a:xfrm>
              <a:off x="733579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6" name="rc6886"/>
            <p:cNvSpPr/>
            <p:nvPr/>
          </p:nvSpPr>
          <p:spPr>
            <a:xfrm>
              <a:off x="733579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7" name="rc6887"/>
            <p:cNvSpPr/>
            <p:nvPr/>
          </p:nvSpPr>
          <p:spPr>
            <a:xfrm>
              <a:off x="733579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8" name="rc6888"/>
            <p:cNvSpPr/>
            <p:nvPr/>
          </p:nvSpPr>
          <p:spPr>
            <a:xfrm>
              <a:off x="733579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9" name="rc6889"/>
            <p:cNvSpPr/>
            <p:nvPr/>
          </p:nvSpPr>
          <p:spPr>
            <a:xfrm>
              <a:off x="733579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0" name="rc6890"/>
            <p:cNvSpPr/>
            <p:nvPr/>
          </p:nvSpPr>
          <p:spPr>
            <a:xfrm>
              <a:off x="733579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1" name="rc6891"/>
            <p:cNvSpPr/>
            <p:nvPr/>
          </p:nvSpPr>
          <p:spPr>
            <a:xfrm>
              <a:off x="7354127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2" name="rc6892"/>
            <p:cNvSpPr/>
            <p:nvPr/>
          </p:nvSpPr>
          <p:spPr>
            <a:xfrm>
              <a:off x="735412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3" name="rc6893"/>
            <p:cNvSpPr/>
            <p:nvPr/>
          </p:nvSpPr>
          <p:spPr>
            <a:xfrm>
              <a:off x="735412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4" name="rc6894"/>
            <p:cNvSpPr/>
            <p:nvPr/>
          </p:nvSpPr>
          <p:spPr>
            <a:xfrm>
              <a:off x="735412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5" name="rc6895"/>
            <p:cNvSpPr/>
            <p:nvPr/>
          </p:nvSpPr>
          <p:spPr>
            <a:xfrm>
              <a:off x="735412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6" name="rc6896"/>
            <p:cNvSpPr/>
            <p:nvPr/>
          </p:nvSpPr>
          <p:spPr>
            <a:xfrm>
              <a:off x="735412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7" name="rc6897"/>
            <p:cNvSpPr/>
            <p:nvPr/>
          </p:nvSpPr>
          <p:spPr>
            <a:xfrm>
              <a:off x="735412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8" name="rc6898"/>
            <p:cNvSpPr/>
            <p:nvPr/>
          </p:nvSpPr>
          <p:spPr>
            <a:xfrm>
              <a:off x="735412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9" name="rc6899"/>
            <p:cNvSpPr/>
            <p:nvPr/>
          </p:nvSpPr>
          <p:spPr>
            <a:xfrm>
              <a:off x="7372464" y="3888581"/>
              <a:ext cx="18337" cy="174625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0" name="rc6900"/>
            <p:cNvSpPr/>
            <p:nvPr/>
          </p:nvSpPr>
          <p:spPr>
            <a:xfrm>
              <a:off x="7372464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1" name="rc6901"/>
            <p:cNvSpPr/>
            <p:nvPr/>
          </p:nvSpPr>
          <p:spPr>
            <a:xfrm>
              <a:off x="7372464" y="423783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2" name="rc6902"/>
            <p:cNvSpPr/>
            <p:nvPr/>
          </p:nvSpPr>
          <p:spPr>
            <a:xfrm>
              <a:off x="7372464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3" name="rc6903"/>
            <p:cNvSpPr/>
            <p:nvPr/>
          </p:nvSpPr>
          <p:spPr>
            <a:xfrm>
              <a:off x="737246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4" name="rc6904"/>
            <p:cNvSpPr/>
            <p:nvPr/>
          </p:nvSpPr>
          <p:spPr>
            <a:xfrm>
              <a:off x="737246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5" name="rc6905"/>
            <p:cNvSpPr/>
            <p:nvPr/>
          </p:nvSpPr>
          <p:spPr>
            <a:xfrm>
              <a:off x="737246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6" name="rc6906"/>
            <p:cNvSpPr/>
            <p:nvPr/>
          </p:nvSpPr>
          <p:spPr>
            <a:xfrm>
              <a:off x="737246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7" name="rc6907"/>
            <p:cNvSpPr/>
            <p:nvPr/>
          </p:nvSpPr>
          <p:spPr>
            <a:xfrm>
              <a:off x="7390801" y="3888581"/>
              <a:ext cx="18337" cy="174625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8" name="rc6908"/>
            <p:cNvSpPr/>
            <p:nvPr/>
          </p:nvSpPr>
          <p:spPr>
            <a:xfrm>
              <a:off x="739080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9" name="rc6909"/>
            <p:cNvSpPr/>
            <p:nvPr/>
          </p:nvSpPr>
          <p:spPr>
            <a:xfrm>
              <a:off x="739080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0" name="rc6910"/>
            <p:cNvSpPr/>
            <p:nvPr/>
          </p:nvSpPr>
          <p:spPr>
            <a:xfrm>
              <a:off x="739080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1" name="rc6911"/>
            <p:cNvSpPr/>
            <p:nvPr/>
          </p:nvSpPr>
          <p:spPr>
            <a:xfrm>
              <a:off x="7390801" y="45870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2" name="rc6912"/>
            <p:cNvSpPr/>
            <p:nvPr/>
          </p:nvSpPr>
          <p:spPr>
            <a:xfrm>
              <a:off x="739080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3" name="rc6913"/>
            <p:cNvSpPr/>
            <p:nvPr/>
          </p:nvSpPr>
          <p:spPr>
            <a:xfrm>
              <a:off x="739080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4" name="rc6914"/>
            <p:cNvSpPr/>
            <p:nvPr/>
          </p:nvSpPr>
          <p:spPr>
            <a:xfrm>
              <a:off x="739080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5" name="rc6915"/>
            <p:cNvSpPr/>
            <p:nvPr/>
          </p:nvSpPr>
          <p:spPr>
            <a:xfrm>
              <a:off x="7409139" y="3888581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6" name="rc6916"/>
            <p:cNvSpPr/>
            <p:nvPr/>
          </p:nvSpPr>
          <p:spPr>
            <a:xfrm>
              <a:off x="740913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7" name="rc6917"/>
            <p:cNvSpPr/>
            <p:nvPr/>
          </p:nvSpPr>
          <p:spPr>
            <a:xfrm>
              <a:off x="740913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8" name="rc6918"/>
            <p:cNvSpPr/>
            <p:nvPr/>
          </p:nvSpPr>
          <p:spPr>
            <a:xfrm>
              <a:off x="740913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9" name="rc6919"/>
            <p:cNvSpPr/>
            <p:nvPr/>
          </p:nvSpPr>
          <p:spPr>
            <a:xfrm>
              <a:off x="740913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0" name="rc6920"/>
            <p:cNvSpPr/>
            <p:nvPr/>
          </p:nvSpPr>
          <p:spPr>
            <a:xfrm>
              <a:off x="740913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1" name="rc6921"/>
            <p:cNvSpPr/>
            <p:nvPr/>
          </p:nvSpPr>
          <p:spPr>
            <a:xfrm>
              <a:off x="740913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2" name="rc6922"/>
            <p:cNvSpPr/>
            <p:nvPr/>
          </p:nvSpPr>
          <p:spPr>
            <a:xfrm>
              <a:off x="740913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3" name="rc6923"/>
            <p:cNvSpPr/>
            <p:nvPr/>
          </p:nvSpPr>
          <p:spPr>
            <a:xfrm>
              <a:off x="7427476" y="3888581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4" name="rc6924"/>
            <p:cNvSpPr/>
            <p:nvPr/>
          </p:nvSpPr>
          <p:spPr>
            <a:xfrm>
              <a:off x="742747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5" name="rc6925"/>
            <p:cNvSpPr/>
            <p:nvPr/>
          </p:nvSpPr>
          <p:spPr>
            <a:xfrm>
              <a:off x="742747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6" name="rc6926"/>
            <p:cNvSpPr/>
            <p:nvPr/>
          </p:nvSpPr>
          <p:spPr>
            <a:xfrm>
              <a:off x="742747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7" name="rc6927"/>
            <p:cNvSpPr/>
            <p:nvPr/>
          </p:nvSpPr>
          <p:spPr>
            <a:xfrm>
              <a:off x="742747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8" name="rc6928"/>
            <p:cNvSpPr/>
            <p:nvPr/>
          </p:nvSpPr>
          <p:spPr>
            <a:xfrm>
              <a:off x="742747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9" name="rc6929"/>
            <p:cNvSpPr/>
            <p:nvPr/>
          </p:nvSpPr>
          <p:spPr>
            <a:xfrm>
              <a:off x="742747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0" name="rc6930"/>
            <p:cNvSpPr/>
            <p:nvPr/>
          </p:nvSpPr>
          <p:spPr>
            <a:xfrm>
              <a:off x="7427476" y="51109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1" name="rc6931"/>
            <p:cNvSpPr/>
            <p:nvPr/>
          </p:nvSpPr>
          <p:spPr>
            <a:xfrm>
              <a:off x="7445813" y="3888581"/>
              <a:ext cx="18337" cy="174625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2" name="rc6932"/>
            <p:cNvSpPr/>
            <p:nvPr/>
          </p:nvSpPr>
          <p:spPr>
            <a:xfrm>
              <a:off x="744581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3" name="rc6933"/>
            <p:cNvSpPr/>
            <p:nvPr/>
          </p:nvSpPr>
          <p:spPr>
            <a:xfrm>
              <a:off x="744581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4" name="rc6934"/>
            <p:cNvSpPr/>
            <p:nvPr/>
          </p:nvSpPr>
          <p:spPr>
            <a:xfrm>
              <a:off x="7445813" y="4412456"/>
              <a:ext cx="18337" cy="174625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5" name="rc6935"/>
            <p:cNvSpPr/>
            <p:nvPr/>
          </p:nvSpPr>
          <p:spPr>
            <a:xfrm>
              <a:off x="744581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6" name="rc6936"/>
            <p:cNvSpPr/>
            <p:nvPr/>
          </p:nvSpPr>
          <p:spPr>
            <a:xfrm>
              <a:off x="744581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7" name="rc6937"/>
            <p:cNvSpPr/>
            <p:nvPr/>
          </p:nvSpPr>
          <p:spPr>
            <a:xfrm>
              <a:off x="7445813" y="4936331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8" name="rc6938"/>
            <p:cNvSpPr/>
            <p:nvPr/>
          </p:nvSpPr>
          <p:spPr>
            <a:xfrm>
              <a:off x="744581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9" name="rc6939"/>
            <p:cNvSpPr/>
            <p:nvPr/>
          </p:nvSpPr>
          <p:spPr>
            <a:xfrm>
              <a:off x="7464150" y="3888581"/>
              <a:ext cx="18337" cy="174625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0" name="rc6940"/>
            <p:cNvSpPr/>
            <p:nvPr/>
          </p:nvSpPr>
          <p:spPr>
            <a:xfrm>
              <a:off x="746415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1" name="rc6941"/>
            <p:cNvSpPr/>
            <p:nvPr/>
          </p:nvSpPr>
          <p:spPr>
            <a:xfrm>
              <a:off x="746415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2" name="rc6942"/>
            <p:cNvSpPr/>
            <p:nvPr/>
          </p:nvSpPr>
          <p:spPr>
            <a:xfrm>
              <a:off x="7464150" y="441245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3" name="rc6943"/>
            <p:cNvSpPr/>
            <p:nvPr/>
          </p:nvSpPr>
          <p:spPr>
            <a:xfrm>
              <a:off x="746415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4" name="rc6944"/>
            <p:cNvSpPr/>
            <p:nvPr/>
          </p:nvSpPr>
          <p:spPr>
            <a:xfrm>
              <a:off x="746415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5" name="rc6945"/>
            <p:cNvSpPr/>
            <p:nvPr/>
          </p:nvSpPr>
          <p:spPr>
            <a:xfrm>
              <a:off x="746415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6" name="rc6946"/>
            <p:cNvSpPr/>
            <p:nvPr/>
          </p:nvSpPr>
          <p:spPr>
            <a:xfrm>
              <a:off x="746415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7" name="rc6947"/>
            <p:cNvSpPr/>
            <p:nvPr/>
          </p:nvSpPr>
          <p:spPr>
            <a:xfrm>
              <a:off x="7482487" y="3888581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8" name="rc6948"/>
            <p:cNvSpPr/>
            <p:nvPr/>
          </p:nvSpPr>
          <p:spPr>
            <a:xfrm>
              <a:off x="748248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9" name="rc6949"/>
            <p:cNvSpPr/>
            <p:nvPr/>
          </p:nvSpPr>
          <p:spPr>
            <a:xfrm>
              <a:off x="748248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0" name="rc6950"/>
            <p:cNvSpPr/>
            <p:nvPr/>
          </p:nvSpPr>
          <p:spPr>
            <a:xfrm>
              <a:off x="7482487" y="441245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1" name="rc6951"/>
            <p:cNvSpPr/>
            <p:nvPr/>
          </p:nvSpPr>
          <p:spPr>
            <a:xfrm>
              <a:off x="748248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2" name="rc6952"/>
            <p:cNvSpPr/>
            <p:nvPr/>
          </p:nvSpPr>
          <p:spPr>
            <a:xfrm>
              <a:off x="748248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3" name="rc6953"/>
            <p:cNvSpPr/>
            <p:nvPr/>
          </p:nvSpPr>
          <p:spPr>
            <a:xfrm>
              <a:off x="748248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4" name="rc6954"/>
            <p:cNvSpPr/>
            <p:nvPr/>
          </p:nvSpPr>
          <p:spPr>
            <a:xfrm>
              <a:off x="748248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5" name="rc6955"/>
            <p:cNvSpPr/>
            <p:nvPr/>
          </p:nvSpPr>
          <p:spPr>
            <a:xfrm>
              <a:off x="7500825" y="3888581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6" name="rc6956"/>
            <p:cNvSpPr/>
            <p:nvPr/>
          </p:nvSpPr>
          <p:spPr>
            <a:xfrm>
              <a:off x="7500825" y="406320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7" name="rc6957"/>
            <p:cNvSpPr/>
            <p:nvPr/>
          </p:nvSpPr>
          <p:spPr>
            <a:xfrm>
              <a:off x="750082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8" name="rc6958"/>
            <p:cNvSpPr/>
            <p:nvPr/>
          </p:nvSpPr>
          <p:spPr>
            <a:xfrm>
              <a:off x="7500825" y="4412456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9" name="rc6959"/>
            <p:cNvSpPr/>
            <p:nvPr/>
          </p:nvSpPr>
          <p:spPr>
            <a:xfrm>
              <a:off x="750082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0" name="rc6960"/>
            <p:cNvSpPr/>
            <p:nvPr/>
          </p:nvSpPr>
          <p:spPr>
            <a:xfrm>
              <a:off x="750082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1" name="rc6961"/>
            <p:cNvSpPr/>
            <p:nvPr/>
          </p:nvSpPr>
          <p:spPr>
            <a:xfrm>
              <a:off x="750082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2" name="rc6962"/>
            <p:cNvSpPr/>
            <p:nvPr/>
          </p:nvSpPr>
          <p:spPr>
            <a:xfrm>
              <a:off x="750082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3" name="rc6963"/>
            <p:cNvSpPr/>
            <p:nvPr/>
          </p:nvSpPr>
          <p:spPr>
            <a:xfrm>
              <a:off x="7519162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4" name="rc6964"/>
            <p:cNvSpPr/>
            <p:nvPr/>
          </p:nvSpPr>
          <p:spPr>
            <a:xfrm>
              <a:off x="751916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5" name="rc6965"/>
            <p:cNvSpPr/>
            <p:nvPr/>
          </p:nvSpPr>
          <p:spPr>
            <a:xfrm>
              <a:off x="751916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6" name="rc6966"/>
            <p:cNvSpPr/>
            <p:nvPr/>
          </p:nvSpPr>
          <p:spPr>
            <a:xfrm>
              <a:off x="7519162" y="441245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7" name="rc6967"/>
            <p:cNvSpPr/>
            <p:nvPr/>
          </p:nvSpPr>
          <p:spPr>
            <a:xfrm>
              <a:off x="751916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8" name="rc6968"/>
            <p:cNvSpPr/>
            <p:nvPr/>
          </p:nvSpPr>
          <p:spPr>
            <a:xfrm>
              <a:off x="751916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9" name="rc6969"/>
            <p:cNvSpPr/>
            <p:nvPr/>
          </p:nvSpPr>
          <p:spPr>
            <a:xfrm>
              <a:off x="751916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0" name="rc6970"/>
            <p:cNvSpPr/>
            <p:nvPr/>
          </p:nvSpPr>
          <p:spPr>
            <a:xfrm>
              <a:off x="751916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1" name="rc6971"/>
            <p:cNvSpPr/>
            <p:nvPr/>
          </p:nvSpPr>
          <p:spPr>
            <a:xfrm>
              <a:off x="7537499" y="3888581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2" name="rc6972"/>
            <p:cNvSpPr/>
            <p:nvPr/>
          </p:nvSpPr>
          <p:spPr>
            <a:xfrm>
              <a:off x="753749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3" name="rc6973"/>
            <p:cNvSpPr/>
            <p:nvPr/>
          </p:nvSpPr>
          <p:spPr>
            <a:xfrm>
              <a:off x="753749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4" name="rc6974"/>
            <p:cNvSpPr/>
            <p:nvPr/>
          </p:nvSpPr>
          <p:spPr>
            <a:xfrm>
              <a:off x="7537499" y="441245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5" name="rc6975"/>
            <p:cNvSpPr/>
            <p:nvPr/>
          </p:nvSpPr>
          <p:spPr>
            <a:xfrm>
              <a:off x="753749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6" name="rc6976"/>
            <p:cNvSpPr/>
            <p:nvPr/>
          </p:nvSpPr>
          <p:spPr>
            <a:xfrm>
              <a:off x="753749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7" name="rc6977"/>
            <p:cNvSpPr/>
            <p:nvPr/>
          </p:nvSpPr>
          <p:spPr>
            <a:xfrm>
              <a:off x="753749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8" name="rc6978"/>
            <p:cNvSpPr/>
            <p:nvPr/>
          </p:nvSpPr>
          <p:spPr>
            <a:xfrm>
              <a:off x="753749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9" name="rc6979"/>
            <p:cNvSpPr/>
            <p:nvPr/>
          </p:nvSpPr>
          <p:spPr>
            <a:xfrm>
              <a:off x="7555836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0" name="rc6980"/>
            <p:cNvSpPr/>
            <p:nvPr/>
          </p:nvSpPr>
          <p:spPr>
            <a:xfrm>
              <a:off x="755583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1" name="rc6981"/>
            <p:cNvSpPr/>
            <p:nvPr/>
          </p:nvSpPr>
          <p:spPr>
            <a:xfrm>
              <a:off x="7555836" y="4237831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2" name="rc6982"/>
            <p:cNvSpPr/>
            <p:nvPr/>
          </p:nvSpPr>
          <p:spPr>
            <a:xfrm>
              <a:off x="755583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3" name="rc6983"/>
            <p:cNvSpPr/>
            <p:nvPr/>
          </p:nvSpPr>
          <p:spPr>
            <a:xfrm>
              <a:off x="755583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4" name="rc6984"/>
            <p:cNvSpPr/>
            <p:nvPr/>
          </p:nvSpPr>
          <p:spPr>
            <a:xfrm>
              <a:off x="755583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5" name="rc6985"/>
            <p:cNvSpPr/>
            <p:nvPr/>
          </p:nvSpPr>
          <p:spPr>
            <a:xfrm>
              <a:off x="755583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6" name="rc6986"/>
            <p:cNvSpPr/>
            <p:nvPr/>
          </p:nvSpPr>
          <p:spPr>
            <a:xfrm>
              <a:off x="755583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7" name="rc6987"/>
            <p:cNvSpPr/>
            <p:nvPr/>
          </p:nvSpPr>
          <p:spPr>
            <a:xfrm>
              <a:off x="7574173" y="3888581"/>
              <a:ext cx="18337" cy="174625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8" name="rc6988"/>
            <p:cNvSpPr/>
            <p:nvPr/>
          </p:nvSpPr>
          <p:spPr>
            <a:xfrm>
              <a:off x="757417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9" name="rc6989"/>
            <p:cNvSpPr/>
            <p:nvPr/>
          </p:nvSpPr>
          <p:spPr>
            <a:xfrm>
              <a:off x="7574173" y="4237831"/>
              <a:ext cx="18337" cy="174625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0" name="rc6990"/>
            <p:cNvSpPr/>
            <p:nvPr/>
          </p:nvSpPr>
          <p:spPr>
            <a:xfrm>
              <a:off x="757417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1" name="rc6991"/>
            <p:cNvSpPr/>
            <p:nvPr/>
          </p:nvSpPr>
          <p:spPr>
            <a:xfrm>
              <a:off x="757417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2" name="rc6992"/>
            <p:cNvSpPr/>
            <p:nvPr/>
          </p:nvSpPr>
          <p:spPr>
            <a:xfrm>
              <a:off x="757417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3" name="rc6993"/>
            <p:cNvSpPr/>
            <p:nvPr/>
          </p:nvSpPr>
          <p:spPr>
            <a:xfrm>
              <a:off x="757417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4" name="rc6994"/>
            <p:cNvSpPr/>
            <p:nvPr/>
          </p:nvSpPr>
          <p:spPr>
            <a:xfrm>
              <a:off x="757417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5" name="rc6995"/>
            <p:cNvSpPr/>
            <p:nvPr/>
          </p:nvSpPr>
          <p:spPr>
            <a:xfrm>
              <a:off x="7592510" y="3888581"/>
              <a:ext cx="18337" cy="174625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6" name="rc6996"/>
            <p:cNvSpPr/>
            <p:nvPr/>
          </p:nvSpPr>
          <p:spPr>
            <a:xfrm>
              <a:off x="759251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7" name="rc6997"/>
            <p:cNvSpPr/>
            <p:nvPr/>
          </p:nvSpPr>
          <p:spPr>
            <a:xfrm>
              <a:off x="7592510" y="4237831"/>
              <a:ext cx="18337" cy="174625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8" name="rc6998"/>
            <p:cNvSpPr/>
            <p:nvPr/>
          </p:nvSpPr>
          <p:spPr>
            <a:xfrm>
              <a:off x="759251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9" name="rc6999"/>
            <p:cNvSpPr/>
            <p:nvPr/>
          </p:nvSpPr>
          <p:spPr>
            <a:xfrm>
              <a:off x="759251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0" name="rc7000"/>
            <p:cNvSpPr/>
            <p:nvPr/>
          </p:nvSpPr>
          <p:spPr>
            <a:xfrm>
              <a:off x="759251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1" name="rc7001"/>
            <p:cNvSpPr/>
            <p:nvPr/>
          </p:nvSpPr>
          <p:spPr>
            <a:xfrm>
              <a:off x="759251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2" name="rc7002"/>
            <p:cNvSpPr/>
            <p:nvPr/>
          </p:nvSpPr>
          <p:spPr>
            <a:xfrm>
              <a:off x="759251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3" name="rc7003"/>
            <p:cNvSpPr/>
            <p:nvPr/>
          </p:nvSpPr>
          <p:spPr>
            <a:xfrm>
              <a:off x="7610848" y="3888581"/>
              <a:ext cx="18337" cy="174625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4" name="rc7004"/>
            <p:cNvSpPr/>
            <p:nvPr/>
          </p:nvSpPr>
          <p:spPr>
            <a:xfrm>
              <a:off x="7610848" y="406320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5" name="rc7005"/>
            <p:cNvSpPr/>
            <p:nvPr/>
          </p:nvSpPr>
          <p:spPr>
            <a:xfrm>
              <a:off x="7610848" y="4237831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6" name="rc7006"/>
            <p:cNvSpPr/>
            <p:nvPr/>
          </p:nvSpPr>
          <p:spPr>
            <a:xfrm>
              <a:off x="761084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7" name="rc7007"/>
            <p:cNvSpPr/>
            <p:nvPr/>
          </p:nvSpPr>
          <p:spPr>
            <a:xfrm>
              <a:off x="761084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8" name="rc7008"/>
            <p:cNvSpPr/>
            <p:nvPr/>
          </p:nvSpPr>
          <p:spPr>
            <a:xfrm>
              <a:off x="76108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9" name="rc7009"/>
            <p:cNvSpPr/>
            <p:nvPr/>
          </p:nvSpPr>
          <p:spPr>
            <a:xfrm>
              <a:off x="76108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0" name="rc7010"/>
            <p:cNvSpPr/>
            <p:nvPr/>
          </p:nvSpPr>
          <p:spPr>
            <a:xfrm>
              <a:off x="761084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1" name="rc7011"/>
            <p:cNvSpPr/>
            <p:nvPr/>
          </p:nvSpPr>
          <p:spPr>
            <a:xfrm>
              <a:off x="7629185" y="3888581"/>
              <a:ext cx="18337" cy="174625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2" name="rc7012"/>
            <p:cNvSpPr/>
            <p:nvPr/>
          </p:nvSpPr>
          <p:spPr>
            <a:xfrm>
              <a:off x="762918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3" name="rc7013"/>
            <p:cNvSpPr/>
            <p:nvPr/>
          </p:nvSpPr>
          <p:spPr>
            <a:xfrm>
              <a:off x="7629185" y="4237831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4" name="rc7014"/>
            <p:cNvSpPr/>
            <p:nvPr/>
          </p:nvSpPr>
          <p:spPr>
            <a:xfrm>
              <a:off x="762918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5" name="rc7015"/>
            <p:cNvSpPr/>
            <p:nvPr/>
          </p:nvSpPr>
          <p:spPr>
            <a:xfrm>
              <a:off x="762918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6" name="rc7016"/>
            <p:cNvSpPr/>
            <p:nvPr/>
          </p:nvSpPr>
          <p:spPr>
            <a:xfrm>
              <a:off x="762918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7" name="rc7017"/>
            <p:cNvSpPr/>
            <p:nvPr/>
          </p:nvSpPr>
          <p:spPr>
            <a:xfrm>
              <a:off x="762918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8" name="rc7018"/>
            <p:cNvSpPr/>
            <p:nvPr/>
          </p:nvSpPr>
          <p:spPr>
            <a:xfrm>
              <a:off x="762918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9" name="rc7019"/>
            <p:cNvSpPr/>
            <p:nvPr/>
          </p:nvSpPr>
          <p:spPr>
            <a:xfrm>
              <a:off x="7647522" y="3888581"/>
              <a:ext cx="18337" cy="174625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0" name="rc7020"/>
            <p:cNvSpPr/>
            <p:nvPr/>
          </p:nvSpPr>
          <p:spPr>
            <a:xfrm>
              <a:off x="7647522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1" name="rc7021"/>
            <p:cNvSpPr/>
            <p:nvPr/>
          </p:nvSpPr>
          <p:spPr>
            <a:xfrm>
              <a:off x="7647522" y="423783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2" name="rc7022"/>
            <p:cNvSpPr/>
            <p:nvPr/>
          </p:nvSpPr>
          <p:spPr>
            <a:xfrm>
              <a:off x="7647522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3" name="rc7023"/>
            <p:cNvSpPr/>
            <p:nvPr/>
          </p:nvSpPr>
          <p:spPr>
            <a:xfrm>
              <a:off x="764752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4" name="rc7024"/>
            <p:cNvSpPr/>
            <p:nvPr/>
          </p:nvSpPr>
          <p:spPr>
            <a:xfrm>
              <a:off x="764752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5" name="rc7025"/>
            <p:cNvSpPr/>
            <p:nvPr/>
          </p:nvSpPr>
          <p:spPr>
            <a:xfrm>
              <a:off x="764752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6" name="rc7026"/>
            <p:cNvSpPr/>
            <p:nvPr/>
          </p:nvSpPr>
          <p:spPr>
            <a:xfrm>
              <a:off x="764752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7" name="rc7027"/>
            <p:cNvSpPr/>
            <p:nvPr/>
          </p:nvSpPr>
          <p:spPr>
            <a:xfrm>
              <a:off x="7665859" y="3888581"/>
              <a:ext cx="18337" cy="174625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8" name="rc7028"/>
            <p:cNvSpPr/>
            <p:nvPr/>
          </p:nvSpPr>
          <p:spPr>
            <a:xfrm>
              <a:off x="766585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9" name="rc7029"/>
            <p:cNvSpPr/>
            <p:nvPr/>
          </p:nvSpPr>
          <p:spPr>
            <a:xfrm>
              <a:off x="7665859" y="4237831"/>
              <a:ext cx="18337" cy="174625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0" name="rc7030"/>
            <p:cNvSpPr/>
            <p:nvPr/>
          </p:nvSpPr>
          <p:spPr>
            <a:xfrm>
              <a:off x="766585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1" name="rc7031"/>
            <p:cNvSpPr/>
            <p:nvPr/>
          </p:nvSpPr>
          <p:spPr>
            <a:xfrm>
              <a:off x="766585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2" name="rc7032"/>
            <p:cNvSpPr/>
            <p:nvPr/>
          </p:nvSpPr>
          <p:spPr>
            <a:xfrm>
              <a:off x="7665859" y="4761706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3" name="rc7033"/>
            <p:cNvSpPr/>
            <p:nvPr/>
          </p:nvSpPr>
          <p:spPr>
            <a:xfrm>
              <a:off x="766585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4" name="rc7034"/>
            <p:cNvSpPr/>
            <p:nvPr/>
          </p:nvSpPr>
          <p:spPr>
            <a:xfrm>
              <a:off x="766585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5" name="rc7035"/>
            <p:cNvSpPr/>
            <p:nvPr/>
          </p:nvSpPr>
          <p:spPr>
            <a:xfrm>
              <a:off x="7684196" y="3888581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6" name="rc7036"/>
            <p:cNvSpPr/>
            <p:nvPr/>
          </p:nvSpPr>
          <p:spPr>
            <a:xfrm>
              <a:off x="7684196" y="4063206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7" name="rc7037"/>
            <p:cNvSpPr/>
            <p:nvPr/>
          </p:nvSpPr>
          <p:spPr>
            <a:xfrm>
              <a:off x="7684196" y="4237831"/>
              <a:ext cx="18337" cy="174625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8" name="rc7038"/>
            <p:cNvSpPr/>
            <p:nvPr/>
          </p:nvSpPr>
          <p:spPr>
            <a:xfrm>
              <a:off x="7684196" y="441245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9" name="rc7039"/>
            <p:cNvSpPr/>
            <p:nvPr/>
          </p:nvSpPr>
          <p:spPr>
            <a:xfrm>
              <a:off x="768419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0" name="rc7040"/>
            <p:cNvSpPr/>
            <p:nvPr/>
          </p:nvSpPr>
          <p:spPr>
            <a:xfrm>
              <a:off x="7684196" y="476170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1" name="rc7041"/>
            <p:cNvSpPr/>
            <p:nvPr/>
          </p:nvSpPr>
          <p:spPr>
            <a:xfrm>
              <a:off x="768419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2" name="rc7042"/>
            <p:cNvSpPr/>
            <p:nvPr/>
          </p:nvSpPr>
          <p:spPr>
            <a:xfrm>
              <a:off x="768419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3" name="rc7043"/>
            <p:cNvSpPr/>
            <p:nvPr/>
          </p:nvSpPr>
          <p:spPr>
            <a:xfrm>
              <a:off x="7702534" y="3888581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4" name="rc7044"/>
            <p:cNvSpPr/>
            <p:nvPr/>
          </p:nvSpPr>
          <p:spPr>
            <a:xfrm>
              <a:off x="770253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5" name="rc7045"/>
            <p:cNvSpPr/>
            <p:nvPr/>
          </p:nvSpPr>
          <p:spPr>
            <a:xfrm>
              <a:off x="7702534" y="4237831"/>
              <a:ext cx="18337" cy="174625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6" name="rc7046"/>
            <p:cNvSpPr/>
            <p:nvPr/>
          </p:nvSpPr>
          <p:spPr>
            <a:xfrm>
              <a:off x="770253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7" name="rc7047"/>
            <p:cNvSpPr/>
            <p:nvPr/>
          </p:nvSpPr>
          <p:spPr>
            <a:xfrm>
              <a:off x="770253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8" name="rc7048"/>
            <p:cNvSpPr/>
            <p:nvPr/>
          </p:nvSpPr>
          <p:spPr>
            <a:xfrm>
              <a:off x="770253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9" name="rc7049"/>
            <p:cNvSpPr/>
            <p:nvPr/>
          </p:nvSpPr>
          <p:spPr>
            <a:xfrm>
              <a:off x="77025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0" name="rc7050"/>
            <p:cNvSpPr/>
            <p:nvPr/>
          </p:nvSpPr>
          <p:spPr>
            <a:xfrm>
              <a:off x="7702534" y="511095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1" name="rc7051"/>
            <p:cNvSpPr/>
            <p:nvPr/>
          </p:nvSpPr>
          <p:spPr>
            <a:xfrm>
              <a:off x="7720871" y="3888581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2" name="rc7052"/>
            <p:cNvSpPr/>
            <p:nvPr/>
          </p:nvSpPr>
          <p:spPr>
            <a:xfrm>
              <a:off x="772087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3" name="rc7053"/>
            <p:cNvSpPr/>
            <p:nvPr/>
          </p:nvSpPr>
          <p:spPr>
            <a:xfrm>
              <a:off x="7720871" y="4237831"/>
              <a:ext cx="18337" cy="174625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4" name="rc7054"/>
            <p:cNvSpPr/>
            <p:nvPr/>
          </p:nvSpPr>
          <p:spPr>
            <a:xfrm>
              <a:off x="772087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5" name="rc7055"/>
            <p:cNvSpPr/>
            <p:nvPr/>
          </p:nvSpPr>
          <p:spPr>
            <a:xfrm>
              <a:off x="772087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6" name="rc7056"/>
            <p:cNvSpPr/>
            <p:nvPr/>
          </p:nvSpPr>
          <p:spPr>
            <a:xfrm>
              <a:off x="772087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7" name="rc7057"/>
            <p:cNvSpPr/>
            <p:nvPr/>
          </p:nvSpPr>
          <p:spPr>
            <a:xfrm>
              <a:off x="772087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8" name="rc7058"/>
            <p:cNvSpPr/>
            <p:nvPr/>
          </p:nvSpPr>
          <p:spPr>
            <a:xfrm>
              <a:off x="7720871" y="51109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9" name="rc7059"/>
            <p:cNvSpPr/>
            <p:nvPr/>
          </p:nvSpPr>
          <p:spPr>
            <a:xfrm>
              <a:off x="7739208" y="3888581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0" name="rc7060"/>
            <p:cNvSpPr/>
            <p:nvPr/>
          </p:nvSpPr>
          <p:spPr>
            <a:xfrm>
              <a:off x="7739208" y="4063206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1" name="rc7061"/>
            <p:cNvSpPr/>
            <p:nvPr/>
          </p:nvSpPr>
          <p:spPr>
            <a:xfrm>
              <a:off x="7739208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2" name="rc7062"/>
            <p:cNvSpPr/>
            <p:nvPr/>
          </p:nvSpPr>
          <p:spPr>
            <a:xfrm>
              <a:off x="7739208" y="4412456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3" name="rc7063"/>
            <p:cNvSpPr/>
            <p:nvPr/>
          </p:nvSpPr>
          <p:spPr>
            <a:xfrm>
              <a:off x="773920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4" name="rc7064"/>
            <p:cNvSpPr/>
            <p:nvPr/>
          </p:nvSpPr>
          <p:spPr>
            <a:xfrm>
              <a:off x="773920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5" name="rc7065"/>
            <p:cNvSpPr/>
            <p:nvPr/>
          </p:nvSpPr>
          <p:spPr>
            <a:xfrm>
              <a:off x="773920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6" name="rc7066"/>
            <p:cNvSpPr/>
            <p:nvPr/>
          </p:nvSpPr>
          <p:spPr>
            <a:xfrm>
              <a:off x="773920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7" name="rc7067"/>
            <p:cNvSpPr/>
            <p:nvPr/>
          </p:nvSpPr>
          <p:spPr>
            <a:xfrm>
              <a:off x="7757545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8" name="rc7068"/>
            <p:cNvSpPr/>
            <p:nvPr/>
          </p:nvSpPr>
          <p:spPr>
            <a:xfrm>
              <a:off x="7757545" y="4063206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9" name="rc7069"/>
            <p:cNvSpPr/>
            <p:nvPr/>
          </p:nvSpPr>
          <p:spPr>
            <a:xfrm>
              <a:off x="775754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0" name="rc7070"/>
            <p:cNvSpPr/>
            <p:nvPr/>
          </p:nvSpPr>
          <p:spPr>
            <a:xfrm>
              <a:off x="775754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1" name="rc7071"/>
            <p:cNvSpPr/>
            <p:nvPr/>
          </p:nvSpPr>
          <p:spPr>
            <a:xfrm>
              <a:off x="775754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2" name="rc7072"/>
            <p:cNvSpPr/>
            <p:nvPr/>
          </p:nvSpPr>
          <p:spPr>
            <a:xfrm>
              <a:off x="775754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3" name="rc7073"/>
            <p:cNvSpPr/>
            <p:nvPr/>
          </p:nvSpPr>
          <p:spPr>
            <a:xfrm>
              <a:off x="775754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4" name="rc7074"/>
            <p:cNvSpPr/>
            <p:nvPr/>
          </p:nvSpPr>
          <p:spPr>
            <a:xfrm>
              <a:off x="775754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5" name="rc7075"/>
            <p:cNvSpPr/>
            <p:nvPr/>
          </p:nvSpPr>
          <p:spPr>
            <a:xfrm>
              <a:off x="7775882" y="3888581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6" name="rc7076"/>
            <p:cNvSpPr/>
            <p:nvPr/>
          </p:nvSpPr>
          <p:spPr>
            <a:xfrm>
              <a:off x="7775882" y="4063206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7" name="rc7077"/>
            <p:cNvSpPr/>
            <p:nvPr/>
          </p:nvSpPr>
          <p:spPr>
            <a:xfrm>
              <a:off x="777588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8" name="rc7078"/>
            <p:cNvSpPr/>
            <p:nvPr/>
          </p:nvSpPr>
          <p:spPr>
            <a:xfrm>
              <a:off x="777588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9" name="rc7079"/>
            <p:cNvSpPr/>
            <p:nvPr/>
          </p:nvSpPr>
          <p:spPr>
            <a:xfrm>
              <a:off x="777588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0" name="rc7080"/>
            <p:cNvSpPr/>
            <p:nvPr/>
          </p:nvSpPr>
          <p:spPr>
            <a:xfrm>
              <a:off x="777588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1" name="rc7081"/>
            <p:cNvSpPr/>
            <p:nvPr/>
          </p:nvSpPr>
          <p:spPr>
            <a:xfrm>
              <a:off x="777588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2" name="rc7082"/>
            <p:cNvSpPr/>
            <p:nvPr/>
          </p:nvSpPr>
          <p:spPr>
            <a:xfrm>
              <a:off x="777588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3" name="rc7083"/>
            <p:cNvSpPr/>
            <p:nvPr/>
          </p:nvSpPr>
          <p:spPr>
            <a:xfrm>
              <a:off x="7794220" y="3888581"/>
              <a:ext cx="18337" cy="174625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4" name="rc7084"/>
            <p:cNvSpPr/>
            <p:nvPr/>
          </p:nvSpPr>
          <p:spPr>
            <a:xfrm>
              <a:off x="7794220" y="4063206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5" name="rc7085"/>
            <p:cNvSpPr/>
            <p:nvPr/>
          </p:nvSpPr>
          <p:spPr>
            <a:xfrm>
              <a:off x="779422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6" name="rc7086"/>
            <p:cNvSpPr/>
            <p:nvPr/>
          </p:nvSpPr>
          <p:spPr>
            <a:xfrm>
              <a:off x="779422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7" name="rc7087"/>
            <p:cNvSpPr/>
            <p:nvPr/>
          </p:nvSpPr>
          <p:spPr>
            <a:xfrm>
              <a:off x="779422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8" name="rc7088"/>
            <p:cNvSpPr/>
            <p:nvPr/>
          </p:nvSpPr>
          <p:spPr>
            <a:xfrm>
              <a:off x="779422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9" name="rc7089"/>
            <p:cNvSpPr/>
            <p:nvPr/>
          </p:nvSpPr>
          <p:spPr>
            <a:xfrm>
              <a:off x="779422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0" name="rc7090"/>
            <p:cNvSpPr/>
            <p:nvPr/>
          </p:nvSpPr>
          <p:spPr>
            <a:xfrm>
              <a:off x="779422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1" name="rc7091"/>
            <p:cNvSpPr/>
            <p:nvPr/>
          </p:nvSpPr>
          <p:spPr>
            <a:xfrm>
              <a:off x="7812557" y="3888581"/>
              <a:ext cx="18337" cy="174625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2" name="rc7092"/>
            <p:cNvSpPr/>
            <p:nvPr/>
          </p:nvSpPr>
          <p:spPr>
            <a:xfrm>
              <a:off x="7812557" y="4063206"/>
              <a:ext cx="18337" cy="174625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3" name="rc7093"/>
            <p:cNvSpPr/>
            <p:nvPr/>
          </p:nvSpPr>
          <p:spPr>
            <a:xfrm>
              <a:off x="781255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4" name="rc7094"/>
            <p:cNvSpPr/>
            <p:nvPr/>
          </p:nvSpPr>
          <p:spPr>
            <a:xfrm>
              <a:off x="781255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5" name="rc7095"/>
            <p:cNvSpPr/>
            <p:nvPr/>
          </p:nvSpPr>
          <p:spPr>
            <a:xfrm>
              <a:off x="781255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6" name="rc7096"/>
            <p:cNvSpPr/>
            <p:nvPr/>
          </p:nvSpPr>
          <p:spPr>
            <a:xfrm>
              <a:off x="781255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7" name="rc7097"/>
            <p:cNvSpPr/>
            <p:nvPr/>
          </p:nvSpPr>
          <p:spPr>
            <a:xfrm>
              <a:off x="781255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8" name="rc7098"/>
            <p:cNvSpPr/>
            <p:nvPr/>
          </p:nvSpPr>
          <p:spPr>
            <a:xfrm>
              <a:off x="781255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9" name="rc7099"/>
            <p:cNvSpPr/>
            <p:nvPr/>
          </p:nvSpPr>
          <p:spPr>
            <a:xfrm>
              <a:off x="7830894" y="3888581"/>
              <a:ext cx="18337" cy="174625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0" name="rc7100"/>
            <p:cNvSpPr/>
            <p:nvPr/>
          </p:nvSpPr>
          <p:spPr>
            <a:xfrm>
              <a:off x="7830894" y="4063206"/>
              <a:ext cx="18337" cy="174625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1" name="rc7101"/>
            <p:cNvSpPr/>
            <p:nvPr/>
          </p:nvSpPr>
          <p:spPr>
            <a:xfrm>
              <a:off x="783089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2" name="rc7102"/>
            <p:cNvSpPr/>
            <p:nvPr/>
          </p:nvSpPr>
          <p:spPr>
            <a:xfrm>
              <a:off x="783089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3" name="rc7103"/>
            <p:cNvSpPr/>
            <p:nvPr/>
          </p:nvSpPr>
          <p:spPr>
            <a:xfrm>
              <a:off x="783089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4" name="rc7104"/>
            <p:cNvSpPr/>
            <p:nvPr/>
          </p:nvSpPr>
          <p:spPr>
            <a:xfrm>
              <a:off x="783089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5" name="rc7105"/>
            <p:cNvSpPr/>
            <p:nvPr/>
          </p:nvSpPr>
          <p:spPr>
            <a:xfrm>
              <a:off x="783089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6" name="rc7106"/>
            <p:cNvSpPr/>
            <p:nvPr/>
          </p:nvSpPr>
          <p:spPr>
            <a:xfrm>
              <a:off x="783089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7" name="rc7107"/>
            <p:cNvSpPr/>
            <p:nvPr/>
          </p:nvSpPr>
          <p:spPr>
            <a:xfrm>
              <a:off x="7849231" y="3888581"/>
              <a:ext cx="18337" cy="174625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8" name="rc7108"/>
            <p:cNvSpPr/>
            <p:nvPr/>
          </p:nvSpPr>
          <p:spPr>
            <a:xfrm>
              <a:off x="7849231" y="4063206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9" name="rc7109"/>
            <p:cNvSpPr/>
            <p:nvPr/>
          </p:nvSpPr>
          <p:spPr>
            <a:xfrm>
              <a:off x="784923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0" name="rc7110"/>
            <p:cNvSpPr/>
            <p:nvPr/>
          </p:nvSpPr>
          <p:spPr>
            <a:xfrm>
              <a:off x="784923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1" name="rc7111"/>
            <p:cNvSpPr/>
            <p:nvPr/>
          </p:nvSpPr>
          <p:spPr>
            <a:xfrm>
              <a:off x="784923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2" name="rc7112"/>
            <p:cNvSpPr/>
            <p:nvPr/>
          </p:nvSpPr>
          <p:spPr>
            <a:xfrm>
              <a:off x="784923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3" name="rc7113"/>
            <p:cNvSpPr/>
            <p:nvPr/>
          </p:nvSpPr>
          <p:spPr>
            <a:xfrm>
              <a:off x="784923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4" name="rc7114"/>
            <p:cNvSpPr/>
            <p:nvPr/>
          </p:nvSpPr>
          <p:spPr>
            <a:xfrm>
              <a:off x="784923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5" name="rc7115"/>
            <p:cNvSpPr/>
            <p:nvPr/>
          </p:nvSpPr>
          <p:spPr>
            <a:xfrm>
              <a:off x="7867568" y="3888581"/>
              <a:ext cx="18337" cy="174625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6" name="rc7116"/>
            <p:cNvSpPr/>
            <p:nvPr/>
          </p:nvSpPr>
          <p:spPr>
            <a:xfrm>
              <a:off x="7867568" y="4063206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7" name="rc7117"/>
            <p:cNvSpPr/>
            <p:nvPr/>
          </p:nvSpPr>
          <p:spPr>
            <a:xfrm>
              <a:off x="786756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8" name="rc7118"/>
            <p:cNvSpPr/>
            <p:nvPr/>
          </p:nvSpPr>
          <p:spPr>
            <a:xfrm>
              <a:off x="786756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9" name="rc7119"/>
            <p:cNvSpPr/>
            <p:nvPr/>
          </p:nvSpPr>
          <p:spPr>
            <a:xfrm>
              <a:off x="786756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0" name="rc7120"/>
            <p:cNvSpPr/>
            <p:nvPr/>
          </p:nvSpPr>
          <p:spPr>
            <a:xfrm>
              <a:off x="786756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1" name="rc7121"/>
            <p:cNvSpPr/>
            <p:nvPr/>
          </p:nvSpPr>
          <p:spPr>
            <a:xfrm>
              <a:off x="786756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2" name="rc7122"/>
            <p:cNvSpPr/>
            <p:nvPr/>
          </p:nvSpPr>
          <p:spPr>
            <a:xfrm>
              <a:off x="786756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3" name="rc7123"/>
            <p:cNvSpPr/>
            <p:nvPr/>
          </p:nvSpPr>
          <p:spPr>
            <a:xfrm>
              <a:off x="7885906" y="3888581"/>
              <a:ext cx="18337" cy="174625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4" name="rc7124"/>
            <p:cNvSpPr/>
            <p:nvPr/>
          </p:nvSpPr>
          <p:spPr>
            <a:xfrm>
              <a:off x="7885906" y="4063206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5" name="rc7125"/>
            <p:cNvSpPr/>
            <p:nvPr/>
          </p:nvSpPr>
          <p:spPr>
            <a:xfrm>
              <a:off x="788590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6" name="rc7126"/>
            <p:cNvSpPr/>
            <p:nvPr/>
          </p:nvSpPr>
          <p:spPr>
            <a:xfrm>
              <a:off x="788590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7" name="rc7127"/>
            <p:cNvSpPr/>
            <p:nvPr/>
          </p:nvSpPr>
          <p:spPr>
            <a:xfrm>
              <a:off x="788590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8" name="rc7128"/>
            <p:cNvSpPr/>
            <p:nvPr/>
          </p:nvSpPr>
          <p:spPr>
            <a:xfrm>
              <a:off x="788590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9" name="rc7129"/>
            <p:cNvSpPr/>
            <p:nvPr/>
          </p:nvSpPr>
          <p:spPr>
            <a:xfrm>
              <a:off x="788590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0" name="rc7130"/>
            <p:cNvSpPr/>
            <p:nvPr/>
          </p:nvSpPr>
          <p:spPr>
            <a:xfrm>
              <a:off x="788590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1" name="rc7131"/>
            <p:cNvSpPr/>
            <p:nvPr/>
          </p:nvSpPr>
          <p:spPr>
            <a:xfrm>
              <a:off x="7904243" y="3888581"/>
              <a:ext cx="18337" cy="174625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2" name="rc7132"/>
            <p:cNvSpPr/>
            <p:nvPr/>
          </p:nvSpPr>
          <p:spPr>
            <a:xfrm>
              <a:off x="7904243" y="4063206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3" name="rc7133"/>
            <p:cNvSpPr/>
            <p:nvPr/>
          </p:nvSpPr>
          <p:spPr>
            <a:xfrm>
              <a:off x="790424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4" name="rc7134"/>
            <p:cNvSpPr/>
            <p:nvPr/>
          </p:nvSpPr>
          <p:spPr>
            <a:xfrm>
              <a:off x="790424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5" name="rc7135"/>
            <p:cNvSpPr/>
            <p:nvPr/>
          </p:nvSpPr>
          <p:spPr>
            <a:xfrm>
              <a:off x="790424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6" name="rc7136"/>
            <p:cNvSpPr/>
            <p:nvPr/>
          </p:nvSpPr>
          <p:spPr>
            <a:xfrm>
              <a:off x="790424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7" name="rc7137"/>
            <p:cNvSpPr/>
            <p:nvPr/>
          </p:nvSpPr>
          <p:spPr>
            <a:xfrm>
              <a:off x="790424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8" name="rc7138"/>
            <p:cNvSpPr/>
            <p:nvPr/>
          </p:nvSpPr>
          <p:spPr>
            <a:xfrm>
              <a:off x="790424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9" name="rc7139"/>
            <p:cNvSpPr/>
            <p:nvPr/>
          </p:nvSpPr>
          <p:spPr>
            <a:xfrm>
              <a:off x="7922580" y="3888581"/>
              <a:ext cx="18337" cy="174625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0" name="rc7140"/>
            <p:cNvSpPr/>
            <p:nvPr/>
          </p:nvSpPr>
          <p:spPr>
            <a:xfrm>
              <a:off x="7922580" y="4063206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1" name="rc7141"/>
            <p:cNvSpPr/>
            <p:nvPr/>
          </p:nvSpPr>
          <p:spPr>
            <a:xfrm>
              <a:off x="792258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2" name="rc7142"/>
            <p:cNvSpPr/>
            <p:nvPr/>
          </p:nvSpPr>
          <p:spPr>
            <a:xfrm>
              <a:off x="792258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3" name="rc7143"/>
            <p:cNvSpPr/>
            <p:nvPr/>
          </p:nvSpPr>
          <p:spPr>
            <a:xfrm>
              <a:off x="792258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4" name="rc7144"/>
            <p:cNvSpPr/>
            <p:nvPr/>
          </p:nvSpPr>
          <p:spPr>
            <a:xfrm>
              <a:off x="792258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5" name="rc7145"/>
            <p:cNvSpPr/>
            <p:nvPr/>
          </p:nvSpPr>
          <p:spPr>
            <a:xfrm>
              <a:off x="792258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6" name="rc7146"/>
            <p:cNvSpPr/>
            <p:nvPr/>
          </p:nvSpPr>
          <p:spPr>
            <a:xfrm>
              <a:off x="792258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7" name="rc7147"/>
            <p:cNvSpPr/>
            <p:nvPr/>
          </p:nvSpPr>
          <p:spPr>
            <a:xfrm>
              <a:off x="7940917" y="3888581"/>
              <a:ext cx="18337" cy="174625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8" name="rc7148"/>
            <p:cNvSpPr/>
            <p:nvPr/>
          </p:nvSpPr>
          <p:spPr>
            <a:xfrm>
              <a:off x="7940917" y="4063206"/>
              <a:ext cx="18337" cy="174625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9" name="rc7149"/>
            <p:cNvSpPr/>
            <p:nvPr/>
          </p:nvSpPr>
          <p:spPr>
            <a:xfrm>
              <a:off x="7940917" y="423783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0" name="rc7150"/>
            <p:cNvSpPr/>
            <p:nvPr/>
          </p:nvSpPr>
          <p:spPr>
            <a:xfrm>
              <a:off x="7940917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1" name="rc7151"/>
            <p:cNvSpPr/>
            <p:nvPr/>
          </p:nvSpPr>
          <p:spPr>
            <a:xfrm>
              <a:off x="794091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2" name="rc7152"/>
            <p:cNvSpPr/>
            <p:nvPr/>
          </p:nvSpPr>
          <p:spPr>
            <a:xfrm>
              <a:off x="7940917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3" name="rc7153"/>
            <p:cNvSpPr/>
            <p:nvPr/>
          </p:nvSpPr>
          <p:spPr>
            <a:xfrm>
              <a:off x="794091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4" name="rc7154"/>
            <p:cNvSpPr/>
            <p:nvPr/>
          </p:nvSpPr>
          <p:spPr>
            <a:xfrm>
              <a:off x="794091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5" name="rc7155"/>
            <p:cNvSpPr/>
            <p:nvPr/>
          </p:nvSpPr>
          <p:spPr>
            <a:xfrm>
              <a:off x="7959254" y="3888581"/>
              <a:ext cx="18337" cy="174625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6" name="rc7156"/>
            <p:cNvSpPr/>
            <p:nvPr/>
          </p:nvSpPr>
          <p:spPr>
            <a:xfrm>
              <a:off x="7959254" y="4063206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7" name="rc7157"/>
            <p:cNvSpPr/>
            <p:nvPr/>
          </p:nvSpPr>
          <p:spPr>
            <a:xfrm>
              <a:off x="795925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8" name="rc7158"/>
            <p:cNvSpPr/>
            <p:nvPr/>
          </p:nvSpPr>
          <p:spPr>
            <a:xfrm>
              <a:off x="7959254" y="44124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9" name="rc7159"/>
            <p:cNvSpPr/>
            <p:nvPr/>
          </p:nvSpPr>
          <p:spPr>
            <a:xfrm>
              <a:off x="795925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0" name="rc7160"/>
            <p:cNvSpPr/>
            <p:nvPr/>
          </p:nvSpPr>
          <p:spPr>
            <a:xfrm>
              <a:off x="795925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1" name="rc7161"/>
            <p:cNvSpPr/>
            <p:nvPr/>
          </p:nvSpPr>
          <p:spPr>
            <a:xfrm>
              <a:off x="795925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2" name="rc7162"/>
            <p:cNvSpPr/>
            <p:nvPr/>
          </p:nvSpPr>
          <p:spPr>
            <a:xfrm>
              <a:off x="795925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3" name="rc7163"/>
            <p:cNvSpPr/>
            <p:nvPr/>
          </p:nvSpPr>
          <p:spPr>
            <a:xfrm>
              <a:off x="7977591" y="3888581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4" name="rc7164"/>
            <p:cNvSpPr/>
            <p:nvPr/>
          </p:nvSpPr>
          <p:spPr>
            <a:xfrm>
              <a:off x="7977591" y="4063206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5" name="rc7165"/>
            <p:cNvSpPr/>
            <p:nvPr/>
          </p:nvSpPr>
          <p:spPr>
            <a:xfrm>
              <a:off x="79775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6" name="rc7166"/>
            <p:cNvSpPr/>
            <p:nvPr/>
          </p:nvSpPr>
          <p:spPr>
            <a:xfrm>
              <a:off x="797759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7" name="rc7167"/>
            <p:cNvSpPr/>
            <p:nvPr/>
          </p:nvSpPr>
          <p:spPr>
            <a:xfrm>
              <a:off x="79775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8" name="rc7168"/>
            <p:cNvSpPr/>
            <p:nvPr/>
          </p:nvSpPr>
          <p:spPr>
            <a:xfrm>
              <a:off x="79775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9" name="rc7169"/>
            <p:cNvSpPr/>
            <p:nvPr/>
          </p:nvSpPr>
          <p:spPr>
            <a:xfrm>
              <a:off x="7977591" y="49363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0" name="rc7170"/>
            <p:cNvSpPr/>
            <p:nvPr/>
          </p:nvSpPr>
          <p:spPr>
            <a:xfrm>
              <a:off x="79775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1" name="rc7171"/>
            <p:cNvSpPr/>
            <p:nvPr/>
          </p:nvSpPr>
          <p:spPr>
            <a:xfrm>
              <a:off x="7995929" y="3888581"/>
              <a:ext cx="18337" cy="174625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2" name="rc7172"/>
            <p:cNvSpPr/>
            <p:nvPr/>
          </p:nvSpPr>
          <p:spPr>
            <a:xfrm>
              <a:off x="7995929" y="4063206"/>
              <a:ext cx="18337" cy="174625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3" name="rc7173"/>
            <p:cNvSpPr/>
            <p:nvPr/>
          </p:nvSpPr>
          <p:spPr>
            <a:xfrm>
              <a:off x="799592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4" name="rc7174"/>
            <p:cNvSpPr/>
            <p:nvPr/>
          </p:nvSpPr>
          <p:spPr>
            <a:xfrm>
              <a:off x="799592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5" name="rc7175"/>
            <p:cNvSpPr/>
            <p:nvPr/>
          </p:nvSpPr>
          <p:spPr>
            <a:xfrm>
              <a:off x="7995929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6" name="rc7176"/>
            <p:cNvSpPr/>
            <p:nvPr/>
          </p:nvSpPr>
          <p:spPr>
            <a:xfrm>
              <a:off x="799592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7" name="rc7177"/>
            <p:cNvSpPr/>
            <p:nvPr/>
          </p:nvSpPr>
          <p:spPr>
            <a:xfrm>
              <a:off x="799592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8" name="rc7178"/>
            <p:cNvSpPr/>
            <p:nvPr/>
          </p:nvSpPr>
          <p:spPr>
            <a:xfrm>
              <a:off x="799592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9" name="rc7179"/>
            <p:cNvSpPr/>
            <p:nvPr/>
          </p:nvSpPr>
          <p:spPr>
            <a:xfrm>
              <a:off x="8014266" y="3888581"/>
              <a:ext cx="18337" cy="174625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0" name="rc7180"/>
            <p:cNvSpPr/>
            <p:nvPr/>
          </p:nvSpPr>
          <p:spPr>
            <a:xfrm>
              <a:off x="8014266" y="4063206"/>
              <a:ext cx="18337" cy="174625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1" name="rc7181"/>
            <p:cNvSpPr/>
            <p:nvPr/>
          </p:nvSpPr>
          <p:spPr>
            <a:xfrm>
              <a:off x="801426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2" name="rc7182"/>
            <p:cNvSpPr/>
            <p:nvPr/>
          </p:nvSpPr>
          <p:spPr>
            <a:xfrm>
              <a:off x="801426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3" name="rc7183"/>
            <p:cNvSpPr/>
            <p:nvPr/>
          </p:nvSpPr>
          <p:spPr>
            <a:xfrm>
              <a:off x="8014266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4" name="rc7184"/>
            <p:cNvSpPr/>
            <p:nvPr/>
          </p:nvSpPr>
          <p:spPr>
            <a:xfrm>
              <a:off x="801426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5" name="rc7185"/>
            <p:cNvSpPr/>
            <p:nvPr/>
          </p:nvSpPr>
          <p:spPr>
            <a:xfrm>
              <a:off x="801426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6" name="rc7186"/>
            <p:cNvSpPr/>
            <p:nvPr/>
          </p:nvSpPr>
          <p:spPr>
            <a:xfrm>
              <a:off x="801426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7" name="rc7187"/>
            <p:cNvSpPr/>
            <p:nvPr/>
          </p:nvSpPr>
          <p:spPr>
            <a:xfrm>
              <a:off x="8032603" y="3888581"/>
              <a:ext cx="18337" cy="174625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8" name="rc7188"/>
            <p:cNvSpPr/>
            <p:nvPr/>
          </p:nvSpPr>
          <p:spPr>
            <a:xfrm>
              <a:off x="8032603" y="4063206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9" name="rc7189"/>
            <p:cNvSpPr/>
            <p:nvPr/>
          </p:nvSpPr>
          <p:spPr>
            <a:xfrm>
              <a:off x="803260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0" name="rc7190"/>
            <p:cNvSpPr/>
            <p:nvPr/>
          </p:nvSpPr>
          <p:spPr>
            <a:xfrm>
              <a:off x="803260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1" name="rc7191"/>
            <p:cNvSpPr/>
            <p:nvPr/>
          </p:nvSpPr>
          <p:spPr>
            <a:xfrm>
              <a:off x="8032603" y="45870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2" name="rc7192"/>
            <p:cNvSpPr/>
            <p:nvPr/>
          </p:nvSpPr>
          <p:spPr>
            <a:xfrm>
              <a:off x="803260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3" name="rc7193"/>
            <p:cNvSpPr/>
            <p:nvPr/>
          </p:nvSpPr>
          <p:spPr>
            <a:xfrm>
              <a:off x="803260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4" name="rc7194"/>
            <p:cNvSpPr/>
            <p:nvPr/>
          </p:nvSpPr>
          <p:spPr>
            <a:xfrm>
              <a:off x="803260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5" name="rc7195"/>
            <p:cNvSpPr/>
            <p:nvPr/>
          </p:nvSpPr>
          <p:spPr>
            <a:xfrm>
              <a:off x="8050940" y="3888581"/>
              <a:ext cx="18337" cy="174625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6" name="rc7196"/>
            <p:cNvSpPr/>
            <p:nvPr/>
          </p:nvSpPr>
          <p:spPr>
            <a:xfrm>
              <a:off x="8050940" y="4063206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7" name="rc7197"/>
            <p:cNvSpPr/>
            <p:nvPr/>
          </p:nvSpPr>
          <p:spPr>
            <a:xfrm>
              <a:off x="805094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8" name="rc7198"/>
            <p:cNvSpPr/>
            <p:nvPr/>
          </p:nvSpPr>
          <p:spPr>
            <a:xfrm>
              <a:off x="8050940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9" name="rc7199"/>
            <p:cNvSpPr/>
            <p:nvPr/>
          </p:nvSpPr>
          <p:spPr>
            <a:xfrm>
              <a:off x="805094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0" name="rc7200"/>
            <p:cNvSpPr/>
            <p:nvPr/>
          </p:nvSpPr>
          <p:spPr>
            <a:xfrm>
              <a:off x="805094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1" name="rc7201"/>
            <p:cNvSpPr/>
            <p:nvPr/>
          </p:nvSpPr>
          <p:spPr>
            <a:xfrm>
              <a:off x="805094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2" name="rc7202"/>
            <p:cNvSpPr/>
            <p:nvPr/>
          </p:nvSpPr>
          <p:spPr>
            <a:xfrm>
              <a:off x="805094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3" name="rc7203"/>
            <p:cNvSpPr/>
            <p:nvPr/>
          </p:nvSpPr>
          <p:spPr>
            <a:xfrm>
              <a:off x="8069277" y="3888581"/>
              <a:ext cx="18337" cy="174625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4" name="rc7204"/>
            <p:cNvSpPr/>
            <p:nvPr/>
          </p:nvSpPr>
          <p:spPr>
            <a:xfrm>
              <a:off x="8069277" y="4063206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5" name="rc7205"/>
            <p:cNvSpPr/>
            <p:nvPr/>
          </p:nvSpPr>
          <p:spPr>
            <a:xfrm>
              <a:off x="8069277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6" name="rc7206"/>
            <p:cNvSpPr/>
            <p:nvPr/>
          </p:nvSpPr>
          <p:spPr>
            <a:xfrm>
              <a:off x="806927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7" name="rc7207"/>
            <p:cNvSpPr/>
            <p:nvPr/>
          </p:nvSpPr>
          <p:spPr>
            <a:xfrm>
              <a:off x="8069277" y="4587081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8" name="rc7208"/>
            <p:cNvSpPr/>
            <p:nvPr/>
          </p:nvSpPr>
          <p:spPr>
            <a:xfrm>
              <a:off x="806927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9" name="rc7209"/>
            <p:cNvSpPr/>
            <p:nvPr/>
          </p:nvSpPr>
          <p:spPr>
            <a:xfrm>
              <a:off x="806927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0" name="rc7210"/>
            <p:cNvSpPr/>
            <p:nvPr/>
          </p:nvSpPr>
          <p:spPr>
            <a:xfrm>
              <a:off x="806927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1" name="rc7211"/>
            <p:cNvSpPr/>
            <p:nvPr/>
          </p:nvSpPr>
          <p:spPr>
            <a:xfrm>
              <a:off x="8087615" y="3888581"/>
              <a:ext cx="18337" cy="174625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2" name="rc7212"/>
            <p:cNvSpPr/>
            <p:nvPr/>
          </p:nvSpPr>
          <p:spPr>
            <a:xfrm>
              <a:off x="8087615" y="4063206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3" name="rc7213"/>
            <p:cNvSpPr/>
            <p:nvPr/>
          </p:nvSpPr>
          <p:spPr>
            <a:xfrm>
              <a:off x="808761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4" name="rc7214"/>
            <p:cNvSpPr/>
            <p:nvPr/>
          </p:nvSpPr>
          <p:spPr>
            <a:xfrm>
              <a:off x="808761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5" name="rc7215"/>
            <p:cNvSpPr/>
            <p:nvPr/>
          </p:nvSpPr>
          <p:spPr>
            <a:xfrm>
              <a:off x="8087615" y="4587081"/>
              <a:ext cx="18337" cy="174625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6" name="rc7216"/>
            <p:cNvSpPr/>
            <p:nvPr/>
          </p:nvSpPr>
          <p:spPr>
            <a:xfrm>
              <a:off x="808761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7" name="rc7217"/>
            <p:cNvSpPr/>
            <p:nvPr/>
          </p:nvSpPr>
          <p:spPr>
            <a:xfrm>
              <a:off x="808761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8" name="rc7218"/>
            <p:cNvSpPr/>
            <p:nvPr/>
          </p:nvSpPr>
          <p:spPr>
            <a:xfrm>
              <a:off x="808761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9" name="rc7219"/>
            <p:cNvSpPr/>
            <p:nvPr/>
          </p:nvSpPr>
          <p:spPr>
            <a:xfrm>
              <a:off x="8105952" y="3888581"/>
              <a:ext cx="18337" cy="174625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0" name="rc7220"/>
            <p:cNvSpPr/>
            <p:nvPr/>
          </p:nvSpPr>
          <p:spPr>
            <a:xfrm>
              <a:off x="8105952" y="4063206"/>
              <a:ext cx="18337" cy="174625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1" name="rc7221"/>
            <p:cNvSpPr/>
            <p:nvPr/>
          </p:nvSpPr>
          <p:spPr>
            <a:xfrm>
              <a:off x="810595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2" name="rc7222"/>
            <p:cNvSpPr/>
            <p:nvPr/>
          </p:nvSpPr>
          <p:spPr>
            <a:xfrm>
              <a:off x="810595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3" name="rc7223"/>
            <p:cNvSpPr/>
            <p:nvPr/>
          </p:nvSpPr>
          <p:spPr>
            <a:xfrm>
              <a:off x="8105952" y="4587081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4" name="rc7224"/>
            <p:cNvSpPr/>
            <p:nvPr/>
          </p:nvSpPr>
          <p:spPr>
            <a:xfrm>
              <a:off x="810595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5" name="rc7225"/>
            <p:cNvSpPr/>
            <p:nvPr/>
          </p:nvSpPr>
          <p:spPr>
            <a:xfrm>
              <a:off x="810595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6" name="rc7226"/>
            <p:cNvSpPr/>
            <p:nvPr/>
          </p:nvSpPr>
          <p:spPr>
            <a:xfrm>
              <a:off x="810595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7" name="rc7227"/>
            <p:cNvSpPr/>
            <p:nvPr/>
          </p:nvSpPr>
          <p:spPr>
            <a:xfrm>
              <a:off x="8124289" y="3888581"/>
              <a:ext cx="18337" cy="174625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8" name="rc7228"/>
            <p:cNvSpPr/>
            <p:nvPr/>
          </p:nvSpPr>
          <p:spPr>
            <a:xfrm>
              <a:off x="812428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9" name="rc7229"/>
            <p:cNvSpPr/>
            <p:nvPr/>
          </p:nvSpPr>
          <p:spPr>
            <a:xfrm>
              <a:off x="812428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0" name="rc7230"/>
            <p:cNvSpPr/>
            <p:nvPr/>
          </p:nvSpPr>
          <p:spPr>
            <a:xfrm>
              <a:off x="812428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1" name="rc7231"/>
            <p:cNvSpPr/>
            <p:nvPr/>
          </p:nvSpPr>
          <p:spPr>
            <a:xfrm>
              <a:off x="812428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2" name="rc7232"/>
            <p:cNvSpPr/>
            <p:nvPr/>
          </p:nvSpPr>
          <p:spPr>
            <a:xfrm>
              <a:off x="8124289" y="4761706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3" name="rc7233"/>
            <p:cNvSpPr/>
            <p:nvPr/>
          </p:nvSpPr>
          <p:spPr>
            <a:xfrm>
              <a:off x="812428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4" name="rc7234"/>
            <p:cNvSpPr/>
            <p:nvPr/>
          </p:nvSpPr>
          <p:spPr>
            <a:xfrm>
              <a:off x="812428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5" name="rc7235"/>
            <p:cNvSpPr/>
            <p:nvPr/>
          </p:nvSpPr>
          <p:spPr>
            <a:xfrm>
              <a:off x="8142626" y="3888581"/>
              <a:ext cx="18337" cy="174625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6" name="rc7236"/>
            <p:cNvSpPr/>
            <p:nvPr/>
          </p:nvSpPr>
          <p:spPr>
            <a:xfrm>
              <a:off x="814262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7" name="rc7237"/>
            <p:cNvSpPr/>
            <p:nvPr/>
          </p:nvSpPr>
          <p:spPr>
            <a:xfrm>
              <a:off x="814262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8" name="rc7238"/>
            <p:cNvSpPr/>
            <p:nvPr/>
          </p:nvSpPr>
          <p:spPr>
            <a:xfrm>
              <a:off x="814262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9" name="rc7239"/>
            <p:cNvSpPr/>
            <p:nvPr/>
          </p:nvSpPr>
          <p:spPr>
            <a:xfrm>
              <a:off x="814262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0" name="rc7240"/>
            <p:cNvSpPr/>
            <p:nvPr/>
          </p:nvSpPr>
          <p:spPr>
            <a:xfrm>
              <a:off x="8142626" y="4761706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1" name="rc7241"/>
            <p:cNvSpPr/>
            <p:nvPr/>
          </p:nvSpPr>
          <p:spPr>
            <a:xfrm>
              <a:off x="814262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2" name="rc7242"/>
            <p:cNvSpPr/>
            <p:nvPr/>
          </p:nvSpPr>
          <p:spPr>
            <a:xfrm>
              <a:off x="814262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3" name="rc7243"/>
            <p:cNvSpPr/>
            <p:nvPr/>
          </p:nvSpPr>
          <p:spPr>
            <a:xfrm>
              <a:off x="8160963" y="3888581"/>
              <a:ext cx="18337" cy="174625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4" name="rc7244"/>
            <p:cNvSpPr/>
            <p:nvPr/>
          </p:nvSpPr>
          <p:spPr>
            <a:xfrm>
              <a:off x="816096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5" name="rc7245"/>
            <p:cNvSpPr/>
            <p:nvPr/>
          </p:nvSpPr>
          <p:spPr>
            <a:xfrm>
              <a:off x="816096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6" name="rc7246"/>
            <p:cNvSpPr/>
            <p:nvPr/>
          </p:nvSpPr>
          <p:spPr>
            <a:xfrm>
              <a:off x="816096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7" name="rc7247"/>
            <p:cNvSpPr/>
            <p:nvPr/>
          </p:nvSpPr>
          <p:spPr>
            <a:xfrm>
              <a:off x="816096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8" name="rc7248"/>
            <p:cNvSpPr/>
            <p:nvPr/>
          </p:nvSpPr>
          <p:spPr>
            <a:xfrm>
              <a:off x="8160963" y="4761706"/>
              <a:ext cx="18337" cy="174625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9" name="rc7249"/>
            <p:cNvSpPr/>
            <p:nvPr/>
          </p:nvSpPr>
          <p:spPr>
            <a:xfrm>
              <a:off x="816096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0" name="rc7250"/>
            <p:cNvSpPr/>
            <p:nvPr/>
          </p:nvSpPr>
          <p:spPr>
            <a:xfrm>
              <a:off x="816096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1" name="rc7251"/>
            <p:cNvSpPr/>
            <p:nvPr/>
          </p:nvSpPr>
          <p:spPr>
            <a:xfrm>
              <a:off x="8179301" y="3888581"/>
              <a:ext cx="18337" cy="174625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2" name="rc7252"/>
            <p:cNvSpPr/>
            <p:nvPr/>
          </p:nvSpPr>
          <p:spPr>
            <a:xfrm>
              <a:off x="817930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3" name="rc7253"/>
            <p:cNvSpPr/>
            <p:nvPr/>
          </p:nvSpPr>
          <p:spPr>
            <a:xfrm>
              <a:off x="817930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4" name="rc7254"/>
            <p:cNvSpPr/>
            <p:nvPr/>
          </p:nvSpPr>
          <p:spPr>
            <a:xfrm>
              <a:off x="8179301" y="4412456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5" name="rc7255"/>
            <p:cNvSpPr/>
            <p:nvPr/>
          </p:nvSpPr>
          <p:spPr>
            <a:xfrm>
              <a:off x="817930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6" name="rc7256"/>
            <p:cNvSpPr/>
            <p:nvPr/>
          </p:nvSpPr>
          <p:spPr>
            <a:xfrm>
              <a:off x="817930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7" name="rc7257"/>
            <p:cNvSpPr/>
            <p:nvPr/>
          </p:nvSpPr>
          <p:spPr>
            <a:xfrm>
              <a:off x="817930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8" name="rc7258"/>
            <p:cNvSpPr/>
            <p:nvPr/>
          </p:nvSpPr>
          <p:spPr>
            <a:xfrm>
              <a:off x="817930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9" name="rc7259"/>
            <p:cNvSpPr/>
            <p:nvPr/>
          </p:nvSpPr>
          <p:spPr>
            <a:xfrm>
              <a:off x="8197638" y="3888581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0" name="rc7260"/>
            <p:cNvSpPr/>
            <p:nvPr/>
          </p:nvSpPr>
          <p:spPr>
            <a:xfrm>
              <a:off x="819763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1" name="rc7261"/>
            <p:cNvSpPr/>
            <p:nvPr/>
          </p:nvSpPr>
          <p:spPr>
            <a:xfrm>
              <a:off x="819763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2" name="rc7262"/>
            <p:cNvSpPr/>
            <p:nvPr/>
          </p:nvSpPr>
          <p:spPr>
            <a:xfrm>
              <a:off x="8197638" y="4412456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3" name="rc7263"/>
            <p:cNvSpPr/>
            <p:nvPr/>
          </p:nvSpPr>
          <p:spPr>
            <a:xfrm>
              <a:off x="819763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4" name="rc7264"/>
            <p:cNvSpPr/>
            <p:nvPr/>
          </p:nvSpPr>
          <p:spPr>
            <a:xfrm>
              <a:off x="819763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5" name="rc7265"/>
            <p:cNvSpPr/>
            <p:nvPr/>
          </p:nvSpPr>
          <p:spPr>
            <a:xfrm>
              <a:off x="819763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6" name="rc7266"/>
            <p:cNvSpPr/>
            <p:nvPr/>
          </p:nvSpPr>
          <p:spPr>
            <a:xfrm>
              <a:off x="819763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7" name="rc7267"/>
            <p:cNvSpPr/>
            <p:nvPr/>
          </p:nvSpPr>
          <p:spPr>
            <a:xfrm>
              <a:off x="8215975" y="3888581"/>
              <a:ext cx="18337" cy="174625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8" name="rc7268"/>
            <p:cNvSpPr/>
            <p:nvPr/>
          </p:nvSpPr>
          <p:spPr>
            <a:xfrm>
              <a:off x="8215975" y="406320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9" name="rc7269"/>
            <p:cNvSpPr/>
            <p:nvPr/>
          </p:nvSpPr>
          <p:spPr>
            <a:xfrm>
              <a:off x="8215975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0" name="rc7270"/>
            <p:cNvSpPr/>
            <p:nvPr/>
          </p:nvSpPr>
          <p:spPr>
            <a:xfrm>
              <a:off x="8215975" y="4412456"/>
              <a:ext cx="18337" cy="174625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1" name="rc7271"/>
            <p:cNvSpPr/>
            <p:nvPr/>
          </p:nvSpPr>
          <p:spPr>
            <a:xfrm>
              <a:off x="821597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2" name="rc7272"/>
            <p:cNvSpPr/>
            <p:nvPr/>
          </p:nvSpPr>
          <p:spPr>
            <a:xfrm>
              <a:off x="821597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3" name="rc7273"/>
            <p:cNvSpPr/>
            <p:nvPr/>
          </p:nvSpPr>
          <p:spPr>
            <a:xfrm>
              <a:off x="821597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4" name="rc7274"/>
            <p:cNvSpPr/>
            <p:nvPr/>
          </p:nvSpPr>
          <p:spPr>
            <a:xfrm>
              <a:off x="821597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5" name="rc7275"/>
            <p:cNvSpPr/>
            <p:nvPr/>
          </p:nvSpPr>
          <p:spPr>
            <a:xfrm>
              <a:off x="8234312" y="3888581"/>
              <a:ext cx="18337" cy="174625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6" name="rc7276"/>
            <p:cNvSpPr/>
            <p:nvPr/>
          </p:nvSpPr>
          <p:spPr>
            <a:xfrm>
              <a:off x="8234312" y="4063206"/>
              <a:ext cx="18337" cy="174625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7" name="rc7277"/>
            <p:cNvSpPr/>
            <p:nvPr/>
          </p:nvSpPr>
          <p:spPr>
            <a:xfrm>
              <a:off x="823431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8" name="rc7278"/>
            <p:cNvSpPr/>
            <p:nvPr/>
          </p:nvSpPr>
          <p:spPr>
            <a:xfrm>
              <a:off x="8234312" y="441245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9" name="rc7279"/>
            <p:cNvSpPr/>
            <p:nvPr/>
          </p:nvSpPr>
          <p:spPr>
            <a:xfrm>
              <a:off x="823431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0" name="rc7280"/>
            <p:cNvSpPr/>
            <p:nvPr/>
          </p:nvSpPr>
          <p:spPr>
            <a:xfrm>
              <a:off x="8234312" y="476170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1" name="rc7281"/>
            <p:cNvSpPr/>
            <p:nvPr/>
          </p:nvSpPr>
          <p:spPr>
            <a:xfrm>
              <a:off x="823431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2" name="rc7282"/>
            <p:cNvSpPr/>
            <p:nvPr/>
          </p:nvSpPr>
          <p:spPr>
            <a:xfrm>
              <a:off x="823431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3" name="rc7283"/>
            <p:cNvSpPr/>
            <p:nvPr/>
          </p:nvSpPr>
          <p:spPr>
            <a:xfrm>
              <a:off x="8252649" y="3888581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4" name="rc7284"/>
            <p:cNvSpPr/>
            <p:nvPr/>
          </p:nvSpPr>
          <p:spPr>
            <a:xfrm>
              <a:off x="8252649" y="406320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5" name="rc7285"/>
            <p:cNvSpPr/>
            <p:nvPr/>
          </p:nvSpPr>
          <p:spPr>
            <a:xfrm>
              <a:off x="825264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6" name="rc7286"/>
            <p:cNvSpPr/>
            <p:nvPr/>
          </p:nvSpPr>
          <p:spPr>
            <a:xfrm>
              <a:off x="825264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7" name="rc7287"/>
            <p:cNvSpPr/>
            <p:nvPr/>
          </p:nvSpPr>
          <p:spPr>
            <a:xfrm>
              <a:off x="825264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8" name="rc7288"/>
            <p:cNvSpPr/>
            <p:nvPr/>
          </p:nvSpPr>
          <p:spPr>
            <a:xfrm>
              <a:off x="8252649" y="47617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9" name="rc7289"/>
            <p:cNvSpPr/>
            <p:nvPr/>
          </p:nvSpPr>
          <p:spPr>
            <a:xfrm>
              <a:off x="8252649" y="4936331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0" name="rc7290"/>
            <p:cNvSpPr/>
            <p:nvPr/>
          </p:nvSpPr>
          <p:spPr>
            <a:xfrm>
              <a:off x="825264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rc7291"/>
            <p:cNvSpPr/>
            <p:nvPr/>
          </p:nvSpPr>
          <p:spPr>
            <a:xfrm>
              <a:off x="8270987" y="3888581"/>
              <a:ext cx="18337" cy="174625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rc7292"/>
            <p:cNvSpPr/>
            <p:nvPr/>
          </p:nvSpPr>
          <p:spPr>
            <a:xfrm>
              <a:off x="8270987" y="4063206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rc7293"/>
            <p:cNvSpPr/>
            <p:nvPr/>
          </p:nvSpPr>
          <p:spPr>
            <a:xfrm>
              <a:off x="827098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rc7294"/>
            <p:cNvSpPr/>
            <p:nvPr/>
          </p:nvSpPr>
          <p:spPr>
            <a:xfrm>
              <a:off x="8270987" y="44124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rc7295"/>
            <p:cNvSpPr/>
            <p:nvPr/>
          </p:nvSpPr>
          <p:spPr>
            <a:xfrm>
              <a:off x="827098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rc7296"/>
            <p:cNvSpPr/>
            <p:nvPr/>
          </p:nvSpPr>
          <p:spPr>
            <a:xfrm>
              <a:off x="827098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rc7297"/>
            <p:cNvSpPr/>
            <p:nvPr/>
          </p:nvSpPr>
          <p:spPr>
            <a:xfrm>
              <a:off x="8270987" y="4936331"/>
              <a:ext cx="18337" cy="174625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rc7298"/>
            <p:cNvSpPr/>
            <p:nvPr/>
          </p:nvSpPr>
          <p:spPr>
            <a:xfrm>
              <a:off x="827098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rc7299"/>
            <p:cNvSpPr/>
            <p:nvPr/>
          </p:nvSpPr>
          <p:spPr>
            <a:xfrm>
              <a:off x="8289324" y="3888581"/>
              <a:ext cx="18337" cy="174625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rc7300"/>
            <p:cNvSpPr/>
            <p:nvPr/>
          </p:nvSpPr>
          <p:spPr>
            <a:xfrm>
              <a:off x="8289324" y="406320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rc7301"/>
            <p:cNvSpPr/>
            <p:nvPr/>
          </p:nvSpPr>
          <p:spPr>
            <a:xfrm>
              <a:off x="828932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rc7302"/>
            <p:cNvSpPr/>
            <p:nvPr/>
          </p:nvSpPr>
          <p:spPr>
            <a:xfrm>
              <a:off x="8289324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rc7303"/>
            <p:cNvSpPr/>
            <p:nvPr/>
          </p:nvSpPr>
          <p:spPr>
            <a:xfrm>
              <a:off x="828932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rc7304"/>
            <p:cNvSpPr/>
            <p:nvPr/>
          </p:nvSpPr>
          <p:spPr>
            <a:xfrm>
              <a:off x="828932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rc7305"/>
            <p:cNvSpPr/>
            <p:nvPr/>
          </p:nvSpPr>
          <p:spPr>
            <a:xfrm>
              <a:off x="8289324" y="4936331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rc7306"/>
            <p:cNvSpPr/>
            <p:nvPr/>
          </p:nvSpPr>
          <p:spPr>
            <a:xfrm>
              <a:off x="828932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rc7307"/>
            <p:cNvSpPr/>
            <p:nvPr/>
          </p:nvSpPr>
          <p:spPr>
            <a:xfrm>
              <a:off x="8307661" y="388858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rc7308"/>
            <p:cNvSpPr/>
            <p:nvPr/>
          </p:nvSpPr>
          <p:spPr>
            <a:xfrm>
              <a:off x="8307661" y="4063206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rc7309"/>
            <p:cNvSpPr/>
            <p:nvPr/>
          </p:nvSpPr>
          <p:spPr>
            <a:xfrm>
              <a:off x="8307661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rc7310"/>
            <p:cNvSpPr/>
            <p:nvPr/>
          </p:nvSpPr>
          <p:spPr>
            <a:xfrm>
              <a:off x="830766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rc7311"/>
            <p:cNvSpPr/>
            <p:nvPr/>
          </p:nvSpPr>
          <p:spPr>
            <a:xfrm>
              <a:off x="8307661" y="4587081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rc7312"/>
            <p:cNvSpPr/>
            <p:nvPr/>
          </p:nvSpPr>
          <p:spPr>
            <a:xfrm>
              <a:off x="830766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rc7313"/>
            <p:cNvSpPr/>
            <p:nvPr/>
          </p:nvSpPr>
          <p:spPr>
            <a:xfrm>
              <a:off x="830766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rc7314"/>
            <p:cNvSpPr/>
            <p:nvPr/>
          </p:nvSpPr>
          <p:spPr>
            <a:xfrm>
              <a:off x="830766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rc7315"/>
            <p:cNvSpPr/>
            <p:nvPr/>
          </p:nvSpPr>
          <p:spPr>
            <a:xfrm>
              <a:off x="8325998" y="3888581"/>
              <a:ext cx="18337" cy="174625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rc7316"/>
            <p:cNvSpPr/>
            <p:nvPr/>
          </p:nvSpPr>
          <p:spPr>
            <a:xfrm>
              <a:off x="8325998" y="4063206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rc7317"/>
            <p:cNvSpPr/>
            <p:nvPr/>
          </p:nvSpPr>
          <p:spPr>
            <a:xfrm>
              <a:off x="832599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rc7318"/>
            <p:cNvSpPr/>
            <p:nvPr/>
          </p:nvSpPr>
          <p:spPr>
            <a:xfrm>
              <a:off x="832599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rc7319"/>
            <p:cNvSpPr/>
            <p:nvPr/>
          </p:nvSpPr>
          <p:spPr>
            <a:xfrm>
              <a:off x="8325998" y="4587081"/>
              <a:ext cx="18337" cy="174625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rc7320"/>
            <p:cNvSpPr/>
            <p:nvPr/>
          </p:nvSpPr>
          <p:spPr>
            <a:xfrm>
              <a:off x="832599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rc7321"/>
            <p:cNvSpPr/>
            <p:nvPr/>
          </p:nvSpPr>
          <p:spPr>
            <a:xfrm>
              <a:off x="832599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rc7322"/>
            <p:cNvSpPr/>
            <p:nvPr/>
          </p:nvSpPr>
          <p:spPr>
            <a:xfrm>
              <a:off x="832599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rc7323"/>
            <p:cNvSpPr/>
            <p:nvPr/>
          </p:nvSpPr>
          <p:spPr>
            <a:xfrm>
              <a:off x="8344335" y="3888581"/>
              <a:ext cx="18337" cy="174625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rc7324"/>
            <p:cNvSpPr/>
            <p:nvPr/>
          </p:nvSpPr>
          <p:spPr>
            <a:xfrm>
              <a:off x="8344335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rc7325"/>
            <p:cNvSpPr/>
            <p:nvPr/>
          </p:nvSpPr>
          <p:spPr>
            <a:xfrm>
              <a:off x="8344335" y="423783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rc7326"/>
            <p:cNvSpPr/>
            <p:nvPr/>
          </p:nvSpPr>
          <p:spPr>
            <a:xfrm>
              <a:off x="834433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rc7327"/>
            <p:cNvSpPr/>
            <p:nvPr/>
          </p:nvSpPr>
          <p:spPr>
            <a:xfrm>
              <a:off x="834433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rc7328"/>
            <p:cNvSpPr/>
            <p:nvPr/>
          </p:nvSpPr>
          <p:spPr>
            <a:xfrm>
              <a:off x="834433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rc7329"/>
            <p:cNvSpPr/>
            <p:nvPr/>
          </p:nvSpPr>
          <p:spPr>
            <a:xfrm>
              <a:off x="834433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rc7330"/>
            <p:cNvSpPr/>
            <p:nvPr/>
          </p:nvSpPr>
          <p:spPr>
            <a:xfrm>
              <a:off x="8344335" y="511095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rc7331"/>
            <p:cNvSpPr/>
            <p:nvPr/>
          </p:nvSpPr>
          <p:spPr>
            <a:xfrm>
              <a:off x="8362673" y="3888581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rc7332"/>
            <p:cNvSpPr/>
            <p:nvPr/>
          </p:nvSpPr>
          <p:spPr>
            <a:xfrm>
              <a:off x="8362673" y="406320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rc7333"/>
            <p:cNvSpPr/>
            <p:nvPr/>
          </p:nvSpPr>
          <p:spPr>
            <a:xfrm>
              <a:off x="8362673" y="4237831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rc7334"/>
            <p:cNvSpPr/>
            <p:nvPr/>
          </p:nvSpPr>
          <p:spPr>
            <a:xfrm>
              <a:off x="8362673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rc7335"/>
            <p:cNvSpPr/>
            <p:nvPr/>
          </p:nvSpPr>
          <p:spPr>
            <a:xfrm>
              <a:off x="836267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rc7336"/>
            <p:cNvSpPr/>
            <p:nvPr/>
          </p:nvSpPr>
          <p:spPr>
            <a:xfrm>
              <a:off x="836267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rc7337"/>
            <p:cNvSpPr/>
            <p:nvPr/>
          </p:nvSpPr>
          <p:spPr>
            <a:xfrm>
              <a:off x="836267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rc7338"/>
            <p:cNvSpPr/>
            <p:nvPr/>
          </p:nvSpPr>
          <p:spPr>
            <a:xfrm>
              <a:off x="836267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rc7339"/>
            <p:cNvSpPr/>
            <p:nvPr/>
          </p:nvSpPr>
          <p:spPr>
            <a:xfrm>
              <a:off x="8381010" y="3888581"/>
              <a:ext cx="18337" cy="174625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rc7340"/>
            <p:cNvSpPr/>
            <p:nvPr/>
          </p:nvSpPr>
          <p:spPr>
            <a:xfrm>
              <a:off x="838101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rc7341"/>
            <p:cNvSpPr/>
            <p:nvPr/>
          </p:nvSpPr>
          <p:spPr>
            <a:xfrm>
              <a:off x="8381010" y="4237831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rc7342"/>
            <p:cNvSpPr/>
            <p:nvPr/>
          </p:nvSpPr>
          <p:spPr>
            <a:xfrm>
              <a:off x="838101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rc7343"/>
            <p:cNvSpPr/>
            <p:nvPr/>
          </p:nvSpPr>
          <p:spPr>
            <a:xfrm>
              <a:off x="838101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rc7344"/>
            <p:cNvSpPr/>
            <p:nvPr/>
          </p:nvSpPr>
          <p:spPr>
            <a:xfrm>
              <a:off x="838101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rc7345"/>
            <p:cNvSpPr/>
            <p:nvPr/>
          </p:nvSpPr>
          <p:spPr>
            <a:xfrm>
              <a:off x="838101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rc7346"/>
            <p:cNvSpPr/>
            <p:nvPr/>
          </p:nvSpPr>
          <p:spPr>
            <a:xfrm>
              <a:off x="838101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rc7347"/>
            <p:cNvSpPr/>
            <p:nvPr/>
          </p:nvSpPr>
          <p:spPr>
            <a:xfrm>
              <a:off x="8399347" y="3888581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rc7348"/>
            <p:cNvSpPr/>
            <p:nvPr/>
          </p:nvSpPr>
          <p:spPr>
            <a:xfrm>
              <a:off x="8399347" y="406320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rc7349"/>
            <p:cNvSpPr/>
            <p:nvPr/>
          </p:nvSpPr>
          <p:spPr>
            <a:xfrm>
              <a:off x="839934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rc7350"/>
            <p:cNvSpPr/>
            <p:nvPr/>
          </p:nvSpPr>
          <p:spPr>
            <a:xfrm>
              <a:off x="839934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rc7351"/>
            <p:cNvSpPr/>
            <p:nvPr/>
          </p:nvSpPr>
          <p:spPr>
            <a:xfrm>
              <a:off x="839934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rc7352"/>
            <p:cNvSpPr/>
            <p:nvPr/>
          </p:nvSpPr>
          <p:spPr>
            <a:xfrm>
              <a:off x="839934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rc7353"/>
            <p:cNvSpPr/>
            <p:nvPr/>
          </p:nvSpPr>
          <p:spPr>
            <a:xfrm>
              <a:off x="839934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rc7354"/>
            <p:cNvSpPr/>
            <p:nvPr/>
          </p:nvSpPr>
          <p:spPr>
            <a:xfrm>
              <a:off x="839934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rc7355"/>
            <p:cNvSpPr/>
            <p:nvPr/>
          </p:nvSpPr>
          <p:spPr>
            <a:xfrm>
              <a:off x="8417684" y="3888581"/>
              <a:ext cx="18337" cy="174625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rc7356"/>
            <p:cNvSpPr/>
            <p:nvPr/>
          </p:nvSpPr>
          <p:spPr>
            <a:xfrm>
              <a:off x="8417684" y="406320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rc7357"/>
            <p:cNvSpPr/>
            <p:nvPr/>
          </p:nvSpPr>
          <p:spPr>
            <a:xfrm>
              <a:off x="8417684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rc7358"/>
            <p:cNvSpPr/>
            <p:nvPr/>
          </p:nvSpPr>
          <p:spPr>
            <a:xfrm>
              <a:off x="8417684" y="44124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rc7359"/>
            <p:cNvSpPr/>
            <p:nvPr/>
          </p:nvSpPr>
          <p:spPr>
            <a:xfrm>
              <a:off x="841768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rc7360"/>
            <p:cNvSpPr/>
            <p:nvPr/>
          </p:nvSpPr>
          <p:spPr>
            <a:xfrm>
              <a:off x="8417684" y="47617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rc7361"/>
            <p:cNvSpPr/>
            <p:nvPr/>
          </p:nvSpPr>
          <p:spPr>
            <a:xfrm>
              <a:off x="841768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rc7362"/>
            <p:cNvSpPr/>
            <p:nvPr/>
          </p:nvSpPr>
          <p:spPr>
            <a:xfrm>
              <a:off x="841768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rc7363"/>
            <p:cNvSpPr/>
            <p:nvPr/>
          </p:nvSpPr>
          <p:spPr>
            <a:xfrm>
              <a:off x="8436021" y="3888581"/>
              <a:ext cx="18337" cy="174625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rc7364"/>
            <p:cNvSpPr/>
            <p:nvPr/>
          </p:nvSpPr>
          <p:spPr>
            <a:xfrm>
              <a:off x="843602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rc7365"/>
            <p:cNvSpPr/>
            <p:nvPr/>
          </p:nvSpPr>
          <p:spPr>
            <a:xfrm>
              <a:off x="843602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rc7366"/>
            <p:cNvSpPr/>
            <p:nvPr/>
          </p:nvSpPr>
          <p:spPr>
            <a:xfrm>
              <a:off x="843602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rc7367"/>
            <p:cNvSpPr/>
            <p:nvPr/>
          </p:nvSpPr>
          <p:spPr>
            <a:xfrm>
              <a:off x="843602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rc7368"/>
            <p:cNvSpPr/>
            <p:nvPr/>
          </p:nvSpPr>
          <p:spPr>
            <a:xfrm>
              <a:off x="843602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rc7369"/>
            <p:cNvSpPr/>
            <p:nvPr/>
          </p:nvSpPr>
          <p:spPr>
            <a:xfrm>
              <a:off x="843602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rc7370"/>
            <p:cNvSpPr/>
            <p:nvPr/>
          </p:nvSpPr>
          <p:spPr>
            <a:xfrm>
              <a:off x="843602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rc7371"/>
            <p:cNvSpPr/>
            <p:nvPr/>
          </p:nvSpPr>
          <p:spPr>
            <a:xfrm>
              <a:off x="8454358" y="3888581"/>
              <a:ext cx="18337" cy="174625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rc7372"/>
            <p:cNvSpPr/>
            <p:nvPr/>
          </p:nvSpPr>
          <p:spPr>
            <a:xfrm>
              <a:off x="845435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rc7373"/>
            <p:cNvSpPr/>
            <p:nvPr/>
          </p:nvSpPr>
          <p:spPr>
            <a:xfrm>
              <a:off x="845435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rc7374"/>
            <p:cNvSpPr/>
            <p:nvPr/>
          </p:nvSpPr>
          <p:spPr>
            <a:xfrm>
              <a:off x="845435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rc7375"/>
            <p:cNvSpPr/>
            <p:nvPr/>
          </p:nvSpPr>
          <p:spPr>
            <a:xfrm>
              <a:off x="845435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rc7376"/>
            <p:cNvSpPr/>
            <p:nvPr/>
          </p:nvSpPr>
          <p:spPr>
            <a:xfrm>
              <a:off x="845435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rc7377"/>
            <p:cNvSpPr/>
            <p:nvPr/>
          </p:nvSpPr>
          <p:spPr>
            <a:xfrm>
              <a:off x="845435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rc7378"/>
            <p:cNvSpPr/>
            <p:nvPr/>
          </p:nvSpPr>
          <p:spPr>
            <a:xfrm>
              <a:off x="845435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rc7379"/>
            <p:cNvSpPr/>
            <p:nvPr/>
          </p:nvSpPr>
          <p:spPr>
            <a:xfrm>
              <a:off x="8472696" y="3888581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rc7380"/>
            <p:cNvSpPr/>
            <p:nvPr/>
          </p:nvSpPr>
          <p:spPr>
            <a:xfrm>
              <a:off x="847269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rc7381"/>
            <p:cNvSpPr/>
            <p:nvPr/>
          </p:nvSpPr>
          <p:spPr>
            <a:xfrm>
              <a:off x="847269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rc7382"/>
            <p:cNvSpPr/>
            <p:nvPr/>
          </p:nvSpPr>
          <p:spPr>
            <a:xfrm>
              <a:off x="847269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rc7383"/>
            <p:cNvSpPr/>
            <p:nvPr/>
          </p:nvSpPr>
          <p:spPr>
            <a:xfrm>
              <a:off x="8472696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rc7384"/>
            <p:cNvSpPr/>
            <p:nvPr/>
          </p:nvSpPr>
          <p:spPr>
            <a:xfrm>
              <a:off x="847269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rc7385"/>
            <p:cNvSpPr/>
            <p:nvPr/>
          </p:nvSpPr>
          <p:spPr>
            <a:xfrm>
              <a:off x="847269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rc7386"/>
            <p:cNvSpPr/>
            <p:nvPr/>
          </p:nvSpPr>
          <p:spPr>
            <a:xfrm>
              <a:off x="847269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rc7387"/>
            <p:cNvSpPr/>
            <p:nvPr/>
          </p:nvSpPr>
          <p:spPr>
            <a:xfrm>
              <a:off x="8491033" y="3888581"/>
              <a:ext cx="18337" cy="174625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rc7388"/>
            <p:cNvSpPr/>
            <p:nvPr/>
          </p:nvSpPr>
          <p:spPr>
            <a:xfrm>
              <a:off x="849103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rc7389"/>
            <p:cNvSpPr/>
            <p:nvPr/>
          </p:nvSpPr>
          <p:spPr>
            <a:xfrm>
              <a:off x="849103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rc7390"/>
            <p:cNvSpPr/>
            <p:nvPr/>
          </p:nvSpPr>
          <p:spPr>
            <a:xfrm>
              <a:off x="8491033" y="4412456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rc7391"/>
            <p:cNvSpPr/>
            <p:nvPr/>
          </p:nvSpPr>
          <p:spPr>
            <a:xfrm>
              <a:off x="849103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rc7392"/>
            <p:cNvSpPr/>
            <p:nvPr/>
          </p:nvSpPr>
          <p:spPr>
            <a:xfrm>
              <a:off x="849103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rc7393"/>
            <p:cNvSpPr/>
            <p:nvPr/>
          </p:nvSpPr>
          <p:spPr>
            <a:xfrm>
              <a:off x="849103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rc7394"/>
            <p:cNvSpPr/>
            <p:nvPr/>
          </p:nvSpPr>
          <p:spPr>
            <a:xfrm>
              <a:off x="8491033" y="511095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rc7395"/>
            <p:cNvSpPr/>
            <p:nvPr/>
          </p:nvSpPr>
          <p:spPr>
            <a:xfrm>
              <a:off x="8509370" y="3888581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rc7396"/>
            <p:cNvSpPr/>
            <p:nvPr/>
          </p:nvSpPr>
          <p:spPr>
            <a:xfrm>
              <a:off x="850937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rc7397"/>
            <p:cNvSpPr/>
            <p:nvPr/>
          </p:nvSpPr>
          <p:spPr>
            <a:xfrm>
              <a:off x="850937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rc7398"/>
            <p:cNvSpPr/>
            <p:nvPr/>
          </p:nvSpPr>
          <p:spPr>
            <a:xfrm>
              <a:off x="850937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rc7399"/>
            <p:cNvSpPr/>
            <p:nvPr/>
          </p:nvSpPr>
          <p:spPr>
            <a:xfrm>
              <a:off x="8509370" y="45870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rc7400"/>
            <p:cNvSpPr/>
            <p:nvPr/>
          </p:nvSpPr>
          <p:spPr>
            <a:xfrm>
              <a:off x="850937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rc7401"/>
            <p:cNvSpPr/>
            <p:nvPr/>
          </p:nvSpPr>
          <p:spPr>
            <a:xfrm>
              <a:off x="850937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rc7402"/>
            <p:cNvSpPr/>
            <p:nvPr/>
          </p:nvSpPr>
          <p:spPr>
            <a:xfrm>
              <a:off x="850937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rc7403"/>
            <p:cNvSpPr/>
            <p:nvPr/>
          </p:nvSpPr>
          <p:spPr>
            <a:xfrm>
              <a:off x="8527707" y="3888581"/>
              <a:ext cx="18337" cy="174625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rc7404"/>
            <p:cNvSpPr/>
            <p:nvPr/>
          </p:nvSpPr>
          <p:spPr>
            <a:xfrm>
              <a:off x="852770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rc7405"/>
            <p:cNvSpPr/>
            <p:nvPr/>
          </p:nvSpPr>
          <p:spPr>
            <a:xfrm>
              <a:off x="852770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rc7406"/>
            <p:cNvSpPr/>
            <p:nvPr/>
          </p:nvSpPr>
          <p:spPr>
            <a:xfrm>
              <a:off x="852770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rc7407"/>
            <p:cNvSpPr/>
            <p:nvPr/>
          </p:nvSpPr>
          <p:spPr>
            <a:xfrm>
              <a:off x="852770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rc7408"/>
            <p:cNvSpPr/>
            <p:nvPr/>
          </p:nvSpPr>
          <p:spPr>
            <a:xfrm>
              <a:off x="852770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rc7409"/>
            <p:cNvSpPr/>
            <p:nvPr/>
          </p:nvSpPr>
          <p:spPr>
            <a:xfrm>
              <a:off x="852770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rc7410"/>
            <p:cNvSpPr/>
            <p:nvPr/>
          </p:nvSpPr>
          <p:spPr>
            <a:xfrm>
              <a:off x="852770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rc7411"/>
            <p:cNvSpPr/>
            <p:nvPr/>
          </p:nvSpPr>
          <p:spPr>
            <a:xfrm>
              <a:off x="8546044" y="3888581"/>
              <a:ext cx="18337" cy="174625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rc7412"/>
            <p:cNvSpPr/>
            <p:nvPr/>
          </p:nvSpPr>
          <p:spPr>
            <a:xfrm>
              <a:off x="8546044" y="4063206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rc7413"/>
            <p:cNvSpPr/>
            <p:nvPr/>
          </p:nvSpPr>
          <p:spPr>
            <a:xfrm>
              <a:off x="854604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rc7414"/>
            <p:cNvSpPr/>
            <p:nvPr/>
          </p:nvSpPr>
          <p:spPr>
            <a:xfrm>
              <a:off x="8546044" y="44124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rc7415"/>
            <p:cNvSpPr/>
            <p:nvPr/>
          </p:nvSpPr>
          <p:spPr>
            <a:xfrm>
              <a:off x="854604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rc7416"/>
            <p:cNvSpPr/>
            <p:nvPr/>
          </p:nvSpPr>
          <p:spPr>
            <a:xfrm>
              <a:off x="8546044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rc7417"/>
            <p:cNvSpPr/>
            <p:nvPr/>
          </p:nvSpPr>
          <p:spPr>
            <a:xfrm>
              <a:off x="854604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rc7418"/>
            <p:cNvSpPr/>
            <p:nvPr/>
          </p:nvSpPr>
          <p:spPr>
            <a:xfrm>
              <a:off x="854604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rc7419"/>
            <p:cNvSpPr/>
            <p:nvPr/>
          </p:nvSpPr>
          <p:spPr>
            <a:xfrm>
              <a:off x="8564382" y="3888581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rc7420"/>
            <p:cNvSpPr/>
            <p:nvPr/>
          </p:nvSpPr>
          <p:spPr>
            <a:xfrm>
              <a:off x="8564382" y="4063206"/>
              <a:ext cx="18337" cy="174625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rc7421"/>
            <p:cNvSpPr/>
            <p:nvPr/>
          </p:nvSpPr>
          <p:spPr>
            <a:xfrm>
              <a:off x="8564382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rc7422"/>
            <p:cNvSpPr/>
            <p:nvPr/>
          </p:nvSpPr>
          <p:spPr>
            <a:xfrm>
              <a:off x="856438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rc7423"/>
            <p:cNvSpPr/>
            <p:nvPr/>
          </p:nvSpPr>
          <p:spPr>
            <a:xfrm>
              <a:off x="8564382" y="458708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rc7424"/>
            <p:cNvSpPr/>
            <p:nvPr/>
          </p:nvSpPr>
          <p:spPr>
            <a:xfrm>
              <a:off x="856438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rc7425"/>
            <p:cNvSpPr/>
            <p:nvPr/>
          </p:nvSpPr>
          <p:spPr>
            <a:xfrm>
              <a:off x="856438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rc7426"/>
            <p:cNvSpPr/>
            <p:nvPr/>
          </p:nvSpPr>
          <p:spPr>
            <a:xfrm>
              <a:off x="856438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rc7427"/>
            <p:cNvSpPr/>
            <p:nvPr/>
          </p:nvSpPr>
          <p:spPr>
            <a:xfrm>
              <a:off x="8582719" y="3888581"/>
              <a:ext cx="18337" cy="174625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rc7428"/>
            <p:cNvSpPr/>
            <p:nvPr/>
          </p:nvSpPr>
          <p:spPr>
            <a:xfrm>
              <a:off x="8582719" y="4063206"/>
              <a:ext cx="18337" cy="174625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rc7429"/>
            <p:cNvSpPr/>
            <p:nvPr/>
          </p:nvSpPr>
          <p:spPr>
            <a:xfrm>
              <a:off x="858271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rc7430"/>
            <p:cNvSpPr/>
            <p:nvPr/>
          </p:nvSpPr>
          <p:spPr>
            <a:xfrm>
              <a:off x="858271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rc7431"/>
            <p:cNvSpPr/>
            <p:nvPr/>
          </p:nvSpPr>
          <p:spPr>
            <a:xfrm>
              <a:off x="858271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rc7432"/>
            <p:cNvSpPr/>
            <p:nvPr/>
          </p:nvSpPr>
          <p:spPr>
            <a:xfrm>
              <a:off x="858271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rc7433"/>
            <p:cNvSpPr/>
            <p:nvPr/>
          </p:nvSpPr>
          <p:spPr>
            <a:xfrm>
              <a:off x="858271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rc7434"/>
            <p:cNvSpPr/>
            <p:nvPr/>
          </p:nvSpPr>
          <p:spPr>
            <a:xfrm>
              <a:off x="858271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rc7435"/>
            <p:cNvSpPr/>
            <p:nvPr/>
          </p:nvSpPr>
          <p:spPr>
            <a:xfrm>
              <a:off x="8601056" y="3888581"/>
              <a:ext cx="18337" cy="174625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rc7436"/>
            <p:cNvSpPr/>
            <p:nvPr/>
          </p:nvSpPr>
          <p:spPr>
            <a:xfrm>
              <a:off x="8601056" y="4063206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rc7437"/>
            <p:cNvSpPr/>
            <p:nvPr/>
          </p:nvSpPr>
          <p:spPr>
            <a:xfrm>
              <a:off x="860105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rc7438"/>
            <p:cNvSpPr/>
            <p:nvPr/>
          </p:nvSpPr>
          <p:spPr>
            <a:xfrm>
              <a:off x="860105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rc7439"/>
            <p:cNvSpPr/>
            <p:nvPr/>
          </p:nvSpPr>
          <p:spPr>
            <a:xfrm>
              <a:off x="860105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rc7440"/>
            <p:cNvSpPr/>
            <p:nvPr/>
          </p:nvSpPr>
          <p:spPr>
            <a:xfrm>
              <a:off x="860105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rc7441"/>
            <p:cNvSpPr/>
            <p:nvPr/>
          </p:nvSpPr>
          <p:spPr>
            <a:xfrm>
              <a:off x="860105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rc7442"/>
            <p:cNvSpPr/>
            <p:nvPr/>
          </p:nvSpPr>
          <p:spPr>
            <a:xfrm>
              <a:off x="860105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rc7443"/>
            <p:cNvSpPr/>
            <p:nvPr/>
          </p:nvSpPr>
          <p:spPr>
            <a:xfrm>
              <a:off x="8619393" y="3888581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rc7444"/>
            <p:cNvSpPr/>
            <p:nvPr/>
          </p:nvSpPr>
          <p:spPr>
            <a:xfrm>
              <a:off x="8619393" y="4063206"/>
              <a:ext cx="18337" cy="174625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rc7445"/>
            <p:cNvSpPr/>
            <p:nvPr/>
          </p:nvSpPr>
          <p:spPr>
            <a:xfrm>
              <a:off x="861939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rc7446"/>
            <p:cNvSpPr/>
            <p:nvPr/>
          </p:nvSpPr>
          <p:spPr>
            <a:xfrm>
              <a:off x="861939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rc7447"/>
            <p:cNvSpPr/>
            <p:nvPr/>
          </p:nvSpPr>
          <p:spPr>
            <a:xfrm>
              <a:off x="861939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rc7448"/>
            <p:cNvSpPr/>
            <p:nvPr/>
          </p:nvSpPr>
          <p:spPr>
            <a:xfrm>
              <a:off x="861939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rc7449"/>
            <p:cNvSpPr/>
            <p:nvPr/>
          </p:nvSpPr>
          <p:spPr>
            <a:xfrm>
              <a:off x="861939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rc7450"/>
            <p:cNvSpPr/>
            <p:nvPr/>
          </p:nvSpPr>
          <p:spPr>
            <a:xfrm>
              <a:off x="861939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rc7451"/>
            <p:cNvSpPr/>
            <p:nvPr/>
          </p:nvSpPr>
          <p:spPr>
            <a:xfrm>
              <a:off x="8637730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rc7452"/>
            <p:cNvSpPr/>
            <p:nvPr/>
          </p:nvSpPr>
          <p:spPr>
            <a:xfrm>
              <a:off x="8637730" y="4063206"/>
              <a:ext cx="18337" cy="174625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rc7453"/>
            <p:cNvSpPr/>
            <p:nvPr/>
          </p:nvSpPr>
          <p:spPr>
            <a:xfrm>
              <a:off x="863773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rc7454"/>
            <p:cNvSpPr/>
            <p:nvPr/>
          </p:nvSpPr>
          <p:spPr>
            <a:xfrm>
              <a:off x="863773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rc7455"/>
            <p:cNvSpPr/>
            <p:nvPr/>
          </p:nvSpPr>
          <p:spPr>
            <a:xfrm>
              <a:off x="863773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rc7456"/>
            <p:cNvSpPr/>
            <p:nvPr/>
          </p:nvSpPr>
          <p:spPr>
            <a:xfrm>
              <a:off x="863773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rc7457"/>
            <p:cNvSpPr/>
            <p:nvPr/>
          </p:nvSpPr>
          <p:spPr>
            <a:xfrm>
              <a:off x="863773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rc7458"/>
            <p:cNvSpPr/>
            <p:nvPr/>
          </p:nvSpPr>
          <p:spPr>
            <a:xfrm>
              <a:off x="8637730" y="51109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rc7459"/>
            <p:cNvSpPr/>
            <p:nvPr/>
          </p:nvSpPr>
          <p:spPr>
            <a:xfrm>
              <a:off x="8656068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rc7460"/>
            <p:cNvSpPr/>
            <p:nvPr/>
          </p:nvSpPr>
          <p:spPr>
            <a:xfrm>
              <a:off x="8656068" y="4063206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rc7461"/>
            <p:cNvSpPr/>
            <p:nvPr/>
          </p:nvSpPr>
          <p:spPr>
            <a:xfrm>
              <a:off x="865606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rc7462"/>
            <p:cNvSpPr/>
            <p:nvPr/>
          </p:nvSpPr>
          <p:spPr>
            <a:xfrm>
              <a:off x="865606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rc7463"/>
            <p:cNvSpPr/>
            <p:nvPr/>
          </p:nvSpPr>
          <p:spPr>
            <a:xfrm>
              <a:off x="865606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rc7464"/>
            <p:cNvSpPr/>
            <p:nvPr/>
          </p:nvSpPr>
          <p:spPr>
            <a:xfrm>
              <a:off x="865606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rc7465"/>
            <p:cNvSpPr/>
            <p:nvPr/>
          </p:nvSpPr>
          <p:spPr>
            <a:xfrm>
              <a:off x="865606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rc7466"/>
            <p:cNvSpPr/>
            <p:nvPr/>
          </p:nvSpPr>
          <p:spPr>
            <a:xfrm>
              <a:off x="865606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rc7467"/>
            <p:cNvSpPr/>
            <p:nvPr/>
          </p:nvSpPr>
          <p:spPr>
            <a:xfrm>
              <a:off x="8674405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rc7468"/>
            <p:cNvSpPr/>
            <p:nvPr/>
          </p:nvSpPr>
          <p:spPr>
            <a:xfrm>
              <a:off x="8674405" y="4063206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rc7469"/>
            <p:cNvSpPr/>
            <p:nvPr/>
          </p:nvSpPr>
          <p:spPr>
            <a:xfrm>
              <a:off x="867440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rc7470"/>
            <p:cNvSpPr/>
            <p:nvPr/>
          </p:nvSpPr>
          <p:spPr>
            <a:xfrm>
              <a:off x="867440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rc7471"/>
            <p:cNvSpPr/>
            <p:nvPr/>
          </p:nvSpPr>
          <p:spPr>
            <a:xfrm>
              <a:off x="867440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rc7472"/>
            <p:cNvSpPr/>
            <p:nvPr/>
          </p:nvSpPr>
          <p:spPr>
            <a:xfrm>
              <a:off x="867440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rc7473"/>
            <p:cNvSpPr/>
            <p:nvPr/>
          </p:nvSpPr>
          <p:spPr>
            <a:xfrm>
              <a:off x="867440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rc7474"/>
            <p:cNvSpPr/>
            <p:nvPr/>
          </p:nvSpPr>
          <p:spPr>
            <a:xfrm>
              <a:off x="867440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rc7475"/>
            <p:cNvSpPr/>
            <p:nvPr/>
          </p:nvSpPr>
          <p:spPr>
            <a:xfrm>
              <a:off x="8692742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rc7476"/>
            <p:cNvSpPr/>
            <p:nvPr/>
          </p:nvSpPr>
          <p:spPr>
            <a:xfrm>
              <a:off x="8692742" y="4063206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rc7477"/>
            <p:cNvSpPr/>
            <p:nvPr/>
          </p:nvSpPr>
          <p:spPr>
            <a:xfrm>
              <a:off x="869274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rc7478"/>
            <p:cNvSpPr/>
            <p:nvPr/>
          </p:nvSpPr>
          <p:spPr>
            <a:xfrm>
              <a:off x="869274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rc7479"/>
            <p:cNvSpPr/>
            <p:nvPr/>
          </p:nvSpPr>
          <p:spPr>
            <a:xfrm>
              <a:off x="869274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rc7480"/>
            <p:cNvSpPr/>
            <p:nvPr/>
          </p:nvSpPr>
          <p:spPr>
            <a:xfrm>
              <a:off x="869274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rc7481"/>
            <p:cNvSpPr/>
            <p:nvPr/>
          </p:nvSpPr>
          <p:spPr>
            <a:xfrm>
              <a:off x="869274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rc7482"/>
            <p:cNvSpPr/>
            <p:nvPr/>
          </p:nvSpPr>
          <p:spPr>
            <a:xfrm>
              <a:off x="869274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rc7483"/>
            <p:cNvSpPr/>
            <p:nvPr/>
          </p:nvSpPr>
          <p:spPr>
            <a:xfrm>
              <a:off x="8711079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rc7484"/>
            <p:cNvSpPr/>
            <p:nvPr/>
          </p:nvSpPr>
          <p:spPr>
            <a:xfrm>
              <a:off x="8711079" y="406320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rc7485"/>
            <p:cNvSpPr/>
            <p:nvPr/>
          </p:nvSpPr>
          <p:spPr>
            <a:xfrm>
              <a:off x="871107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rc7486"/>
            <p:cNvSpPr/>
            <p:nvPr/>
          </p:nvSpPr>
          <p:spPr>
            <a:xfrm>
              <a:off x="871107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rc7487"/>
            <p:cNvSpPr/>
            <p:nvPr/>
          </p:nvSpPr>
          <p:spPr>
            <a:xfrm>
              <a:off x="871107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rc7488"/>
            <p:cNvSpPr/>
            <p:nvPr/>
          </p:nvSpPr>
          <p:spPr>
            <a:xfrm>
              <a:off x="871107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rc7489"/>
            <p:cNvSpPr/>
            <p:nvPr/>
          </p:nvSpPr>
          <p:spPr>
            <a:xfrm>
              <a:off x="871107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rc7490"/>
            <p:cNvSpPr/>
            <p:nvPr/>
          </p:nvSpPr>
          <p:spPr>
            <a:xfrm>
              <a:off x="871107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rc7491"/>
            <p:cNvSpPr/>
            <p:nvPr/>
          </p:nvSpPr>
          <p:spPr>
            <a:xfrm>
              <a:off x="8729416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rc7492"/>
            <p:cNvSpPr/>
            <p:nvPr/>
          </p:nvSpPr>
          <p:spPr>
            <a:xfrm>
              <a:off x="8729416" y="406320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rc7493"/>
            <p:cNvSpPr/>
            <p:nvPr/>
          </p:nvSpPr>
          <p:spPr>
            <a:xfrm>
              <a:off x="872941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rc7494"/>
            <p:cNvSpPr/>
            <p:nvPr/>
          </p:nvSpPr>
          <p:spPr>
            <a:xfrm>
              <a:off x="872941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rc7495"/>
            <p:cNvSpPr/>
            <p:nvPr/>
          </p:nvSpPr>
          <p:spPr>
            <a:xfrm>
              <a:off x="872941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rc7496"/>
            <p:cNvSpPr/>
            <p:nvPr/>
          </p:nvSpPr>
          <p:spPr>
            <a:xfrm>
              <a:off x="872941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rc7497"/>
            <p:cNvSpPr/>
            <p:nvPr/>
          </p:nvSpPr>
          <p:spPr>
            <a:xfrm>
              <a:off x="872941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rc7498"/>
            <p:cNvSpPr/>
            <p:nvPr/>
          </p:nvSpPr>
          <p:spPr>
            <a:xfrm>
              <a:off x="872941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rc7499"/>
            <p:cNvSpPr/>
            <p:nvPr/>
          </p:nvSpPr>
          <p:spPr>
            <a:xfrm>
              <a:off x="8747754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rc7500"/>
            <p:cNvSpPr/>
            <p:nvPr/>
          </p:nvSpPr>
          <p:spPr>
            <a:xfrm>
              <a:off x="8747754" y="4063206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rc7501"/>
            <p:cNvSpPr/>
            <p:nvPr/>
          </p:nvSpPr>
          <p:spPr>
            <a:xfrm>
              <a:off x="874775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rc7502"/>
            <p:cNvSpPr/>
            <p:nvPr/>
          </p:nvSpPr>
          <p:spPr>
            <a:xfrm>
              <a:off x="874775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rc7503"/>
            <p:cNvSpPr/>
            <p:nvPr/>
          </p:nvSpPr>
          <p:spPr>
            <a:xfrm>
              <a:off x="874775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rc7504"/>
            <p:cNvSpPr/>
            <p:nvPr/>
          </p:nvSpPr>
          <p:spPr>
            <a:xfrm>
              <a:off x="874775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rc7505"/>
            <p:cNvSpPr/>
            <p:nvPr/>
          </p:nvSpPr>
          <p:spPr>
            <a:xfrm>
              <a:off x="874775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rc7506"/>
            <p:cNvSpPr/>
            <p:nvPr/>
          </p:nvSpPr>
          <p:spPr>
            <a:xfrm>
              <a:off x="874775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rc7507"/>
            <p:cNvSpPr/>
            <p:nvPr/>
          </p:nvSpPr>
          <p:spPr>
            <a:xfrm>
              <a:off x="8766091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rc7508"/>
            <p:cNvSpPr/>
            <p:nvPr/>
          </p:nvSpPr>
          <p:spPr>
            <a:xfrm>
              <a:off x="8766091" y="4063206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rc7509"/>
            <p:cNvSpPr/>
            <p:nvPr/>
          </p:nvSpPr>
          <p:spPr>
            <a:xfrm>
              <a:off x="876609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rc7510"/>
            <p:cNvSpPr/>
            <p:nvPr/>
          </p:nvSpPr>
          <p:spPr>
            <a:xfrm>
              <a:off x="876609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rc7511"/>
            <p:cNvSpPr/>
            <p:nvPr/>
          </p:nvSpPr>
          <p:spPr>
            <a:xfrm>
              <a:off x="876609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rc7512"/>
            <p:cNvSpPr/>
            <p:nvPr/>
          </p:nvSpPr>
          <p:spPr>
            <a:xfrm>
              <a:off x="876609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rc7513"/>
            <p:cNvSpPr/>
            <p:nvPr/>
          </p:nvSpPr>
          <p:spPr>
            <a:xfrm>
              <a:off x="876609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rc7514"/>
            <p:cNvSpPr/>
            <p:nvPr/>
          </p:nvSpPr>
          <p:spPr>
            <a:xfrm>
              <a:off x="876609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rc7515"/>
            <p:cNvSpPr/>
            <p:nvPr/>
          </p:nvSpPr>
          <p:spPr>
            <a:xfrm>
              <a:off x="8784428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rc7516"/>
            <p:cNvSpPr/>
            <p:nvPr/>
          </p:nvSpPr>
          <p:spPr>
            <a:xfrm>
              <a:off x="8784428" y="4063206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rc7517"/>
            <p:cNvSpPr/>
            <p:nvPr/>
          </p:nvSpPr>
          <p:spPr>
            <a:xfrm>
              <a:off x="878442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rc7518"/>
            <p:cNvSpPr/>
            <p:nvPr/>
          </p:nvSpPr>
          <p:spPr>
            <a:xfrm>
              <a:off x="878442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rc7519"/>
            <p:cNvSpPr/>
            <p:nvPr/>
          </p:nvSpPr>
          <p:spPr>
            <a:xfrm>
              <a:off x="878442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rc7520"/>
            <p:cNvSpPr/>
            <p:nvPr/>
          </p:nvSpPr>
          <p:spPr>
            <a:xfrm>
              <a:off x="878442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rc7521"/>
            <p:cNvSpPr/>
            <p:nvPr/>
          </p:nvSpPr>
          <p:spPr>
            <a:xfrm>
              <a:off x="878442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rc7522"/>
            <p:cNvSpPr/>
            <p:nvPr/>
          </p:nvSpPr>
          <p:spPr>
            <a:xfrm>
              <a:off x="878442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rc7523"/>
            <p:cNvSpPr/>
            <p:nvPr/>
          </p:nvSpPr>
          <p:spPr>
            <a:xfrm>
              <a:off x="8802765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rc7524"/>
            <p:cNvSpPr/>
            <p:nvPr/>
          </p:nvSpPr>
          <p:spPr>
            <a:xfrm>
              <a:off x="8802765" y="406320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rc7525"/>
            <p:cNvSpPr/>
            <p:nvPr/>
          </p:nvSpPr>
          <p:spPr>
            <a:xfrm>
              <a:off x="880276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rc7526"/>
            <p:cNvSpPr/>
            <p:nvPr/>
          </p:nvSpPr>
          <p:spPr>
            <a:xfrm>
              <a:off x="880276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rc7527"/>
            <p:cNvSpPr/>
            <p:nvPr/>
          </p:nvSpPr>
          <p:spPr>
            <a:xfrm>
              <a:off x="880276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rc7528"/>
            <p:cNvSpPr/>
            <p:nvPr/>
          </p:nvSpPr>
          <p:spPr>
            <a:xfrm>
              <a:off x="880276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rc7529"/>
            <p:cNvSpPr/>
            <p:nvPr/>
          </p:nvSpPr>
          <p:spPr>
            <a:xfrm>
              <a:off x="880276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rc7530"/>
            <p:cNvSpPr/>
            <p:nvPr/>
          </p:nvSpPr>
          <p:spPr>
            <a:xfrm>
              <a:off x="880276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rc7531"/>
            <p:cNvSpPr/>
            <p:nvPr/>
          </p:nvSpPr>
          <p:spPr>
            <a:xfrm>
              <a:off x="8821102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rc7532"/>
            <p:cNvSpPr/>
            <p:nvPr/>
          </p:nvSpPr>
          <p:spPr>
            <a:xfrm>
              <a:off x="8821102" y="406320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rc7533"/>
            <p:cNvSpPr/>
            <p:nvPr/>
          </p:nvSpPr>
          <p:spPr>
            <a:xfrm>
              <a:off x="882110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rc7534"/>
            <p:cNvSpPr/>
            <p:nvPr/>
          </p:nvSpPr>
          <p:spPr>
            <a:xfrm>
              <a:off x="882110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rc7535"/>
            <p:cNvSpPr/>
            <p:nvPr/>
          </p:nvSpPr>
          <p:spPr>
            <a:xfrm>
              <a:off x="882110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rc7536"/>
            <p:cNvSpPr/>
            <p:nvPr/>
          </p:nvSpPr>
          <p:spPr>
            <a:xfrm>
              <a:off x="882110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rc7537"/>
            <p:cNvSpPr/>
            <p:nvPr/>
          </p:nvSpPr>
          <p:spPr>
            <a:xfrm>
              <a:off x="882110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rc7538"/>
            <p:cNvSpPr/>
            <p:nvPr/>
          </p:nvSpPr>
          <p:spPr>
            <a:xfrm>
              <a:off x="882110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rc7539"/>
            <p:cNvSpPr/>
            <p:nvPr/>
          </p:nvSpPr>
          <p:spPr>
            <a:xfrm>
              <a:off x="8839439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rc7540"/>
            <p:cNvSpPr/>
            <p:nvPr/>
          </p:nvSpPr>
          <p:spPr>
            <a:xfrm>
              <a:off x="8839439" y="406320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rc7541"/>
            <p:cNvSpPr/>
            <p:nvPr/>
          </p:nvSpPr>
          <p:spPr>
            <a:xfrm>
              <a:off x="883943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rc7542"/>
            <p:cNvSpPr/>
            <p:nvPr/>
          </p:nvSpPr>
          <p:spPr>
            <a:xfrm>
              <a:off x="883943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rc7543"/>
            <p:cNvSpPr/>
            <p:nvPr/>
          </p:nvSpPr>
          <p:spPr>
            <a:xfrm>
              <a:off x="883943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rc7544"/>
            <p:cNvSpPr/>
            <p:nvPr/>
          </p:nvSpPr>
          <p:spPr>
            <a:xfrm>
              <a:off x="883943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rc7545"/>
            <p:cNvSpPr/>
            <p:nvPr/>
          </p:nvSpPr>
          <p:spPr>
            <a:xfrm>
              <a:off x="883943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rc7546"/>
            <p:cNvSpPr/>
            <p:nvPr/>
          </p:nvSpPr>
          <p:spPr>
            <a:xfrm>
              <a:off x="883943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rc7547"/>
            <p:cNvSpPr/>
            <p:nvPr/>
          </p:nvSpPr>
          <p:spPr>
            <a:xfrm>
              <a:off x="8857777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rc7548"/>
            <p:cNvSpPr/>
            <p:nvPr/>
          </p:nvSpPr>
          <p:spPr>
            <a:xfrm>
              <a:off x="8857777" y="4063206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rc7549"/>
            <p:cNvSpPr/>
            <p:nvPr/>
          </p:nvSpPr>
          <p:spPr>
            <a:xfrm>
              <a:off x="885777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rc7550"/>
            <p:cNvSpPr/>
            <p:nvPr/>
          </p:nvSpPr>
          <p:spPr>
            <a:xfrm>
              <a:off x="885777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rc7551"/>
            <p:cNvSpPr/>
            <p:nvPr/>
          </p:nvSpPr>
          <p:spPr>
            <a:xfrm>
              <a:off x="885777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rc7552"/>
            <p:cNvSpPr/>
            <p:nvPr/>
          </p:nvSpPr>
          <p:spPr>
            <a:xfrm>
              <a:off x="885777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rc7553"/>
            <p:cNvSpPr/>
            <p:nvPr/>
          </p:nvSpPr>
          <p:spPr>
            <a:xfrm>
              <a:off x="8857777" y="493633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rc7554"/>
            <p:cNvSpPr/>
            <p:nvPr/>
          </p:nvSpPr>
          <p:spPr>
            <a:xfrm>
              <a:off x="885777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rc7555"/>
            <p:cNvSpPr/>
            <p:nvPr/>
          </p:nvSpPr>
          <p:spPr>
            <a:xfrm>
              <a:off x="8876114" y="3888581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rc7556"/>
            <p:cNvSpPr/>
            <p:nvPr/>
          </p:nvSpPr>
          <p:spPr>
            <a:xfrm>
              <a:off x="8876114" y="4063206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rc7557"/>
            <p:cNvSpPr/>
            <p:nvPr/>
          </p:nvSpPr>
          <p:spPr>
            <a:xfrm>
              <a:off x="887611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rc7558"/>
            <p:cNvSpPr/>
            <p:nvPr/>
          </p:nvSpPr>
          <p:spPr>
            <a:xfrm>
              <a:off x="887611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rc7559"/>
            <p:cNvSpPr/>
            <p:nvPr/>
          </p:nvSpPr>
          <p:spPr>
            <a:xfrm>
              <a:off x="887611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rc7560"/>
            <p:cNvSpPr/>
            <p:nvPr/>
          </p:nvSpPr>
          <p:spPr>
            <a:xfrm>
              <a:off x="887611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rc7561"/>
            <p:cNvSpPr/>
            <p:nvPr/>
          </p:nvSpPr>
          <p:spPr>
            <a:xfrm>
              <a:off x="887611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rc7562"/>
            <p:cNvSpPr/>
            <p:nvPr/>
          </p:nvSpPr>
          <p:spPr>
            <a:xfrm>
              <a:off x="887611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rc7563"/>
            <p:cNvSpPr/>
            <p:nvPr/>
          </p:nvSpPr>
          <p:spPr>
            <a:xfrm>
              <a:off x="8894451" y="3888581"/>
              <a:ext cx="18337" cy="174625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rc7564"/>
            <p:cNvSpPr/>
            <p:nvPr/>
          </p:nvSpPr>
          <p:spPr>
            <a:xfrm>
              <a:off x="8894451" y="4063206"/>
              <a:ext cx="18337" cy="174625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rc7565"/>
            <p:cNvSpPr/>
            <p:nvPr/>
          </p:nvSpPr>
          <p:spPr>
            <a:xfrm>
              <a:off x="889445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rc7566"/>
            <p:cNvSpPr/>
            <p:nvPr/>
          </p:nvSpPr>
          <p:spPr>
            <a:xfrm>
              <a:off x="889445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rc7567"/>
            <p:cNvSpPr/>
            <p:nvPr/>
          </p:nvSpPr>
          <p:spPr>
            <a:xfrm>
              <a:off x="889445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rc7568"/>
            <p:cNvSpPr/>
            <p:nvPr/>
          </p:nvSpPr>
          <p:spPr>
            <a:xfrm>
              <a:off x="889445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rc7569"/>
            <p:cNvSpPr/>
            <p:nvPr/>
          </p:nvSpPr>
          <p:spPr>
            <a:xfrm>
              <a:off x="889445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rc7570"/>
            <p:cNvSpPr/>
            <p:nvPr/>
          </p:nvSpPr>
          <p:spPr>
            <a:xfrm>
              <a:off x="889445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rc7571"/>
            <p:cNvSpPr/>
            <p:nvPr/>
          </p:nvSpPr>
          <p:spPr>
            <a:xfrm>
              <a:off x="8912788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rc7572"/>
            <p:cNvSpPr/>
            <p:nvPr/>
          </p:nvSpPr>
          <p:spPr>
            <a:xfrm>
              <a:off x="8912788" y="4063206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rc7573"/>
            <p:cNvSpPr/>
            <p:nvPr/>
          </p:nvSpPr>
          <p:spPr>
            <a:xfrm>
              <a:off x="891278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rc7574"/>
            <p:cNvSpPr/>
            <p:nvPr/>
          </p:nvSpPr>
          <p:spPr>
            <a:xfrm>
              <a:off x="891278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rc7575"/>
            <p:cNvSpPr/>
            <p:nvPr/>
          </p:nvSpPr>
          <p:spPr>
            <a:xfrm>
              <a:off x="891278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rc7576"/>
            <p:cNvSpPr/>
            <p:nvPr/>
          </p:nvSpPr>
          <p:spPr>
            <a:xfrm>
              <a:off x="891278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rc7577"/>
            <p:cNvSpPr/>
            <p:nvPr/>
          </p:nvSpPr>
          <p:spPr>
            <a:xfrm>
              <a:off x="891278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rc7578"/>
            <p:cNvSpPr/>
            <p:nvPr/>
          </p:nvSpPr>
          <p:spPr>
            <a:xfrm>
              <a:off x="891278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rc7579"/>
            <p:cNvSpPr/>
            <p:nvPr/>
          </p:nvSpPr>
          <p:spPr>
            <a:xfrm>
              <a:off x="8931125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rc7580"/>
            <p:cNvSpPr/>
            <p:nvPr/>
          </p:nvSpPr>
          <p:spPr>
            <a:xfrm>
              <a:off x="8931125" y="4063206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rc7581"/>
            <p:cNvSpPr/>
            <p:nvPr/>
          </p:nvSpPr>
          <p:spPr>
            <a:xfrm>
              <a:off x="893112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rc7582"/>
            <p:cNvSpPr/>
            <p:nvPr/>
          </p:nvSpPr>
          <p:spPr>
            <a:xfrm>
              <a:off x="893112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rc7583"/>
            <p:cNvSpPr/>
            <p:nvPr/>
          </p:nvSpPr>
          <p:spPr>
            <a:xfrm>
              <a:off x="893112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rc7584"/>
            <p:cNvSpPr/>
            <p:nvPr/>
          </p:nvSpPr>
          <p:spPr>
            <a:xfrm>
              <a:off x="893112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rc7585"/>
            <p:cNvSpPr/>
            <p:nvPr/>
          </p:nvSpPr>
          <p:spPr>
            <a:xfrm>
              <a:off x="893112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rc7586"/>
            <p:cNvSpPr/>
            <p:nvPr/>
          </p:nvSpPr>
          <p:spPr>
            <a:xfrm>
              <a:off x="893112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rc7587"/>
            <p:cNvSpPr/>
            <p:nvPr/>
          </p:nvSpPr>
          <p:spPr>
            <a:xfrm>
              <a:off x="8949463" y="3888581"/>
              <a:ext cx="18337" cy="174625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rc7588"/>
            <p:cNvSpPr/>
            <p:nvPr/>
          </p:nvSpPr>
          <p:spPr>
            <a:xfrm>
              <a:off x="8949463" y="4063206"/>
              <a:ext cx="18337" cy="174625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rc7589"/>
            <p:cNvSpPr/>
            <p:nvPr/>
          </p:nvSpPr>
          <p:spPr>
            <a:xfrm>
              <a:off x="894946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rc7590"/>
            <p:cNvSpPr/>
            <p:nvPr/>
          </p:nvSpPr>
          <p:spPr>
            <a:xfrm>
              <a:off x="894946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rc7591"/>
            <p:cNvSpPr/>
            <p:nvPr/>
          </p:nvSpPr>
          <p:spPr>
            <a:xfrm>
              <a:off x="894946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rc7592"/>
            <p:cNvSpPr/>
            <p:nvPr/>
          </p:nvSpPr>
          <p:spPr>
            <a:xfrm>
              <a:off x="894946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rc7593"/>
            <p:cNvSpPr/>
            <p:nvPr/>
          </p:nvSpPr>
          <p:spPr>
            <a:xfrm>
              <a:off x="894946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rc7594"/>
            <p:cNvSpPr/>
            <p:nvPr/>
          </p:nvSpPr>
          <p:spPr>
            <a:xfrm>
              <a:off x="894946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rc7595"/>
            <p:cNvSpPr/>
            <p:nvPr/>
          </p:nvSpPr>
          <p:spPr>
            <a:xfrm>
              <a:off x="8967800" y="3888581"/>
              <a:ext cx="18337" cy="174625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rc7596"/>
            <p:cNvSpPr/>
            <p:nvPr/>
          </p:nvSpPr>
          <p:spPr>
            <a:xfrm>
              <a:off x="8967800" y="4063206"/>
              <a:ext cx="18337" cy="174625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rc7597"/>
            <p:cNvSpPr/>
            <p:nvPr/>
          </p:nvSpPr>
          <p:spPr>
            <a:xfrm>
              <a:off x="896780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rc7598"/>
            <p:cNvSpPr/>
            <p:nvPr/>
          </p:nvSpPr>
          <p:spPr>
            <a:xfrm>
              <a:off x="896780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rc7599"/>
            <p:cNvSpPr/>
            <p:nvPr/>
          </p:nvSpPr>
          <p:spPr>
            <a:xfrm>
              <a:off x="896780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rc7600"/>
            <p:cNvSpPr/>
            <p:nvPr/>
          </p:nvSpPr>
          <p:spPr>
            <a:xfrm>
              <a:off x="896780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rc7601"/>
            <p:cNvSpPr/>
            <p:nvPr/>
          </p:nvSpPr>
          <p:spPr>
            <a:xfrm>
              <a:off x="896780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rc7602"/>
            <p:cNvSpPr/>
            <p:nvPr/>
          </p:nvSpPr>
          <p:spPr>
            <a:xfrm>
              <a:off x="896780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rc7603"/>
            <p:cNvSpPr/>
            <p:nvPr/>
          </p:nvSpPr>
          <p:spPr>
            <a:xfrm>
              <a:off x="8986137" y="3888581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rc7604"/>
            <p:cNvSpPr/>
            <p:nvPr/>
          </p:nvSpPr>
          <p:spPr>
            <a:xfrm>
              <a:off x="8986137" y="4063206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rc7605"/>
            <p:cNvSpPr/>
            <p:nvPr/>
          </p:nvSpPr>
          <p:spPr>
            <a:xfrm>
              <a:off x="898613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rc7606"/>
            <p:cNvSpPr/>
            <p:nvPr/>
          </p:nvSpPr>
          <p:spPr>
            <a:xfrm>
              <a:off x="898613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rc7607"/>
            <p:cNvSpPr/>
            <p:nvPr/>
          </p:nvSpPr>
          <p:spPr>
            <a:xfrm>
              <a:off x="898613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rc7608"/>
            <p:cNvSpPr/>
            <p:nvPr/>
          </p:nvSpPr>
          <p:spPr>
            <a:xfrm>
              <a:off x="898613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rc7609"/>
            <p:cNvSpPr/>
            <p:nvPr/>
          </p:nvSpPr>
          <p:spPr>
            <a:xfrm>
              <a:off x="898613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rc7610"/>
            <p:cNvSpPr/>
            <p:nvPr/>
          </p:nvSpPr>
          <p:spPr>
            <a:xfrm>
              <a:off x="898613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rc7611"/>
            <p:cNvSpPr/>
            <p:nvPr/>
          </p:nvSpPr>
          <p:spPr>
            <a:xfrm>
              <a:off x="9004474" y="3888581"/>
              <a:ext cx="18337" cy="174625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rc7612"/>
            <p:cNvSpPr/>
            <p:nvPr/>
          </p:nvSpPr>
          <p:spPr>
            <a:xfrm>
              <a:off x="9004474" y="4063206"/>
              <a:ext cx="18337" cy="174625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rc7613"/>
            <p:cNvSpPr/>
            <p:nvPr/>
          </p:nvSpPr>
          <p:spPr>
            <a:xfrm>
              <a:off x="900447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rc7614"/>
            <p:cNvSpPr/>
            <p:nvPr/>
          </p:nvSpPr>
          <p:spPr>
            <a:xfrm>
              <a:off x="900447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rc7615"/>
            <p:cNvSpPr/>
            <p:nvPr/>
          </p:nvSpPr>
          <p:spPr>
            <a:xfrm>
              <a:off x="900447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rc7616"/>
            <p:cNvSpPr/>
            <p:nvPr/>
          </p:nvSpPr>
          <p:spPr>
            <a:xfrm>
              <a:off x="900447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rc7617"/>
            <p:cNvSpPr/>
            <p:nvPr/>
          </p:nvSpPr>
          <p:spPr>
            <a:xfrm>
              <a:off x="900447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rc7618"/>
            <p:cNvSpPr/>
            <p:nvPr/>
          </p:nvSpPr>
          <p:spPr>
            <a:xfrm>
              <a:off x="900447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rc7619"/>
            <p:cNvSpPr/>
            <p:nvPr/>
          </p:nvSpPr>
          <p:spPr>
            <a:xfrm>
              <a:off x="9022811" y="388858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rc7620"/>
            <p:cNvSpPr/>
            <p:nvPr/>
          </p:nvSpPr>
          <p:spPr>
            <a:xfrm>
              <a:off x="9022811" y="4063206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rc7621"/>
            <p:cNvSpPr/>
            <p:nvPr/>
          </p:nvSpPr>
          <p:spPr>
            <a:xfrm>
              <a:off x="902281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rc7622"/>
            <p:cNvSpPr/>
            <p:nvPr/>
          </p:nvSpPr>
          <p:spPr>
            <a:xfrm>
              <a:off x="902281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rc7623"/>
            <p:cNvSpPr/>
            <p:nvPr/>
          </p:nvSpPr>
          <p:spPr>
            <a:xfrm>
              <a:off x="902281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rc7624"/>
            <p:cNvSpPr/>
            <p:nvPr/>
          </p:nvSpPr>
          <p:spPr>
            <a:xfrm>
              <a:off x="902281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rc7625"/>
            <p:cNvSpPr/>
            <p:nvPr/>
          </p:nvSpPr>
          <p:spPr>
            <a:xfrm>
              <a:off x="902281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rc7626"/>
            <p:cNvSpPr/>
            <p:nvPr/>
          </p:nvSpPr>
          <p:spPr>
            <a:xfrm>
              <a:off x="902281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rc7627"/>
            <p:cNvSpPr/>
            <p:nvPr/>
          </p:nvSpPr>
          <p:spPr>
            <a:xfrm>
              <a:off x="9041149" y="388858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rc7628"/>
            <p:cNvSpPr/>
            <p:nvPr/>
          </p:nvSpPr>
          <p:spPr>
            <a:xfrm>
              <a:off x="9041149" y="4063206"/>
              <a:ext cx="18337" cy="174625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rc7629"/>
            <p:cNvSpPr/>
            <p:nvPr/>
          </p:nvSpPr>
          <p:spPr>
            <a:xfrm>
              <a:off x="904114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rc7630"/>
            <p:cNvSpPr/>
            <p:nvPr/>
          </p:nvSpPr>
          <p:spPr>
            <a:xfrm>
              <a:off x="904114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rc7631"/>
            <p:cNvSpPr/>
            <p:nvPr/>
          </p:nvSpPr>
          <p:spPr>
            <a:xfrm>
              <a:off x="904114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rc7632"/>
            <p:cNvSpPr/>
            <p:nvPr/>
          </p:nvSpPr>
          <p:spPr>
            <a:xfrm>
              <a:off x="904114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rc7633"/>
            <p:cNvSpPr/>
            <p:nvPr/>
          </p:nvSpPr>
          <p:spPr>
            <a:xfrm>
              <a:off x="904114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rc7634"/>
            <p:cNvSpPr/>
            <p:nvPr/>
          </p:nvSpPr>
          <p:spPr>
            <a:xfrm>
              <a:off x="904114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rc7635"/>
            <p:cNvSpPr/>
            <p:nvPr/>
          </p:nvSpPr>
          <p:spPr>
            <a:xfrm>
              <a:off x="9059486" y="3888581"/>
              <a:ext cx="18337" cy="174625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rc7636"/>
            <p:cNvSpPr/>
            <p:nvPr/>
          </p:nvSpPr>
          <p:spPr>
            <a:xfrm>
              <a:off x="9059486" y="4063206"/>
              <a:ext cx="18337" cy="174625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rc7637"/>
            <p:cNvSpPr/>
            <p:nvPr/>
          </p:nvSpPr>
          <p:spPr>
            <a:xfrm>
              <a:off x="905948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rc7638"/>
            <p:cNvSpPr/>
            <p:nvPr/>
          </p:nvSpPr>
          <p:spPr>
            <a:xfrm>
              <a:off x="905948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rc7639"/>
            <p:cNvSpPr/>
            <p:nvPr/>
          </p:nvSpPr>
          <p:spPr>
            <a:xfrm>
              <a:off x="905948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rc7640"/>
            <p:cNvSpPr/>
            <p:nvPr/>
          </p:nvSpPr>
          <p:spPr>
            <a:xfrm>
              <a:off x="905948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rc7641"/>
            <p:cNvSpPr/>
            <p:nvPr/>
          </p:nvSpPr>
          <p:spPr>
            <a:xfrm>
              <a:off x="905948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rc7642"/>
            <p:cNvSpPr/>
            <p:nvPr/>
          </p:nvSpPr>
          <p:spPr>
            <a:xfrm>
              <a:off x="905948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rc7643"/>
            <p:cNvSpPr/>
            <p:nvPr/>
          </p:nvSpPr>
          <p:spPr>
            <a:xfrm>
              <a:off x="9077823" y="3888581"/>
              <a:ext cx="18337" cy="174625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rc7644"/>
            <p:cNvSpPr/>
            <p:nvPr/>
          </p:nvSpPr>
          <p:spPr>
            <a:xfrm>
              <a:off x="9077823" y="4063206"/>
              <a:ext cx="18337" cy="174625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rc7645"/>
            <p:cNvSpPr/>
            <p:nvPr/>
          </p:nvSpPr>
          <p:spPr>
            <a:xfrm>
              <a:off x="907782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rc7646"/>
            <p:cNvSpPr/>
            <p:nvPr/>
          </p:nvSpPr>
          <p:spPr>
            <a:xfrm>
              <a:off x="907782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rc7647"/>
            <p:cNvSpPr/>
            <p:nvPr/>
          </p:nvSpPr>
          <p:spPr>
            <a:xfrm>
              <a:off x="907782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rc7648"/>
            <p:cNvSpPr/>
            <p:nvPr/>
          </p:nvSpPr>
          <p:spPr>
            <a:xfrm>
              <a:off x="907782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rc7649"/>
            <p:cNvSpPr/>
            <p:nvPr/>
          </p:nvSpPr>
          <p:spPr>
            <a:xfrm>
              <a:off x="907782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rc7650"/>
            <p:cNvSpPr/>
            <p:nvPr/>
          </p:nvSpPr>
          <p:spPr>
            <a:xfrm>
              <a:off x="907782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rc7651"/>
            <p:cNvSpPr/>
            <p:nvPr/>
          </p:nvSpPr>
          <p:spPr>
            <a:xfrm>
              <a:off x="9096160" y="3888581"/>
              <a:ext cx="18337" cy="174625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rc7652"/>
            <p:cNvSpPr/>
            <p:nvPr/>
          </p:nvSpPr>
          <p:spPr>
            <a:xfrm>
              <a:off x="9096160" y="4063206"/>
              <a:ext cx="18337" cy="174625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rc7653"/>
            <p:cNvSpPr/>
            <p:nvPr/>
          </p:nvSpPr>
          <p:spPr>
            <a:xfrm>
              <a:off x="909616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rc7654"/>
            <p:cNvSpPr/>
            <p:nvPr/>
          </p:nvSpPr>
          <p:spPr>
            <a:xfrm>
              <a:off x="909616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rc7655"/>
            <p:cNvSpPr/>
            <p:nvPr/>
          </p:nvSpPr>
          <p:spPr>
            <a:xfrm>
              <a:off x="909616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rc7656"/>
            <p:cNvSpPr/>
            <p:nvPr/>
          </p:nvSpPr>
          <p:spPr>
            <a:xfrm>
              <a:off x="909616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rc7657"/>
            <p:cNvSpPr/>
            <p:nvPr/>
          </p:nvSpPr>
          <p:spPr>
            <a:xfrm>
              <a:off x="909616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rc7658"/>
            <p:cNvSpPr/>
            <p:nvPr/>
          </p:nvSpPr>
          <p:spPr>
            <a:xfrm>
              <a:off x="909616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rc7659"/>
            <p:cNvSpPr/>
            <p:nvPr/>
          </p:nvSpPr>
          <p:spPr>
            <a:xfrm>
              <a:off x="9114497" y="3888581"/>
              <a:ext cx="18337" cy="174625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rc7660"/>
            <p:cNvSpPr/>
            <p:nvPr/>
          </p:nvSpPr>
          <p:spPr>
            <a:xfrm>
              <a:off x="9114497" y="4063206"/>
              <a:ext cx="18337" cy="174625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rc7661"/>
            <p:cNvSpPr/>
            <p:nvPr/>
          </p:nvSpPr>
          <p:spPr>
            <a:xfrm>
              <a:off x="911449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rc7662"/>
            <p:cNvSpPr/>
            <p:nvPr/>
          </p:nvSpPr>
          <p:spPr>
            <a:xfrm>
              <a:off x="911449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rc7663"/>
            <p:cNvSpPr/>
            <p:nvPr/>
          </p:nvSpPr>
          <p:spPr>
            <a:xfrm>
              <a:off x="911449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rc7664"/>
            <p:cNvSpPr/>
            <p:nvPr/>
          </p:nvSpPr>
          <p:spPr>
            <a:xfrm>
              <a:off x="911449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rc7665"/>
            <p:cNvSpPr/>
            <p:nvPr/>
          </p:nvSpPr>
          <p:spPr>
            <a:xfrm>
              <a:off x="911449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rc7666"/>
            <p:cNvSpPr/>
            <p:nvPr/>
          </p:nvSpPr>
          <p:spPr>
            <a:xfrm>
              <a:off x="911449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rc7667"/>
            <p:cNvSpPr/>
            <p:nvPr/>
          </p:nvSpPr>
          <p:spPr>
            <a:xfrm>
              <a:off x="9132835" y="3888581"/>
              <a:ext cx="18337" cy="174625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rc7668"/>
            <p:cNvSpPr/>
            <p:nvPr/>
          </p:nvSpPr>
          <p:spPr>
            <a:xfrm>
              <a:off x="9132835" y="4063206"/>
              <a:ext cx="18337" cy="174625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rc7669"/>
            <p:cNvSpPr/>
            <p:nvPr/>
          </p:nvSpPr>
          <p:spPr>
            <a:xfrm>
              <a:off x="913283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rc7670"/>
            <p:cNvSpPr/>
            <p:nvPr/>
          </p:nvSpPr>
          <p:spPr>
            <a:xfrm>
              <a:off x="913283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rc7671"/>
            <p:cNvSpPr/>
            <p:nvPr/>
          </p:nvSpPr>
          <p:spPr>
            <a:xfrm>
              <a:off x="913283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rc7672"/>
            <p:cNvSpPr/>
            <p:nvPr/>
          </p:nvSpPr>
          <p:spPr>
            <a:xfrm>
              <a:off x="913283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rc7673"/>
            <p:cNvSpPr/>
            <p:nvPr/>
          </p:nvSpPr>
          <p:spPr>
            <a:xfrm>
              <a:off x="913283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rc7674"/>
            <p:cNvSpPr/>
            <p:nvPr/>
          </p:nvSpPr>
          <p:spPr>
            <a:xfrm>
              <a:off x="913283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rc7675"/>
            <p:cNvSpPr/>
            <p:nvPr/>
          </p:nvSpPr>
          <p:spPr>
            <a:xfrm>
              <a:off x="9151172" y="3888581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rc7676"/>
            <p:cNvSpPr/>
            <p:nvPr/>
          </p:nvSpPr>
          <p:spPr>
            <a:xfrm>
              <a:off x="9151172" y="4063206"/>
              <a:ext cx="18337" cy="174625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rc7677"/>
            <p:cNvSpPr/>
            <p:nvPr/>
          </p:nvSpPr>
          <p:spPr>
            <a:xfrm>
              <a:off x="915117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rc7678"/>
            <p:cNvSpPr/>
            <p:nvPr/>
          </p:nvSpPr>
          <p:spPr>
            <a:xfrm>
              <a:off x="915117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rc7679"/>
            <p:cNvSpPr/>
            <p:nvPr/>
          </p:nvSpPr>
          <p:spPr>
            <a:xfrm>
              <a:off x="915117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rc7680"/>
            <p:cNvSpPr/>
            <p:nvPr/>
          </p:nvSpPr>
          <p:spPr>
            <a:xfrm>
              <a:off x="915117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rc7681"/>
            <p:cNvSpPr/>
            <p:nvPr/>
          </p:nvSpPr>
          <p:spPr>
            <a:xfrm>
              <a:off x="915117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rc7682"/>
            <p:cNvSpPr/>
            <p:nvPr/>
          </p:nvSpPr>
          <p:spPr>
            <a:xfrm>
              <a:off x="915117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rc7683"/>
            <p:cNvSpPr/>
            <p:nvPr/>
          </p:nvSpPr>
          <p:spPr>
            <a:xfrm>
              <a:off x="9169509" y="3888581"/>
              <a:ext cx="18337" cy="174625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rc7684"/>
            <p:cNvSpPr/>
            <p:nvPr/>
          </p:nvSpPr>
          <p:spPr>
            <a:xfrm>
              <a:off x="9169509" y="4063206"/>
              <a:ext cx="18337" cy="174625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rc7685"/>
            <p:cNvSpPr/>
            <p:nvPr/>
          </p:nvSpPr>
          <p:spPr>
            <a:xfrm>
              <a:off x="916950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rc7686"/>
            <p:cNvSpPr/>
            <p:nvPr/>
          </p:nvSpPr>
          <p:spPr>
            <a:xfrm>
              <a:off x="916950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rc7687"/>
            <p:cNvSpPr/>
            <p:nvPr/>
          </p:nvSpPr>
          <p:spPr>
            <a:xfrm>
              <a:off x="916950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rc7688"/>
            <p:cNvSpPr/>
            <p:nvPr/>
          </p:nvSpPr>
          <p:spPr>
            <a:xfrm>
              <a:off x="916950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rc7689"/>
            <p:cNvSpPr/>
            <p:nvPr/>
          </p:nvSpPr>
          <p:spPr>
            <a:xfrm>
              <a:off x="916950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rc7690"/>
            <p:cNvSpPr/>
            <p:nvPr/>
          </p:nvSpPr>
          <p:spPr>
            <a:xfrm>
              <a:off x="916950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rc7691"/>
            <p:cNvSpPr/>
            <p:nvPr/>
          </p:nvSpPr>
          <p:spPr>
            <a:xfrm>
              <a:off x="9187846" y="3888581"/>
              <a:ext cx="18337" cy="174625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rc7692"/>
            <p:cNvSpPr/>
            <p:nvPr/>
          </p:nvSpPr>
          <p:spPr>
            <a:xfrm>
              <a:off x="9187846" y="4063206"/>
              <a:ext cx="18337" cy="174625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rc7693"/>
            <p:cNvSpPr/>
            <p:nvPr/>
          </p:nvSpPr>
          <p:spPr>
            <a:xfrm>
              <a:off x="918784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rc7694"/>
            <p:cNvSpPr/>
            <p:nvPr/>
          </p:nvSpPr>
          <p:spPr>
            <a:xfrm>
              <a:off x="918784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rc7695"/>
            <p:cNvSpPr/>
            <p:nvPr/>
          </p:nvSpPr>
          <p:spPr>
            <a:xfrm>
              <a:off x="9187846" y="45870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rc7696"/>
            <p:cNvSpPr/>
            <p:nvPr/>
          </p:nvSpPr>
          <p:spPr>
            <a:xfrm>
              <a:off x="918784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rc7697"/>
            <p:cNvSpPr/>
            <p:nvPr/>
          </p:nvSpPr>
          <p:spPr>
            <a:xfrm>
              <a:off x="918784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rc7698"/>
            <p:cNvSpPr/>
            <p:nvPr/>
          </p:nvSpPr>
          <p:spPr>
            <a:xfrm>
              <a:off x="918784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rc7699"/>
            <p:cNvSpPr/>
            <p:nvPr/>
          </p:nvSpPr>
          <p:spPr>
            <a:xfrm>
              <a:off x="9206183" y="3888581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rc7700"/>
            <p:cNvSpPr/>
            <p:nvPr/>
          </p:nvSpPr>
          <p:spPr>
            <a:xfrm>
              <a:off x="9206183" y="4063206"/>
              <a:ext cx="18337" cy="174625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rc7701"/>
            <p:cNvSpPr/>
            <p:nvPr/>
          </p:nvSpPr>
          <p:spPr>
            <a:xfrm>
              <a:off x="920618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rc7702"/>
            <p:cNvSpPr/>
            <p:nvPr/>
          </p:nvSpPr>
          <p:spPr>
            <a:xfrm>
              <a:off x="9206183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rc7703"/>
            <p:cNvSpPr/>
            <p:nvPr/>
          </p:nvSpPr>
          <p:spPr>
            <a:xfrm>
              <a:off x="920618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rc7704"/>
            <p:cNvSpPr/>
            <p:nvPr/>
          </p:nvSpPr>
          <p:spPr>
            <a:xfrm>
              <a:off x="920618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rc7705"/>
            <p:cNvSpPr/>
            <p:nvPr/>
          </p:nvSpPr>
          <p:spPr>
            <a:xfrm>
              <a:off x="920618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rc7706"/>
            <p:cNvSpPr/>
            <p:nvPr/>
          </p:nvSpPr>
          <p:spPr>
            <a:xfrm>
              <a:off x="920618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rc7707"/>
            <p:cNvSpPr/>
            <p:nvPr/>
          </p:nvSpPr>
          <p:spPr>
            <a:xfrm>
              <a:off x="9224520" y="3888581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rc7708"/>
            <p:cNvSpPr/>
            <p:nvPr/>
          </p:nvSpPr>
          <p:spPr>
            <a:xfrm>
              <a:off x="9224520" y="4063206"/>
              <a:ext cx="18337" cy="174625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rc7709"/>
            <p:cNvSpPr/>
            <p:nvPr/>
          </p:nvSpPr>
          <p:spPr>
            <a:xfrm>
              <a:off x="922452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rc7710"/>
            <p:cNvSpPr/>
            <p:nvPr/>
          </p:nvSpPr>
          <p:spPr>
            <a:xfrm>
              <a:off x="922452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rc7711"/>
            <p:cNvSpPr/>
            <p:nvPr/>
          </p:nvSpPr>
          <p:spPr>
            <a:xfrm>
              <a:off x="922452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rc7712"/>
            <p:cNvSpPr/>
            <p:nvPr/>
          </p:nvSpPr>
          <p:spPr>
            <a:xfrm>
              <a:off x="922452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rc7713"/>
            <p:cNvSpPr/>
            <p:nvPr/>
          </p:nvSpPr>
          <p:spPr>
            <a:xfrm>
              <a:off x="922452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rc7714"/>
            <p:cNvSpPr/>
            <p:nvPr/>
          </p:nvSpPr>
          <p:spPr>
            <a:xfrm>
              <a:off x="922452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rc7715"/>
            <p:cNvSpPr/>
            <p:nvPr/>
          </p:nvSpPr>
          <p:spPr>
            <a:xfrm>
              <a:off x="9242858" y="3888581"/>
              <a:ext cx="18337" cy="174625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rc7716"/>
            <p:cNvSpPr/>
            <p:nvPr/>
          </p:nvSpPr>
          <p:spPr>
            <a:xfrm>
              <a:off x="9242858" y="4063206"/>
              <a:ext cx="18337" cy="174625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rc7717"/>
            <p:cNvSpPr/>
            <p:nvPr/>
          </p:nvSpPr>
          <p:spPr>
            <a:xfrm>
              <a:off x="924285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rc7718"/>
            <p:cNvSpPr/>
            <p:nvPr/>
          </p:nvSpPr>
          <p:spPr>
            <a:xfrm>
              <a:off x="924285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rc7719"/>
            <p:cNvSpPr/>
            <p:nvPr/>
          </p:nvSpPr>
          <p:spPr>
            <a:xfrm>
              <a:off x="924285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rc7720"/>
            <p:cNvSpPr/>
            <p:nvPr/>
          </p:nvSpPr>
          <p:spPr>
            <a:xfrm>
              <a:off x="924285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rc7721"/>
            <p:cNvSpPr/>
            <p:nvPr/>
          </p:nvSpPr>
          <p:spPr>
            <a:xfrm>
              <a:off x="924285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rc7722"/>
            <p:cNvSpPr/>
            <p:nvPr/>
          </p:nvSpPr>
          <p:spPr>
            <a:xfrm>
              <a:off x="924285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rc7723"/>
            <p:cNvSpPr/>
            <p:nvPr/>
          </p:nvSpPr>
          <p:spPr>
            <a:xfrm>
              <a:off x="9261195" y="3888581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rc7724"/>
            <p:cNvSpPr/>
            <p:nvPr/>
          </p:nvSpPr>
          <p:spPr>
            <a:xfrm>
              <a:off x="9261195" y="4063206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rc7725"/>
            <p:cNvSpPr/>
            <p:nvPr/>
          </p:nvSpPr>
          <p:spPr>
            <a:xfrm>
              <a:off x="926119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rc7726"/>
            <p:cNvSpPr/>
            <p:nvPr/>
          </p:nvSpPr>
          <p:spPr>
            <a:xfrm>
              <a:off x="926119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rc7727"/>
            <p:cNvSpPr/>
            <p:nvPr/>
          </p:nvSpPr>
          <p:spPr>
            <a:xfrm>
              <a:off x="926119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rc7728"/>
            <p:cNvSpPr/>
            <p:nvPr/>
          </p:nvSpPr>
          <p:spPr>
            <a:xfrm>
              <a:off x="926119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rc7729"/>
            <p:cNvSpPr/>
            <p:nvPr/>
          </p:nvSpPr>
          <p:spPr>
            <a:xfrm>
              <a:off x="926119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rc7730"/>
            <p:cNvSpPr/>
            <p:nvPr/>
          </p:nvSpPr>
          <p:spPr>
            <a:xfrm>
              <a:off x="926119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rc7731"/>
            <p:cNvSpPr/>
            <p:nvPr/>
          </p:nvSpPr>
          <p:spPr>
            <a:xfrm>
              <a:off x="9279532" y="3888581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rc7732"/>
            <p:cNvSpPr/>
            <p:nvPr/>
          </p:nvSpPr>
          <p:spPr>
            <a:xfrm>
              <a:off x="9279532" y="4063206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rc7733"/>
            <p:cNvSpPr/>
            <p:nvPr/>
          </p:nvSpPr>
          <p:spPr>
            <a:xfrm>
              <a:off x="927953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rc7734"/>
            <p:cNvSpPr/>
            <p:nvPr/>
          </p:nvSpPr>
          <p:spPr>
            <a:xfrm>
              <a:off x="927953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rc7735"/>
            <p:cNvSpPr/>
            <p:nvPr/>
          </p:nvSpPr>
          <p:spPr>
            <a:xfrm>
              <a:off x="927953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rc7736"/>
            <p:cNvSpPr/>
            <p:nvPr/>
          </p:nvSpPr>
          <p:spPr>
            <a:xfrm>
              <a:off x="927953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rc7737"/>
            <p:cNvSpPr/>
            <p:nvPr/>
          </p:nvSpPr>
          <p:spPr>
            <a:xfrm>
              <a:off x="927953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rc7738"/>
            <p:cNvSpPr/>
            <p:nvPr/>
          </p:nvSpPr>
          <p:spPr>
            <a:xfrm>
              <a:off x="927953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rc7739"/>
            <p:cNvSpPr/>
            <p:nvPr/>
          </p:nvSpPr>
          <p:spPr>
            <a:xfrm>
              <a:off x="9297869" y="3888581"/>
              <a:ext cx="18337" cy="174625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rc7740"/>
            <p:cNvSpPr/>
            <p:nvPr/>
          </p:nvSpPr>
          <p:spPr>
            <a:xfrm>
              <a:off x="9297869" y="4063206"/>
              <a:ext cx="18337" cy="174625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rc7741"/>
            <p:cNvSpPr/>
            <p:nvPr/>
          </p:nvSpPr>
          <p:spPr>
            <a:xfrm>
              <a:off x="929786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rc7742"/>
            <p:cNvSpPr/>
            <p:nvPr/>
          </p:nvSpPr>
          <p:spPr>
            <a:xfrm>
              <a:off x="9297869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rc7743"/>
            <p:cNvSpPr/>
            <p:nvPr/>
          </p:nvSpPr>
          <p:spPr>
            <a:xfrm>
              <a:off x="929786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rc7744"/>
            <p:cNvSpPr/>
            <p:nvPr/>
          </p:nvSpPr>
          <p:spPr>
            <a:xfrm>
              <a:off x="929786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rc7745"/>
            <p:cNvSpPr/>
            <p:nvPr/>
          </p:nvSpPr>
          <p:spPr>
            <a:xfrm>
              <a:off x="929786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rc7746"/>
            <p:cNvSpPr/>
            <p:nvPr/>
          </p:nvSpPr>
          <p:spPr>
            <a:xfrm>
              <a:off x="929786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rc7747"/>
            <p:cNvSpPr/>
            <p:nvPr/>
          </p:nvSpPr>
          <p:spPr>
            <a:xfrm>
              <a:off x="9316206" y="3888581"/>
              <a:ext cx="18337" cy="174625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rc7748"/>
            <p:cNvSpPr/>
            <p:nvPr/>
          </p:nvSpPr>
          <p:spPr>
            <a:xfrm>
              <a:off x="9316206" y="4063206"/>
              <a:ext cx="18337" cy="174625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rc7749"/>
            <p:cNvSpPr/>
            <p:nvPr/>
          </p:nvSpPr>
          <p:spPr>
            <a:xfrm>
              <a:off x="931620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rc7750"/>
            <p:cNvSpPr/>
            <p:nvPr/>
          </p:nvSpPr>
          <p:spPr>
            <a:xfrm>
              <a:off x="9316206" y="441245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rc7751"/>
            <p:cNvSpPr/>
            <p:nvPr/>
          </p:nvSpPr>
          <p:spPr>
            <a:xfrm>
              <a:off x="931620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rc7752"/>
            <p:cNvSpPr/>
            <p:nvPr/>
          </p:nvSpPr>
          <p:spPr>
            <a:xfrm>
              <a:off x="931620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rc7753"/>
            <p:cNvSpPr/>
            <p:nvPr/>
          </p:nvSpPr>
          <p:spPr>
            <a:xfrm>
              <a:off x="931620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rc7754"/>
            <p:cNvSpPr/>
            <p:nvPr/>
          </p:nvSpPr>
          <p:spPr>
            <a:xfrm>
              <a:off x="931620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rc7755"/>
            <p:cNvSpPr/>
            <p:nvPr/>
          </p:nvSpPr>
          <p:spPr>
            <a:xfrm>
              <a:off x="9334544" y="388858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rc7756"/>
            <p:cNvSpPr/>
            <p:nvPr/>
          </p:nvSpPr>
          <p:spPr>
            <a:xfrm>
              <a:off x="9334544" y="4063206"/>
              <a:ext cx="18337" cy="174625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rc7757"/>
            <p:cNvSpPr/>
            <p:nvPr/>
          </p:nvSpPr>
          <p:spPr>
            <a:xfrm>
              <a:off x="933454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rc7758"/>
            <p:cNvSpPr/>
            <p:nvPr/>
          </p:nvSpPr>
          <p:spPr>
            <a:xfrm>
              <a:off x="933454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rc7759"/>
            <p:cNvSpPr/>
            <p:nvPr/>
          </p:nvSpPr>
          <p:spPr>
            <a:xfrm>
              <a:off x="933454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rc7760"/>
            <p:cNvSpPr/>
            <p:nvPr/>
          </p:nvSpPr>
          <p:spPr>
            <a:xfrm>
              <a:off x="933454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rc7761"/>
            <p:cNvSpPr/>
            <p:nvPr/>
          </p:nvSpPr>
          <p:spPr>
            <a:xfrm>
              <a:off x="933454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rc7762"/>
            <p:cNvSpPr/>
            <p:nvPr/>
          </p:nvSpPr>
          <p:spPr>
            <a:xfrm>
              <a:off x="933454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rc7763"/>
            <p:cNvSpPr/>
            <p:nvPr/>
          </p:nvSpPr>
          <p:spPr>
            <a:xfrm>
              <a:off x="9352881" y="3888581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rc7764"/>
            <p:cNvSpPr/>
            <p:nvPr/>
          </p:nvSpPr>
          <p:spPr>
            <a:xfrm>
              <a:off x="9352881" y="4063206"/>
              <a:ext cx="18337" cy="174625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rc7765"/>
            <p:cNvSpPr/>
            <p:nvPr/>
          </p:nvSpPr>
          <p:spPr>
            <a:xfrm>
              <a:off x="935288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rc7766"/>
            <p:cNvSpPr/>
            <p:nvPr/>
          </p:nvSpPr>
          <p:spPr>
            <a:xfrm>
              <a:off x="9352881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rc7767"/>
            <p:cNvSpPr/>
            <p:nvPr/>
          </p:nvSpPr>
          <p:spPr>
            <a:xfrm>
              <a:off x="935288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rc7768"/>
            <p:cNvSpPr/>
            <p:nvPr/>
          </p:nvSpPr>
          <p:spPr>
            <a:xfrm>
              <a:off x="935288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rc7769"/>
            <p:cNvSpPr/>
            <p:nvPr/>
          </p:nvSpPr>
          <p:spPr>
            <a:xfrm>
              <a:off x="9352881" y="493633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rc7770"/>
            <p:cNvSpPr/>
            <p:nvPr/>
          </p:nvSpPr>
          <p:spPr>
            <a:xfrm>
              <a:off x="9352881" y="5110956"/>
              <a:ext cx="18337" cy="174625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rc7771"/>
            <p:cNvSpPr/>
            <p:nvPr/>
          </p:nvSpPr>
          <p:spPr>
            <a:xfrm>
              <a:off x="9371218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rc7772"/>
            <p:cNvSpPr/>
            <p:nvPr/>
          </p:nvSpPr>
          <p:spPr>
            <a:xfrm>
              <a:off x="9371218" y="4063206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rc7773"/>
            <p:cNvSpPr/>
            <p:nvPr/>
          </p:nvSpPr>
          <p:spPr>
            <a:xfrm>
              <a:off x="937121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rc7774"/>
            <p:cNvSpPr/>
            <p:nvPr/>
          </p:nvSpPr>
          <p:spPr>
            <a:xfrm>
              <a:off x="937121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rc7775"/>
            <p:cNvSpPr/>
            <p:nvPr/>
          </p:nvSpPr>
          <p:spPr>
            <a:xfrm>
              <a:off x="937121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rc7776"/>
            <p:cNvSpPr/>
            <p:nvPr/>
          </p:nvSpPr>
          <p:spPr>
            <a:xfrm>
              <a:off x="937121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rc7777"/>
            <p:cNvSpPr/>
            <p:nvPr/>
          </p:nvSpPr>
          <p:spPr>
            <a:xfrm>
              <a:off x="937121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rc7778"/>
            <p:cNvSpPr/>
            <p:nvPr/>
          </p:nvSpPr>
          <p:spPr>
            <a:xfrm>
              <a:off x="937121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rc7779"/>
            <p:cNvSpPr/>
            <p:nvPr/>
          </p:nvSpPr>
          <p:spPr>
            <a:xfrm>
              <a:off x="9389555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rc7780"/>
            <p:cNvSpPr/>
            <p:nvPr/>
          </p:nvSpPr>
          <p:spPr>
            <a:xfrm>
              <a:off x="938955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rc7781"/>
            <p:cNvSpPr/>
            <p:nvPr/>
          </p:nvSpPr>
          <p:spPr>
            <a:xfrm>
              <a:off x="9389555" y="4237831"/>
              <a:ext cx="18337" cy="174625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rc7782"/>
            <p:cNvSpPr/>
            <p:nvPr/>
          </p:nvSpPr>
          <p:spPr>
            <a:xfrm>
              <a:off x="938955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rc7783"/>
            <p:cNvSpPr/>
            <p:nvPr/>
          </p:nvSpPr>
          <p:spPr>
            <a:xfrm>
              <a:off x="938955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rc7784"/>
            <p:cNvSpPr/>
            <p:nvPr/>
          </p:nvSpPr>
          <p:spPr>
            <a:xfrm>
              <a:off x="938955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rc7785"/>
            <p:cNvSpPr/>
            <p:nvPr/>
          </p:nvSpPr>
          <p:spPr>
            <a:xfrm>
              <a:off x="938955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rc7786"/>
            <p:cNvSpPr/>
            <p:nvPr/>
          </p:nvSpPr>
          <p:spPr>
            <a:xfrm>
              <a:off x="938955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rc7787"/>
            <p:cNvSpPr/>
            <p:nvPr/>
          </p:nvSpPr>
          <p:spPr>
            <a:xfrm>
              <a:off x="9407892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rc7788"/>
            <p:cNvSpPr/>
            <p:nvPr/>
          </p:nvSpPr>
          <p:spPr>
            <a:xfrm>
              <a:off x="940789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rc7789"/>
            <p:cNvSpPr/>
            <p:nvPr/>
          </p:nvSpPr>
          <p:spPr>
            <a:xfrm>
              <a:off x="9407892" y="4237831"/>
              <a:ext cx="18337" cy="174625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rc7790"/>
            <p:cNvSpPr/>
            <p:nvPr/>
          </p:nvSpPr>
          <p:spPr>
            <a:xfrm>
              <a:off x="9407892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rc7791"/>
            <p:cNvSpPr/>
            <p:nvPr/>
          </p:nvSpPr>
          <p:spPr>
            <a:xfrm>
              <a:off x="940789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rc7792"/>
            <p:cNvSpPr/>
            <p:nvPr/>
          </p:nvSpPr>
          <p:spPr>
            <a:xfrm>
              <a:off x="940789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rc7793"/>
            <p:cNvSpPr/>
            <p:nvPr/>
          </p:nvSpPr>
          <p:spPr>
            <a:xfrm>
              <a:off x="940789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rc7794"/>
            <p:cNvSpPr/>
            <p:nvPr/>
          </p:nvSpPr>
          <p:spPr>
            <a:xfrm>
              <a:off x="940789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rc7795"/>
            <p:cNvSpPr/>
            <p:nvPr/>
          </p:nvSpPr>
          <p:spPr>
            <a:xfrm>
              <a:off x="9426230" y="3888581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rc7796"/>
            <p:cNvSpPr/>
            <p:nvPr/>
          </p:nvSpPr>
          <p:spPr>
            <a:xfrm>
              <a:off x="942623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rc7797"/>
            <p:cNvSpPr/>
            <p:nvPr/>
          </p:nvSpPr>
          <p:spPr>
            <a:xfrm>
              <a:off x="9426230" y="4237831"/>
              <a:ext cx="18337" cy="174625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rc7798"/>
            <p:cNvSpPr/>
            <p:nvPr/>
          </p:nvSpPr>
          <p:spPr>
            <a:xfrm>
              <a:off x="942623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rc7799"/>
            <p:cNvSpPr/>
            <p:nvPr/>
          </p:nvSpPr>
          <p:spPr>
            <a:xfrm>
              <a:off x="942623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rc7800"/>
            <p:cNvSpPr/>
            <p:nvPr/>
          </p:nvSpPr>
          <p:spPr>
            <a:xfrm>
              <a:off x="942623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rc7801"/>
            <p:cNvSpPr/>
            <p:nvPr/>
          </p:nvSpPr>
          <p:spPr>
            <a:xfrm>
              <a:off x="942623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rc7802"/>
            <p:cNvSpPr/>
            <p:nvPr/>
          </p:nvSpPr>
          <p:spPr>
            <a:xfrm>
              <a:off x="942623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rc7803"/>
            <p:cNvSpPr/>
            <p:nvPr/>
          </p:nvSpPr>
          <p:spPr>
            <a:xfrm>
              <a:off x="9444567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rc7804"/>
            <p:cNvSpPr/>
            <p:nvPr/>
          </p:nvSpPr>
          <p:spPr>
            <a:xfrm>
              <a:off x="944456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rc7805"/>
            <p:cNvSpPr/>
            <p:nvPr/>
          </p:nvSpPr>
          <p:spPr>
            <a:xfrm>
              <a:off x="9444567" y="4237831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rc7806"/>
            <p:cNvSpPr/>
            <p:nvPr/>
          </p:nvSpPr>
          <p:spPr>
            <a:xfrm>
              <a:off x="9444567" y="4412456"/>
              <a:ext cx="18337" cy="174625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rc7807"/>
            <p:cNvSpPr/>
            <p:nvPr/>
          </p:nvSpPr>
          <p:spPr>
            <a:xfrm>
              <a:off x="944456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rc7808"/>
            <p:cNvSpPr/>
            <p:nvPr/>
          </p:nvSpPr>
          <p:spPr>
            <a:xfrm>
              <a:off x="944456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rc7809"/>
            <p:cNvSpPr/>
            <p:nvPr/>
          </p:nvSpPr>
          <p:spPr>
            <a:xfrm>
              <a:off x="944456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rc7810"/>
            <p:cNvSpPr/>
            <p:nvPr/>
          </p:nvSpPr>
          <p:spPr>
            <a:xfrm>
              <a:off x="944456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rc7811"/>
            <p:cNvSpPr/>
            <p:nvPr/>
          </p:nvSpPr>
          <p:spPr>
            <a:xfrm>
              <a:off x="9462904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rc7812"/>
            <p:cNvSpPr/>
            <p:nvPr/>
          </p:nvSpPr>
          <p:spPr>
            <a:xfrm>
              <a:off x="946290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rc7813"/>
            <p:cNvSpPr/>
            <p:nvPr/>
          </p:nvSpPr>
          <p:spPr>
            <a:xfrm>
              <a:off x="9462904" y="4237831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rc7814"/>
            <p:cNvSpPr/>
            <p:nvPr/>
          </p:nvSpPr>
          <p:spPr>
            <a:xfrm>
              <a:off x="946290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rc7815"/>
            <p:cNvSpPr/>
            <p:nvPr/>
          </p:nvSpPr>
          <p:spPr>
            <a:xfrm>
              <a:off x="946290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rc7816"/>
            <p:cNvSpPr/>
            <p:nvPr/>
          </p:nvSpPr>
          <p:spPr>
            <a:xfrm>
              <a:off x="946290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rc7817"/>
            <p:cNvSpPr/>
            <p:nvPr/>
          </p:nvSpPr>
          <p:spPr>
            <a:xfrm>
              <a:off x="946290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rc7818"/>
            <p:cNvSpPr/>
            <p:nvPr/>
          </p:nvSpPr>
          <p:spPr>
            <a:xfrm>
              <a:off x="946290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rc7819"/>
            <p:cNvSpPr/>
            <p:nvPr/>
          </p:nvSpPr>
          <p:spPr>
            <a:xfrm>
              <a:off x="9481241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rc7820"/>
            <p:cNvSpPr/>
            <p:nvPr/>
          </p:nvSpPr>
          <p:spPr>
            <a:xfrm>
              <a:off x="9481241" y="40632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rc7821"/>
            <p:cNvSpPr/>
            <p:nvPr/>
          </p:nvSpPr>
          <p:spPr>
            <a:xfrm>
              <a:off x="9481241" y="4237831"/>
              <a:ext cx="18337" cy="174625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rc7822"/>
            <p:cNvSpPr/>
            <p:nvPr/>
          </p:nvSpPr>
          <p:spPr>
            <a:xfrm>
              <a:off x="948124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rc7823"/>
            <p:cNvSpPr/>
            <p:nvPr/>
          </p:nvSpPr>
          <p:spPr>
            <a:xfrm>
              <a:off x="948124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rc7824"/>
            <p:cNvSpPr/>
            <p:nvPr/>
          </p:nvSpPr>
          <p:spPr>
            <a:xfrm>
              <a:off x="948124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rc7825"/>
            <p:cNvSpPr/>
            <p:nvPr/>
          </p:nvSpPr>
          <p:spPr>
            <a:xfrm>
              <a:off x="948124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rc7826"/>
            <p:cNvSpPr/>
            <p:nvPr/>
          </p:nvSpPr>
          <p:spPr>
            <a:xfrm>
              <a:off x="948124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rc7827"/>
            <p:cNvSpPr/>
            <p:nvPr/>
          </p:nvSpPr>
          <p:spPr>
            <a:xfrm>
              <a:off x="9499578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rc7828"/>
            <p:cNvSpPr/>
            <p:nvPr/>
          </p:nvSpPr>
          <p:spPr>
            <a:xfrm>
              <a:off x="949957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rc7829"/>
            <p:cNvSpPr/>
            <p:nvPr/>
          </p:nvSpPr>
          <p:spPr>
            <a:xfrm>
              <a:off x="9499578" y="423783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rc7830"/>
            <p:cNvSpPr/>
            <p:nvPr/>
          </p:nvSpPr>
          <p:spPr>
            <a:xfrm>
              <a:off x="949957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rc7831"/>
            <p:cNvSpPr/>
            <p:nvPr/>
          </p:nvSpPr>
          <p:spPr>
            <a:xfrm>
              <a:off x="949957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rc7832"/>
            <p:cNvSpPr/>
            <p:nvPr/>
          </p:nvSpPr>
          <p:spPr>
            <a:xfrm>
              <a:off x="949957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rc7833"/>
            <p:cNvSpPr/>
            <p:nvPr/>
          </p:nvSpPr>
          <p:spPr>
            <a:xfrm>
              <a:off x="9499578" y="493633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rc7834"/>
            <p:cNvSpPr/>
            <p:nvPr/>
          </p:nvSpPr>
          <p:spPr>
            <a:xfrm>
              <a:off x="949957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rc7835"/>
            <p:cNvSpPr/>
            <p:nvPr/>
          </p:nvSpPr>
          <p:spPr>
            <a:xfrm>
              <a:off x="9517916" y="3888581"/>
              <a:ext cx="18337" cy="174625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rc7836"/>
            <p:cNvSpPr/>
            <p:nvPr/>
          </p:nvSpPr>
          <p:spPr>
            <a:xfrm>
              <a:off x="951791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rc7837"/>
            <p:cNvSpPr/>
            <p:nvPr/>
          </p:nvSpPr>
          <p:spPr>
            <a:xfrm>
              <a:off x="9517916" y="4237831"/>
              <a:ext cx="18337" cy="174625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rc7838"/>
            <p:cNvSpPr/>
            <p:nvPr/>
          </p:nvSpPr>
          <p:spPr>
            <a:xfrm>
              <a:off x="9517916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rc7839"/>
            <p:cNvSpPr/>
            <p:nvPr/>
          </p:nvSpPr>
          <p:spPr>
            <a:xfrm>
              <a:off x="951791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rc7840"/>
            <p:cNvSpPr/>
            <p:nvPr/>
          </p:nvSpPr>
          <p:spPr>
            <a:xfrm>
              <a:off x="951791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rc7841"/>
            <p:cNvSpPr/>
            <p:nvPr/>
          </p:nvSpPr>
          <p:spPr>
            <a:xfrm>
              <a:off x="951791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rc7842"/>
            <p:cNvSpPr/>
            <p:nvPr/>
          </p:nvSpPr>
          <p:spPr>
            <a:xfrm>
              <a:off x="951791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rc7843"/>
            <p:cNvSpPr/>
            <p:nvPr/>
          </p:nvSpPr>
          <p:spPr>
            <a:xfrm>
              <a:off x="9536253" y="3888581"/>
              <a:ext cx="18337" cy="174625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rc7844"/>
            <p:cNvSpPr/>
            <p:nvPr/>
          </p:nvSpPr>
          <p:spPr>
            <a:xfrm>
              <a:off x="953625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rc7845"/>
            <p:cNvSpPr/>
            <p:nvPr/>
          </p:nvSpPr>
          <p:spPr>
            <a:xfrm>
              <a:off x="9536253" y="4237831"/>
              <a:ext cx="18337" cy="174625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rc7846"/>
            <p:cNvSpPr/>
            <p:nvPr/>
          </p:nvSpPr>
          <p:spPr>
            <a:xfrm>
              <a:off x="9536253" y="4412456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rc7847"/>
            <p:cNvSpPr/>
            <p:nvPr/>
          </p:nvSpPr>
          <p:spPr>
            <a:xfrm>
              <a:off x="953625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rc7848"/>
            <p:cNvSpPr/>
            <p:nvPr/>
          </p:nvSpPr>
          <p:spPr>
            <a:xfrm>
              <a:off x="953625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rc7849"/>
            <p:cNvSpPr/>
            <p:nvPr/>
          </p:nvSpPr>
          <p:spPr>
            <a:xfrm>
              <a:off x="953625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rc7850"/>
            <p:cNvSpPr/>
            <p:nvPr/>
          </p:nvSpPr>
          <p:spPr>
            <a:xfrm>
              <a:off x="9536253" y="5110956"/>
              <a:ext cx="18337" cy="174625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rc7851"/>
            <p:cNvSpPr/>
            <p:nvPr/>
          </p:nvSpPr>
          <p:spPr>
            <a:xfrm>
              <a:off x="9554590" y="3888581"/>
              <a:ext cx="18337" cy="174625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rc7852"/>
            <p:cNvSpPr/>
            <p:nvPr/>
          </p:nvSpPr>
          <p:spPr>
            <a:xfrm>
              <a:off x="9554590" y="4063206"/>
              <a:ext cx="18337" cy="174625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rc7853"/>
            <p:cNvSpPr/>
            <p:nvPr/>
          </p:nvSpPr>
          <p:spPr>
            <a:xfrm>
              <a:off x="9554590" y="4237831"/>
              <a:ext cx="18337" cy="174625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rc7854"/>
            <p:cNvSpPr/>
            <p:nvPr/>
          </p:nvSpPr>
          <p:spPr>
            <a:xfrm>
              <a:off x="9554590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rc7855"/>
            <p:cNvSpPr/>
            <p:nvPr/>
          </p:nvSpPr>
          <p:spPr>
            <a:xfrm>
              <a:off x="955459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rc7856"/>
            <p:cNvSpPr/>
            <p:nvPr/>
          </p:nvSpPr>
          <p:spPr>
            <a:xfrm>
              <a:off x="955459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rc7857"/>
            <p:cNvSpPr/>
            <p:nvPr/>
          </p:nvSpPr>
          <p:spPr>
            <a:xfrm>
              <a:off x="955459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rc7858"/>
            <p:cNvSpPr/>
            <p:nvPr/>
          </p:nvSpPr>
          <p:spPr>
            <a:xfrm>
              <a:off x="955459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rc7859"/>
            <p:cNvSpPr/>
            <p:nvPr/>
          </p:nvSpPr>
          <p:spPr>
            <a:xfrm>
              <a:off x="9572927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rc7860"/>
            <p:cNvSpPr/>
            <p:nvPr/>
          </p:nvSpPr>
          <p:spPr>
            <a:xfrm>
              <a:off x="957292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rc7861"/>
            <p:cNvSpPr/>
            <p:nvPr/>
          </p:nvSpPr>
          <p:spPr>
            <a:xfrm>
              <a:off x="957292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rc7862"/>
            <p:cNvSpPr/>
            <p:nvPr/>
          </p:nvSpPr>
          <p:spPr>
            <a:xfrm>
              <a:off x="9572927" y="4412456"/>
              <a:ext cx="18337" cy="174625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rc7863"/>
            <p:cNvSpPr/>
            <p:nvPr/>
          </p:nvSpPr>
          <p:spPr>
            <a:xfrm>
              <a:off x="957292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rc7864"/>
            <p:cNvSpPr/>
            <p:nvPr/>
          </p:nvSpPr>
          <p:spPr>
            <a:xfrm>
              <a:off x="957292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rc7865"/>
            <p:cNvSpPr/>
            <p:nvPr/>
          </p:nvSpPr>
          <p:spPr>
            <a:xfrm>
              <a:off x="957292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rc7866"/>
            <p:cNvSpPr/>
            <p:nvPr/>
          </p:nvSpPr>
          <p:spPr>
            <a:xfrm>
              <a:off x="9572927" y="5110956"/>
              <a:ext cx="18337" cy="174625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rc7867"/>
            <p:cNvSpPr/>
            <p:nvPr/>
          </p:nvSpPr>
          <p:spPr>
            <a:xfrm>
              <a:off x="9591264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rc7868"/>
            <p:cNvSpPr/>
            <p:nvPr/>
          </p:nvSpPr>
          <p:spPr>
            <a:xfrm>
              <a:off x="959126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rc7869"/>
            <p:cNvSpPr/>
            <p:nvPr/>
          </p:nvSpPr>
          <p:spPr>
            <a:xfrm>
              <a:off x="959126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rc7870"/>
            <p:cNvSpPr/>
            <p:nvPr/>
          </p:nvSpPr>
          <p:spPr>
            <a:xfrm>
              <a:off x="959126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rc7871"/>
            <p:cNvSpPr/>
            <p:nvPr/>
          </p:nvSpPr>
          <p:spPr>
            <a:xfrm>
              <a:off x="9591264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rc7872"/>
            <p:cNvSpPr/>
            <p:nvPr/>
          </p:nvSpPr>
          <p:spPr>
            <a:xfrm>
              <a:off x="959126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rc7873"/>
            <p:cNvSpPr/>
            <p:nvPr/>
          </p:nvSpPr>
          <p:spPr>
            <a:xfrm>
              <a:off x="959126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rc7874"/>
            <p:cNvSpPr/>
            <p:nvPr/>
          </p:nvSpPr>
          <p:spPr>
            <a:xfrm>
              <a:off x="9591264" y="511095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rc7875"/>
            <p:cNvSpPr/>
            <p:nvPr/>
          </p:nvSpPr>
          <p:spPr>
            <a:xfrm>
              <a:off x="9609601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rc7876"/>
            <p:cNvSpPr/>
            <p:nvPr/>
          </p:nvSpPr>
          <p:spPr>
            <a:xfrm>
              <a:off x="960960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rc7877"/>
            <p:cNvSpPr/>
            <p:nvPr/>
          </p:nvSpPr>
          <p:spPr>
            <a:xfrm>
              <a:off x="960960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rc7878"/>
            <p:cNvSpPr/>
            <p:nvPr/>
          </p:nvSpPr>
          <p:spPr>
            <a:xfrm>
              <a:off x="9609601" y="4412456"/>
              <a:ext cx="18337" cy="174625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rc7879"/>
            <p:cNvSpPr/>
            <p:nvPr/>
          </p:nvSpPr>
          <p:spPr>
            <a:xfrm>
              <a:off x="960960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rc7880"/>
            <p:cNvSpPr/>
            <p:nvPr/>
          </p:nvSpPr>
          <p:spPr>
            <a:xfrm>
              <a:off x="960960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rc7881"/>
            <p:cNvSpPr/>
            <p:nvPr/>
          </p:nvSpPr>
          <p:spPr>
            <a:xfrm>
              <a:off x="960960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rc7882"/>
            <p:cNvSpPr/>
            <p:nvPr/>
          </p:nvSpPr>
          <p:spPr>
            <a:xfrm>
              <a:off x="9609601" y="5110956"/>
              <a:ext cx="18337" cy="174625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rc7883"/>
            <p:cNvSpPr/>
            <p:nvPr/>
          </p:nvSpPr>
          <p:spPr>
            <a:xfrm>
              <a:off x="9627939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rc7884"/>
            <p:cNvSpPr/>
            <p:nvPr/>
          </p:nvSpPr>
          <p:spPr>
            <a:xfrm>
              <a:off x="962793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rc7885"/>
            <p:cNvSpPr/>
            <p:nvPr/>
          </p:nvSpPr>
          <p:spPr>
            <a:xfrm>
              <a:off x="9627939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rc7886"/>
            <p:cNvSpPr/>
            <p:nvPr/>
          </p:nvSpPr>
          <p:spPr>
            <a:xfrm>
              <a:off x="9627939" y="4412456"/>
              <a:ext cx="18337" cy="174625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rc7887"/>
            <p:cNvSpPr/>
            <p:nvPr/>
          </p:nvSpPr>
          <p:spPr>
            <a:xfrm>
              <a:off x="962793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rc7888"/>
            <p:cNvSpPr/>
            <p:nvPr/>
          </p:nvSpPr>
          <p:spPr>
            <a:xfrm>
              <a:off x="962793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rc7889"/>
            <p:cNvSpPr/>
            <p:nvPr/>
          </p:nvSpPr>
          <p:spPr>
            <a:xfrm>
              <a:off x="962793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rc7890"/>
            <p:cNvSpPr/>
            <p:nvPr/>
          </p:nvSpPr>
          <p:spPr>
            <a:xfrm>
              <a:off x="9627939" y="5110956"/>
              <a:ext cx="18337" cy="174625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rc7891"/>
            <p:cNvSpPr/>
            <p:nvPr/>
          </p:nvSpPr>
          <p:spPr>
            <a:xfrm>
              <a:off x="9646276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rc7892"/>
            <p:cNvSpPr/>
            <p:nvPr/>
          </p:nvSpPr>
          <p:spPr>
            <a:xfrm>
              <a:off x="964627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rc7893"/>
            <p:cNvSpPr/>
            <p:nvPr/>
          </p:nvSpPr>
          <p:spPr>
            <a:xfrm>
              <a:off x="9646276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rc7894"/>
            <p:cNvSpPr/>
            <p:nvPr/>
          </p:nvSpPr>
          <p:spPr>
            <a:xfrm>
              <a:off x="9646276" y="441245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rc7895"/>
            <p:cNvSpPr/>
            <p:nvPr/>
          </p:nvSpPr>
          <p:spPr>
            <a:xfrm>
              <a:off x="964627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rc7896"/>
            <p:cNvSpPr/>
            <p:nvPr/>
          </p:nvSpPr>
          <p:spPr>
            <a:xfrm>
              <a:off x="964627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rc7897"/>
            <p:cNvSpPr/>
            <p:nvPr/>
          </p:nvSpPr>
          <p:spPr>
            <a:xfrm>
              <a:off x="964627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rc7898"/>
            <p:cNvSpPr/>
            <p:nvPr/>
          </p:nvSpPr>
          <p:spPr>
            <a:xfrm>
              <a:off x="9646276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rc7899"/>
            <p:cNvSpPr/>
            <p:nvPr/>
          </p:nvSpPr>
          <p:spPr>
            <a:xfrm>
              <a:off x="9664613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rc7900"/>
            <p:cNvSpPr/>
            <p:nvPr/>
          </p:nvSpPr>
          <p:spPr>
            <a:xfrm>
              <a:off x="966461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rc7901"/>
            <p:cNvSpPr/>
            <p:nvPr/>
          </p:nvSpPr>
          <p:spPr>
            <a:xfrm>
              <a:off x="9664613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rc7902"/>
            <p:cNvSpPr/>
            <p:nvPr/>
          </p:nvSpPr>
          <p:spPr>
            <a:xfrm>
              <a:off x="9664613" y="4412456"/>
              <a:ext cx="18337" cy="174625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rc7903"/>
            <p:cNvSpPr/>
            <p:nvPr/>
          </p:nvSpPr>
          <p:spPr>
            <a:xfrm>
              <a:off x="966461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rc7904"/>
            <p:cNvSpPr/>
            <p:nvPr/>
          </p:nvSpPr>
          <p:spPr>
            <a:xfrm>
              <a:off x="966461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rc7905"/>
            <p:cNvSpPr/>
            <p:nvPr/>
          </p:nvSpPr>
          <p:spPr>
            <a:xfrm>
              <a:off x="966461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rc7906"/>
            <p:cNvSpPr/>
            <p:nvPr/>
          </p:nvSpPr>
          <p:spPr>
            <a:xfrm>
              <a:off x="966461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rc7907"/>
            <p:cNvSpPr/>
            <p:nvPr/>
          </p:nvSpPr>
          <p:spPr>
            <a:xfrm>
              <a:off x="9682950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rc7908"/>
            <p:cNvSpPr/>
            <p:nvPr/>
          </p:nvSpPr>
          <p:spPr>
            <a:xfrm>
              <a:off x="9682950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rc7909"/>
            <p:cNvSpPr/>
            <p:nvPr/>
          </p:nvSpPr>
          <p:spPr>
            <a:xfrm>
              <a:off x="9682950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rc7910"/>
            <p:cNvSpPr/>
            <p:nvPr/>
          </p:nvSpPr>
          <p:spPr>
            <a:xfrm>
              <a:off x="9682950" y="4412456"/>
              <a:ext cx="18337" cy="174625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rc7911"/>
            <p:cNvSpPr/>
            <p:nvPr/>
          </p:nvSpPr>
          <p:spPr>
            <a:xfrm>
              <a:off x="9682950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rc7912"/>
            <p:cNvSpPr/>
            <p:nvPr/>
          </p:nvSpPr>
          <p:spPr>
            <a:xfrm>
              <a:off x="9682950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rc7913"/>
            <p:cNvSpPr/>
            <p:nvPr/>
          </p:nvSpPr>
          <p:spPr>
            <a:xfrm>
              <a:off x="9682950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rc7914"/>
            <p:cNvSpPr/>
            <p:nvPr/>
          </p:nvSpPr>
          <p:spPr>
            <a:xfrm>
              <a:off x="9682950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rc7915"/>
            <p:cNvSpPr/>
            <p:nvPr/>
          </p:nvSpPr>
          <p:spPr>
            <a:xfrm>
              <a:off x="9701287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rc7916"/>
            <p:cNvSpPr/>
            <p:nvPr/>
          </p:nvSpPr>
          <p:spPr>
            <a:xfrm>
              <a:off x="970128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rc7917"/>
            <p:cNvSpPr/>
            <p:nvPr/>
          </p:nvSpPr>
          <p:spPr>
            <a:xfrm>
              <a:off x="970128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rc7918"/>
            <p:cNvSpPr/>
            <p:nvPr/>
          </p:nvSpPr>
          <p:spPr>
            <a:xfrm>
              <a:off x="9701287" y="4412456"/>
              <a:ext cx="18337" cy="174625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rc7919"/>
            <p:cNvSpPr/>
            <p:nvPr/>
          </p:nvSpPr>
          <p:spPr>
            <a:xfrm>
              <a:off x="970128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rc7920"/>
            <p:cNvSpPr/>
            <p:nvPr/>
          </p:nvSpPr>
          <p:spPr>
            <a:xfrm>
              <a:off x="970128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rc7921"/>
            <p:cNvSpPr/>
            <p:nvPr/>
          </p:nvSpPr>
          <p:spPr>
            <a:xfrm>
              <a:off x="970128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rc7922"/>
            <p:cNvSpPr/>
            <p:nvPr/>
          </p:nvSpPr>
          <p:spPr>
            <a:xfrm>
              <a:off x="970128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rc7923"/>
            <p:cNvSpPr/>
            <p:nvPr/>
          </p:nvSpPr>
          <p:spPr>
            <a:xfrm>
              <a:off x="9719625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rc7924"/>
            <p:cNvSpPr/>
            <p:nvPr/>
          </p:nvSpPr>
          <p:spPr>
            <a:xfrm>
              <a:off x="971962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rc7925"/>
            <p:cNvSpPr/>
            <p:nvPr/>
          </p:nvSpPr>
          <p:spPr>
            <a:xfrm>
              <a:off x="971962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rc7926"/>
            <p:cNvSpPr/>
            <p:nvPr/>
          </p:nvSpPr>
          <p:spPr>
            <a:xfrm>
              <a:off x="9719625" y="4412456"/>
              <a:ext cx="18337" cy="174625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rc7927"/>
            <p:cNvSpPr/>
            <p:nvPr/>
          </p:nvSpPr>
          <p:spPr>
            <a:xfrm>
              <a:off x="971962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rc7928"/>
            <p:cNvSpPr/>
            <p:nvPr/>
          </p:nvSpPr>
          <p:spPr>
            <a:xfrm>
              <a:off x="971962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rc7929"/>
            <p:cNvSpPr/>
            <p:nvPr/>
          </p:nvSpPr>
          <p:spPr>
            <a:xfrm>
              <a:off x="971962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rc7930"/>
            <p:cNvSpPr/>
            <p:nvPr/>
          </p:nvSpPr>
          <p:spPr>
            <a:xfrm>
              <a:off x="971962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rc7931"/>
            <p:cNvSpPr/>
            <p:nvPr/>
          </p:nvSpPr>
          <p:spPr>
            <a:xfrm>
              <a:off x="9737962" y="3888581"/>
              <a:ext cx="18337" cy="174625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rc7932"/>
            <p:cNvSpPr/>
            <p:nvPr/>
          </p:nvSpPr>
          <p:spPr>
            <a:xfrm>
              <a:off x="9737962" y="40632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rc7933"/>
            <p:cNvSpPr/>
            <p:nvPr/>
          </p:nvSpPr>
          <p:spPr>
            <a:xfrm>
              <a:off x="973796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rc7934"/>
            <p:cNvSpPr/>
            <p:nvPr/>
          </p:nvSpPr>
          <p:spPr>
            <a:xfrm>
              <a:off x="9737962" y="4412456"/>
              <a:ext cx="18337" cy="174625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rc7935"/>
            <p:cNvSpPr/>
            <p:nvPr/>
          </p:nvSpPr>
          <p:spPr>
            <a:xfrm>
              <a:off x="973796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rc7936"/>
            <p:cNvSpPr/>
            <p:nvPr/>
          </p:nvSpPr>
          <p:spPr>
            <a:xfrm>
              <a:off x="9737962" y="476170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rc7937"/>
            <p:cNvSpPr/>
            <p:nvPr/>
          </p:nvSpPr>
          <p:spPr>
            <a:xfrm>
              <a:off x="973796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rc7938"/>
            <p:cNvSpPr/>
            <p:nvPr/>
          </p:nvSpPr>
          <p:spPr>
            <a:xfrm>
              <a:off x="973796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rc7939"/>
            <p:cNvSpPr/>
            <p:nvPr/>
          </p:nvSpPr>
          <p:spPr>
            <a:xfrm>
              <a:off x="9756299" y="3888581"/>
              <a:ext cx="18337" cy="174625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rc7940"/>
            <p:cNvSpPr/>
            <p:nvPr/>
          </p:nvSpPr>
          <p:spPr>
            <a:xfrm>
              <a:off x="975629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rc7941"/>
            <p:cNvSpPr/>
            <p:nvPr/>
          </p:nvSpPr>
          <p:spPr>
            <a:xfrm>
              <a:off x="975629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rc7942"/>
            <p:cNvSpPr/>
            <p:nvPr/>
          </p:nvSpPr>
          <p:spPr>
            <a:xfrm>
              <a:off x="9756299" y="4412456"/>
              <a:ext cx="18337" cy="174625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rc7943"/>
            <p:cNvSpPr/>
            <p:nvPr/>
          </p:nvSpPr>
          <p:spPr>
            <a:xfrm>
              <a:off x="975629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rc7944"/>
            <p:cNvSpPr/>
            <p:nvPr/>
          </p:nvSpPr>
          <p:spPr>
            <a:xfrm>
              <a:off x="975629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rc7945"/>
            <p:cNvSpPr/>
            <p:nvPr/>
          </p:nvSpPr>
          <p:spPr>
            <a:xfrm>
              <a:off x="975629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rc7946"/>
            <p:cNvSpPr/>
            <p:nvPr/>
          </p:nvSpPr>
          <p:spPr>
            <a:xfrm>
              <a:off x="9756299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rc7947"/>
            <p:cNvSpPr/>
            <p:nvPr/>
          </p:nvSpPr>
          <p:spPr>
            <a:xfrm>
              <a:off x="9774636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rc7948"/>
            <p:cNvSpPr/>
            <p:nvPr/>
          </p:nvSpPr>
          <p:spPr>
            <a:xfrm>
              <a:off x="9774636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rc7949"/>
            <p:cNvSpPr/>
            <p:nvPr/>
          </p:nvSpPr>
          <p:spPr>
            <a:xfrm>
              <a:off x="9774636" y="4237831"/>
              <a:ext cx="18337" cy="174625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rc7950"/>
            <p:cNvSpPr/>
            <p:nvPr/>
          </p:nvSpPr>
          <p:spPr>
            <a:xfrm>
              <a:off x="9774636" y="4412456"/>
              <a:ext cx="18337" cy="174625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rc7951"/>
            <p:cNvSpPr/>
            <p:nvPr/>
          </p:nvSpPr>
          <p:spPr>
            <a:xfrm>
              <a:off x="9774636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rc7952"/>
            <p:cNvSpPr/>
            <p:nvPr/>
          </p:nvSpPr>
          <p:spPr>
            <a:xfrm>
              <a:off x="9774636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rc7953"/>
            <p:cNvSpPr/>
            <p:nvPr/>
          </p:nvSpPr>
          <p:spPr>
            <a:xfrm>
              <a:off x="9774636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rc7954"/>
            <p:cNvSpPr/>
            <p:nvPr/>
          </p:nvSpPr>
          <p:spPr>
            <a:xfrm>
              <a:off x="9774636" y="51109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rc7955"/>
            <p:cNvSpPr/>
            <p:nvPr/>
          </p:nvSpPr>
          <p:spPr>
            <a:xfrm>
              <a:off x="9792973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rc7956"/>
            <p:cNvSpPr/>
            <p:nvPr/>
          </p:nvSpPr>
          <p:spPr>
            <a:xfrm>
              <a:off x="9792973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rc7957"/>
            <p:cNvSpPr/>
            <p:nvPr/>
          </p:nvSpPr>
          <p:spPr>
            <a:xfrm>
              <a:off x="9792973" y="4237831"/>
              <a:ext cx="18337" cy="174625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rc7958"/>
            <p:cNvSpPr/>
            <p:nvPr/>
          </p:nvSpPr>
          <p:spPr>
            <a:xfrm>
              <a:off x="9792973" y="4412456"/>
              <a:ext cx="18337" cy="174625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rc7959"/>
            <p:cNvSpPr/>
            <p:nvPr/>
          </p:nvSpPr>
          <p:spPr>
            <a:xfrm>
              <a:off x="9792973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rc7960"/>
            <p:cNvSpPr/>
            <p:nvPr/>
          </p:nvSpPr>
          <p:spPr>
            <a:xfrm>
              <a:off x="9792973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rc7961"/>
            <p:cNvSpPr/>
            <p:nvPr/>
          </p:nvSpPr>
          <p:spPr>
            <a:xfrm>
              <a:off x="9792973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rc7962"/>
            <p:cNvSpPr/>
            <p:nvPr/>
          </p:nvSpPr>
          <p:spPr>
            <a:xfrm>
              <a:off x="9792973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rc7963"/>
            <p:cNvSpPr/>
            <p:nvPr/>
          </p:nvSpPr>
          <p:spPr>
            <a:xfrm>
              <a:off x="9811311" y="3888581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rc7964"/>
            <p:cNvSpPr/>
            <p:nvPr/>
          </p:nvSpPr>
          <p:spPr>
            <a:xfrm>
              <a:off x="981131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rc7965"/>
            <p:cNvSpPr/>
            <p:nvPr/>
          </p:nvSpPr>
          <p:spPr>
            <a:xfrm>
              <a:off x="981131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rc7966"/>
            <p:cNvSpPr/>
            <p:nvPr/>
          </p:nvSpPr>
          <p:spPr>
            <a:xfrm>
              <a:off x="9811311" y="4412456"/>
              <a:ext cx="18337" cy="174625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rc7967"/>
            <p:cNvSpPr/>
            <p:nvPr/>
          </p:nvSpPr>
          <p:spPr>
            <a:xfrm>
              <a:off x="981131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rc7968"/>
            <p:cNvSpPr/>
            <p:nvPr/>
          </p:nvSpPr>
          <p:spPr>
            <a:xfrm>
              <a:off x="981131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rc7969"/>
            <p:cNvSpPr/>
            <p:nvPr/>
          </p:nvSpPr>
          <p:spPr>
            <a:xfrm>
              <a:off x="9811311" y="4936331"/>
              <a:ext cx="18337" cy="174625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rc7970"/>
            <p:cNvSpPr/>
            <p:nvPr/>
          </p:nvSpPr>
          <p:spPr>
            <a:xfrm>
              <a:off x="981131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rc7971"/>
            <p:cNvSpPr/>
            <p:nvPr/>
          </p:nvSpPr>
          <p:spPr>
            <a:xfrm>
              <a:off x="9829648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rc7972"/>
            <p:cNvSpPr/>
            <p:nvPr/>
          </p:nvSpPr>
          <p:spPr>
            <a:xfrm>
              <a:off x="982964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rc7973"/>
            <p:cNvSpPr/>
            <p:nvPr/>
          </p:nvSpPr>
          <p:spPr>
            <a:xfrm>
              <a:off x="9829648" y="423783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rc7974"/>
            <p:cNvSpPr/>
            <p:nvPr/>
          </p:nvSpPr>
          <p:spPr>
            <a:xfrm>
              <a:off x="9829648" y="4412456"/>
              <a:ext cx="18337" cy="174625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rc7975"/>
            <p:cNvSpPr/>
            <p:nvPr/>
          </p:nvSpPr>
          <p:spPr>
            <a:xfrm>
              <a:off x="982964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rc7976"/>
            <p:cNvSpPr/>
            <p:nvPr/>
          </p:nvSpPr>
          <p:spPr>
            <a:xfrm>
              <a:off x="9829648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rc7977"/>
            <p:cNvSpPr/>
            <p:nvPr/>
          </p:nvSpPr>
          <p:spPr>
            <a:xfrm>
              <a:off x="982964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rc7978"/>
            <p:cNvSpPr/>
            <p:nvPr/>
          </p:nvSpPr>
          <p:spPr>
            <a:xfrm>
              <a:off x="982964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rc7979"/>
            <p:cNvSpPr/>
            <p:nvPr/>
          </p:nvSpPr>
          <p:spPr>
            <a:xfrm>
              <a:off x="9847985" y="3888581"/>
              <a:ext cx="18337" cy="174625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rc7980"/>
            <p:cNvSpPr/>
            <p:nvPr/>
          </p:nvSpPr>
          <p:spPr>
            <a:xfrm>
              <a:off x="9847985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rc7981"/>
            <p:cNvSpPr/>
            <p:nvPr/>
          </p:nvSpPr>
          <p:spPr>
            <a:xfrm>
              <a:off x="9847985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rc7982"/>
            <p:cNvSpPr/>
            <p:nvPr/>
          </p:nvSpPr>
          <p:spPr>
            <a:xfrm>
              <a:off x="9847985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rc7983"/>
            <p:cNvSpPr/>
            <p:nvPr/>
          </p:nvSpPr>
          <p:spPr>
            <a:xfrm>
              <a:off x="9847985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rc7984"/>
            <p:cNvSpPr/>
            <p:nvPr/>
          </p:nvSpPr>
          <p:spPr>
            <a:xfrm>
              <a:off x="9847985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rc7985"/>
            <p:cNvSpPr/>
            <p:nvPr/>
          </p:nvSpPr>
          <p:spPr>
            <a:xfrm>
              <a:off x="9847985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rc7986"/>
            <p:cNvSpPr/>
            <p:nvPr/>
          </p:nvSpPr>
          <p:spPr>
            <a:xfrm>
              <a:off x="9847985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rc7987"/>
            <p:cNvSpPr/>
            <p:nvPr/>
          </p:nvSpPr>
          <p:spPr>
            <a:xfrm>
              <a:off x="9866322" y="3888581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rc7988"/>
            <p:cNvSpPr/>
            <p:nvPr/>
          </p:nvSpPr>
          <p:spPr>
            <a:xfrm>
              <a:off x="9866322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rc7989"/>
            <p:cNvSpPr/>
            <p:nvPr/>
          </p:nvSpPr>
          <p:spPr>
            <a:xfrm>
              <a:off x="9866322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rc7990"/>
            <p:cNvSpPr/>
            <p:nvPr/>
          </p:nvSpPr>
          <p:spPr>
            <a:xfrm>
              <a:off x="9866322" y="4412456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rc7991"/>
            <p:cNvSpPr/>
            <p:nvPr/>
          </p:nvSpPr>
          <p:spPr>
            <a:xfrm>
              <a:off x="9866322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rc7992"/>
            <p:cNvSpPr/>
            <p:nvPr/>
          </p:nvSpPr>
          <p:spPr>
            <a:xfrm>
              <a:off x="9866322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rc7993"/>
            <p:cNvSpPr/>
            <p:nvPr/>
          </p:nvSpPr>
          <p:spPr>
            <a:xfrm>
              <a:off x="9866322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rc7994"/>
            <p:cNvSpPr/>
            <p:nvPr/>
          </p:nvSpPr>
          <p:spPr>
            <a:xfrm>
              <a:off x="9866322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rc7995"/>
            <p:cNvSpPr/>
            <p:nvPr/>
          </p:nvSpPr>
          <p:spPr>
            <a:xfrm>
              <a:off x="9884659" y="3888581"/>
              <a:ext cx="18337" cy="174625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rc7996"/>
            <p:cNvSpPr/>
            <p:nvPr/>
          </p:nvSpPr>
          <p:spPr>
            <a:xfrm>
              <a:off x="9884659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rc7997"/>
            <p:cNvSpPr/>
            <p:nvPr/>
          </p:nvSpPr>
          <p:spPr>
            <a:xfrm>
              <a:off x="9884659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rc7998"/>
            <p:cNvSpPr/>
            <p:nvPr/>
          </p:nvSpPr>
          <p:spPr>
            <a:xfrm>
              <a:off x="9884659" y="4412456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rc7999"/>
            <p:cNvSpPr/>
            <p:nvPr/>
          </p:nvSpPr>
          <p:spPr>
            <a:xfrm>
              <a:off x="9884659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rc8000"/>
            <p:cNvSpPr/>
            <p:nvPr/>
          </p:nvSpPr>
          <p:spPr>
            <a:xfrm>
              <a:off x="9884659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rc8001"/>
            <p:cNvSpPr/>
            <p:nvPr/>
          </p:nvSpPr>
          <p:spPr>
            <a:xfrm>
              <a:off x="9884659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rc8002"/>
            <p:cNvSpPr/>
            <p:nvPr/>
          </p:nvSpPr>
          <p:spPr>
            <a:xfrm>
              <a:off x="9884659" y="511095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rc8003"/>
            <p:cNvSpPr/>
            <p:nvPr/>
          </p:nvSpPr>
          <p:spPr>
            <a:xfrm>
              <a:off x="9902997" y="3888581"/>
              <a:ext cx="18337" cy="174625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rc8004"/>
            <p:cNvSpPr/>
            <p:nvPr/>
          </p:nvSpPr>
          <p:spPr>
            <a:xfrm>
              <a:off x="9902997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rc8005"/>
            <p:cNvSpPr/>
            <p:nvPr/>
          </p:nvSpPr>
          <p:spPr>
            <a:xfrm>
              <a:off x="9902997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rc8006"/>
            <p:cNvSpPr/>
            <p:nvPr/>
          </p:nvSpPr>
          <p:spPr>
            <a:xfrm>
              <a:off x="9902997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rc8007"/>
            <p:cNvSpPr/>
            <p:nvPr/>
          </p:nvSpPr>
          <p:spPr>
            <a:xfrm>
              <a:off x="9902997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rc8008"/>
            <p:cNvSpPr/>
            <p:nvPr/>
          </p:nvSpPr>
          <p:spPr>
            <a:xfrm>
              <a:off x="9902997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rc8009"/>
            <p:cNvSpPr/>
            <p:nvPr/>
          </p:nvSpPr>
          <p:spPr>
            <a:xfrm>
              <a:off x="9902997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rc8010"/>
            <p:cNvSpPr/>
            <p:nvPr/>
          </p:nvSpPr>
          <p:spPr>
            <a:xfrm>
              <a:off x="9902997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rc8011"/>
            <p:cNvSpPr/>
            <p:nvPr/>
          </p:nvSpPr>
          <p:spPr>
            <a:xfrm>
              <a:off x="9921334" y="3888581"/>
              <a:ext cx="18337" cy="174625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rc8012"/>
            <p:cNvSpPr/>
            <p:nvPr/>
          </p:nvSpPr>
          <p:spPr>
            <a:xfrm>
              <a:off x="9921334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rc8013"/>
            <p:cNvSpPr/>
            <p:nvPr/>
          </p:nvSpPr>
          <p:spPr>
            <a:xfrm>
              <a:off x="9921334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rc8014"/>
            <p:cNvSpPr/>
            <p:nvPr/>
          </p:nvSpPr>
          <p:spPr>
            <a:xfrm>
              <a:off x="9921334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rc8015"/>
            <p:cNvSpPr/>
            <p:nvPr/>
          </p:nvSpPr>
          <p:spPr>
            <a:xfrm>
              <a:off x="9921334" y="4587081"/>
              <a:ext cx="18337" cy="174625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rc8016"/>
            <p:cNvSpPr/>
            <p:nvPr/>
          </p:nvSpPr>
          <p:spPr>
            <a:xfrm>
              <a:off x="9921334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rc8017"/>
            <p:cNvSpPr/>
            <p:nvPr/>
          </p:nvSpPr>
          <p:spPr>
            <a:xfrm>
              <a:off x="9921334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rc8018"/>
            <p:cNvSpPr/>
            <p:nvPr/>
          </p:nvSpPr>
          <p:spPr>
            <a:xfrm>
              <a:off x="9921334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rc8019"/>
            <p:cNvSpPr/>
            <p:nvPr/>
          </p:nvSpPr>
          <p:spPr>
            <a:xfrm>
              <a:off x="9939671" y="38885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rc8020"/>
            <p:cNvSpPr/>
            <p:nvPr/>
          </p:nvSpPr>
          <p:spPr>
            <a:xfrm>
              <a:off x="9939671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rc8021"/>
            <p:cNvSpPr/>
            <p:nvPr/>
          </p:nvSpPr>
          <p:spPr>
            <a:xfrm>
              <a:off x="9939671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rc8022"/>
            <p:cNvSpPr/>
            <p:nvPr/>
          </p:nvSpPr>
          <p:spPr>
            <a:xfrm>
              <a:off x="9939671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rc8023"/>
            <p:cNvSpPr/>
            <p:nvPr/>
          </p:nvSpPr>
          <p:spPr>
            <a:xfrm>
              <a:off x="9939671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rc8024"/>
            <p:cNvSpPr/>
            <p:nvPr/>
          </p:nvSpPr>
          <p:spPr>
            <a:xfrm>
              <a:off x="9939671" y="47617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rc8025"/>
            <p:cNvSpPr/>
            <p:nvPr/>
          </p:nvSpPr>
          <p:spPr>
            <a:xfrm>
              <a:off x="9939671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rc8026"/>
            <p:cNvSpPr/>
            <p:nvPr/>
          </p:nvSpPr>
          <p:spPr>
            <a:xfrm>
              <a:off x="9939671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rc8027"/>
            <p:cNvSpPr/>
            <p:nvPr/>
          </p:nvSpPr>
          <p:spPr>
            <a:xfrm>
              <a:off x="9958008" y="3888581"/>
              <a:ext cx="18337" cy="174625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rc8028"/>
            <p:cNvSpPr/>
            <p:nvPr/>
          </p:nvSpPr>
          <p:spPr>
            <a:xfrm>
              <a:off x="9958008" y="406320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rc8029"/>
            <p:cNvSpPr/>
            <p:nvPr/>
          </p:nvSpPr>
          <p:spPr>
            <a:xfrm>
              <a:off x="9958008" y="42378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rc8030"/>
            <p:cNvSpPr/>
            <p:nvPr/>
          </p:nvSpPr>
          <p:spPr>
            <a:xfrm>
              <a:off x="9958008" y="44124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rc8031"/>
            <p:cNvSpPr/>
            <p:nvPr/>
          </p:nvSpPr>
          <p:spPr>
            <a:xfrm>
              <a:off x="9958008" y="458708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rc8032"/>
            <p:cNvSpPr/>
            <p:nvPr/>
          </p:nvSpPr>
          <p:spPr>
            <a:xfrm>
              <a:off x="9958008" y="4761706"/>
              <a:ext cx="18337" cy="174625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rc8033"/>
            <p:cNvSpPr/>
            <p:nvPr/>
          </p:nvSpPr>
          <p:spPr>
            <a:xfrm>
              <a:off x="9958008" y="4936331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rc8034"/>
            <p:cNvSpPr/>
            <p:nvPr/>
          </p:nvSpPr>
          <p:spPr>
            <a:xfrm>
              <a:off x="9958008" y="5110956"/>
              <a:ext cx="18337" cy="174625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tx8035"/>
            <p:cNvSpPr/>
            <p:nvPr/>
          </p:nvSpPr>
          <p:spPr>
            <a:xfrm>
              <a:off x="10014445" y="3938860"/>
              <a:ext cx="41019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8036" name="tx8036"/>
            <p:cNvSpPr/>
            <p:nvPr/>
          </p:nvSpPr>
          <p:spPr>
            <a:xfrm>
              <a:off x="10014445" y="4113485"/>
              <a:ext cx="64876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8037" name="tx8037"/>
            <p:cNvSpPr/>
            <p:nvPr/>
          </p:nvSpPr>
          <p:spPr>
            <a:xfrm>
              <a:off x="10014445" y="4288110"/>
              <a:ext cx="75328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8038" name="tx8038"/>
            <p:cNvSpPr/>
            <p:nvPr/>
          </p:nvSpPr>
          <p:spPr>
            <a:xfrm>
              <a:off x="10014445" y="4462735"/>
              <a:ext cx="7975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8039" name="tx8039"/>
            <p:cNvSpPr/>
            <p:nvPr/>
          </p:nvSpPr>
          <p:spPr>
            <a:xfrm>
              <a:off x="10014445" y="4637360"/>
              <a:ext cx="96679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8040" name="tx8040"/>
            <p:cNvSpPr/>
            <p:nvPr/>
          </p:nvSpPr>
          <p:spPr>
            <a:xfrm>
              <a:off x="10014445" y="4811985"/>
              <a:ext cx="706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Pseudomonas</a:t>
              </a:r>
            </a:p>
          </p:txBody>
        </p:sp>
        <p:sp>
          <p:nvSpPr>
            <p:cNvPr id="8041" name="tx8041"/>
            <p:cNvSpPr/>
            <p:nvPr/>
          </p:nvSpPr>
          <p:spPr>
            <a:xfrm>
              <a:off x="10014445" y="4986610"/>
              <a:ext cx="38990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8042" name="tx8042"/>
            <p:cNvSpPr/>
            <p:nvPr/>
          </p:nvSpPr>
          <p:spPr>
            <a:xfrm>
              <a:off x="10014445" y="5161235"/>
              <a:ext cx="65882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8043" name="rc8043"/>
            <p:cNvSpPr/>
            <p:nvPr/>
          </p:nvSpPr>
          <p:spPr>
            <a:xfrm>
              <a:off x="231140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rc8044"/>
            <p:cNvSpPr/>
            <p:nvPr/>
          </p:nvSpPr>
          <p:spPr>
            <a:xfrm>
              <a:off x="232973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rc8045"/>
            <p:cNvSpPr/>
            <p:nvPr/>
          </p:nvSpPr>
          <p:spPr>
            <a:xfrm>
              <a:off x="2348074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rc8046"/>
            <p:cNvSpPr/>
            <p:nvPr/>
          </p:nvSpPr>
          <p:spPr>
            <a:xfrm>
              <a:off x="236641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rc8047"/>
            <p:cNvSpPr/>
            <p:nvPr/>
          </p:nvSpPr>
          <p:spPr>
            <a:xfrm>
              <a:off x="238474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rc8048"/>
            <p:cNvSpPr/>
            <p:nvPr/>
          </p:nvSpPr>
          <p:spPr>
            <a:xfrm>
              <a:off x="240308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rc8049"/>
            <p:cNvSpPr/>
            <p:nvPr/>
          </p:nvSpPr>
          <p:spPr>
            <a:xfrm>
              <a:off x="242142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rc8050"/>
            <p:cNvSpPr/>
            <p:nvPr/>
          </p:nvSpPr>
          <p:spPr>
            <a:xfrm>
              <a:off x="2439760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rc8051"/>
            <p:cNvSpPr/>
            <p:nvPr/>
          </p:nvSpPr>
          <p:spPr>
            <a:xfrm>
              <a:off x="245809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rc8052"/>
            <p:cNvSpPr/>
            <p:nvPr/>
          </p:nvSpPr>
          <p:spPr>
            <a:xfrm>
              <a:off x="247643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rc8053"/>
            <p:cNvSpPr/>
            <p:nvPr/>
          </p:nvSpPr>
          <p:spPr>
            <a:xfrm>
              <a:off x="2494771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rc8054"/>
            <p:cNvSpPr/>
            <p:nvPr/>
          </p:nvSpPr>
          <p:spPr>
            <a:xfrm>
              <a:off x="251310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rc8055"/>
            <p:cNvSpPr/>
            <p:nvPr/>
          </p:nvSpPr>
          <p:spPr>
            <a:xfrm>
              <a:off x="253144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rc8056"/>
            <p:cNvSpPr/>
            <p:nvPr/>
          </p:nvSpPr>
          <p:spPr>
            <a:xfrm>
              <a:off x="254978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rc8057"/>
            <p:cNvSpPr/>
            <p:nvPr/>
          </p:nvSpPr>
          <p:spPr>
            <a:xfrm>
              <a:off x="256812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rc8058"/>
            <p:cNvSpPr/>
            <p:nvPr/>
          </p:nvSpPr>
          <p:spPr>
            <a:xfrm>
              <a:off x="258645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rc8059"/>
            <p:cNvSpPr/>
            <p:nvPr/>
          </p:nvSpPr>
          <p:spPr>
            <a:xfrm>
              <a:off x="260479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rc8060"/>
            <p:cNvSpPr/>
            <p:nvPr/>
          </p:nvSpPr>
          <p:spPr>
            <a:xfrm>
              <a:off x="262313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rc8061"/>
            <p:cNvSpPr/>
            <p:nvPr/>
          </p:nvSpPr>
          <p:spPr>
            <a:xfrm>
              <a:off x="264146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rc8062"/>
            <p:cNvSpPr/>
            <p:nvPr/>
          </p:nvSpPr>
          <p:spPr>
            <a:xfrm>
              <a:off x="265980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rc8063"/>
            <p:cNvSpPr/>
            <p:nvPr/>
          </p:nvSpPr>
          <p:spPr>
            <a:xfrm>
              <a:off x="267814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rc8064"/>
            <p:cNvSpPr/>
            <p:nvPr/>
          </p:nvSpPr>
          <p:spPr>
            <a:xfrm>
              <a:off x="269648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rc8065"/>
            <p:cNvSpPr/>
            <p:nvPr/>
          </p:nvSpPr>
          <p:spPr>
            <a:xfrm>
              <a:off x="271481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rc8066"/>
            <p:cNvSpPr/>
            <p:nvPr/>
          </p:nvSpPr>
          <p:spPr>
            <a:xfrm>
              <a:off x="273315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rc8067"/>
            <p:cNvSpPr/>
            <p:nvPr/>
          </p:nvSpPr>
          <p:spPr>
            <a:xfrm>
              <a:off x="275149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rc8068"/>
            <p:cNvSpPr/>
            <p:nvPr/>
          </p:nvSpPr>
          <p:spPr>
            <a:xfrm>
              <a:off x="276982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rc8069"/>
            <p:cNvSpPr/>
            <p:nvPr/>
          </p:nvSpPr>
          <p:spPr>
            <a:xfrm>
              <a:off x="278816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rc8070"/>
            <p:cNvSpPr/>
            <p:nvPr/>
          </p:nvSpPr>
          <p:spPr>
            <a:xfrm>
              <a:off x="280650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rc8071"/>
            <p:cNvSpPr/>
            <p:nvPr/>
          </p:nvSpPr>
          <p:spPr>
            <a:xfrm>
              <a:off x="282484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rc8072"/>
            <p:cNvSpPr/>
            <p:nvPr/>
          </p:nvSpPr>
          <p:spPr>
            <a:xfrm>
              <a:off x="284317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rc8073"/>
            <p:cNvSpPr/>
            <p:nvPr/>
          </p:nvSpPr>
          <p:spPr>
            <a:xfrm>
              <a:off x="286151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rc8074"/>
            <p:cNvSpPr/>
            <p:nvPr/>
          </p:nvSpPr>
          <p:spPr>
            <a:xfrm>
              <a:off x="287985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rc8075"/>
            <p:cNvSpPr/>
            <p:nvPr/>
          </p:nvSpPr>
          <p:spPr>
            <a:xfrm>
              <a:off x="289819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rc8076"/>
            <p:cNvSpPr/>
            <p:nvPr/>
          </p:nvSpPr>
          <p:spPr>
            <a:xfrm>
              <a:off x="291652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rc8077"/>
            <p:cNvSpPr/>
            <p:nvPr/>
          </p:nvSpPr>
          <p:spPr>
            <a:xfrm>
              <a:off x="293486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rc8078"/>
            <p:cNvSpPr/>
            <p:nvPr/>
          </p:nvSpPr>
          <p:spPr>
            <a:xfrm>
              <a:off x="295320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rc8079"/>
            <p:cNvSpPr/>
            <p:nvPr/>
          </p:nvSpPr>
          <p:spPr>
            <a:xfrm>
              <a:off x="297153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rc8080"/>
            <p:cNvSpPr/>
            <p:nvPr/>
          </p:nvSpPr>
          <p:spPr>
            <a:xfrm>
              <a:off x="298987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rc8081"/>
            <p:cNvSpPr/>
            <p:nvPr/>
          </p:nvSpPr>
          <p:spPr>
            <a:xfrm>
              <a:off x="300821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rc8082"/>
            <p:cNvSpPr/>
            <p:nvPr/>
          </p:nvSpPr>
          <p:spPr>
            <a:xfrm>
              <a:off x="302655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rc8083"/>
            <p:cNvSpPr/>
            <p:nvPr/>
          </p:nvSpPr>
          <p:spPr>
            <a:xfrm>
              <a:off x="3044887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rc8084"/>
            <p:cNvSpPr/>
            <p:nvPr/>
          </p:nvSpPr>
          <p:spPr>
            <a:xfrm>
              <a:off x="306322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rc8085"/>
            <p:cNvSpPr/>
            <p:nvPr/>
          </p:nvSpPr>
          <p:spPr>
            <a:xfrm>
              <a:off x="308156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rc8086"/>
            <p:cNvSpPr/>
            <p:nvPr/>
          </p:nvSpPr>
          <p:spPr>
            <a:xfrm>
              <a:off x="309989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rc8087"/>
            <p:cNvSpPr/>
            <p:nvPr/>
          </p:nvSpPr>
          <p:spPr>
            <a:xfrm>
              <a:off x="311823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rc8088"/>
            <p:cNvSpPr/>
            <p:nvPr/>
          </p:nvSpPr>
          <p:spPr>
            <a:xfrm>
              <a:off x="313657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rc8089"/>
            <p:cNvSpPr/>
            <p:nvPr/>
          </p:nvSpPr>
          <p:spPr>
            <a:xfrm>
              <a:off x="315491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rc8090"/>
            <p:cNvSpPr/>
            <p:nvPr/>
          </p:nvSpPr>
          <p:spPr>
            <a:xfrm>
              <a:off x="317324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rc8091"/>
            <p:cNvSpPr/>
            <p:nvPr/>
          </p:nvSpPr>
          <p:spPr>
            <a:xfrm>
              <a:off x="319158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rc8092"/>
            <p:cNvSpPr/>
            <p:nvPr/>
          </p:nvSpPr>
          <p:spPr>
            <a:xfrm>
              <a:off x="320992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rc8093"/>
            <p:cNvSpPr/>
            <p:nvPr/>
          </p:nvSpPr>
          <p:spPr>
            <a:xfrm>
              <a:off x="3228259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rc8094"/>
            <p:cNvSpPr/>
            <p:nvPr/>
          </p:nvSpPr>
          <p:spPr>
            <a:xfrm>
              <a:off x="324659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rc8095"/>
            <p:cNvSpPr/>
            <p:nvPr/>
          </p:nvSpPr>
          <p:spPr>
            <a:xfrm>
              <a:off x="326493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rc8096"/>
            <p:cNvSpPr/>
            <p:nvPr/>
          </p:nvSpPr>
          <p:spPr>
            <a:xfrm>
              <a:off x="328327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rc8097"/>
            <p:cNvSpPr/>
            <p:nvPr/>
          </p:nvSpPr>
          <p:spPr>
            <a:xfrm>
              <a:off x="3301608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rc8098"/>
            <p:cNvSpPr/>
            <p:nvPr/>
          </p:nvSpPr>
          <p:spPr>
            <a:xfrm>
              <a:off x="331994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rc8099"/>
            <p:cNvSpPr/>
            <p:nvPr/>
          </p:nvSpPr>
          <p:spPr>
            <a:xfrm>
              <a:off x="333828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rc8100"/>
            <p:cNvSpPr/>
            <p:nvPr/>
          </p:nvSpPr>
          <p:spPr>
            <a:xfrm>
              <a:off x="335661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rc8101"/>
            <p:cNvSpPr/>
            <p:nvPr/>
          </p:nvSpPr>
          <p:spPr>
            <a:xfrm>
              <a:off x="337495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rc8102"/>
            <p:cNvSpPr/>
            <p:nvPr/>
          </p:nvSpPr>
          <p:spPr>
            <a:xfrm>
              <a:off x="339329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rc8103"/>
            <p:cNvSpPr/>
            <p:nvPr/>
          </p:nvSpPr>
          <p:spPr>
            <a:xfrm>
              <a:off x="341163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rc8104"/>
            <p:cNvSpPr/>
            <p:nvPr/>
          </p:nvSpPr>
          <p:spPr>
            <a:xfrm>
              <a:off x="3429968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rc8105"/>
            <p:cNvSpPr/>
            <p:nvPr/>
          </p:nvSpPr>
          <p:spPr>
            <a:xfrm>
              <a:off x="344830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rc8106"/>
            <p:cNvSpPr/>
            <p:nvPr/>
          </p:nvSpPr>
          <p:spPr>
            <a:xfrm>
              <a:off x="346664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rc8107"/>
            <p:cNvSpPr/>
            <p:nvPr/>
          </p:nvSpPr>
          <p:spPr>
            <a:xfrm>
              <a:off x="348498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rc8108"/>
            <p:cNvSpPr/>
            <p:nvPr/>
          </p:nvSpPr>
          <p:spPr>
            <a:xfrm>
              <a:off x="350331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rc8109"/>
            <p:cNvSpPr/>
            <p:nvPr/>
          </p:nvSpPr>
          <p:spPr>
            <a:xfrm>
              <a:off x="352165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rc8110"/>
            <p:cNvSpPr/>
            <p:nvPr/>
          </p:nvSpPr>
          <p:spPr>
            <a:xfrm>
              <a:off x="353999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rc8111"/>
            <p:cNvSpPr/>
            <p:nvPr/>
          </p:nvSpPr>
          <p:spPr>
            <a:xfrm>
              <a:off x="355832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rc8112"/>
            <p:cNvSpPr/>
            <p:nvPr/>
          </p:nvSpPr>
          <p:spPr>
            <a:xfrm>
              <a:off x="357666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rc8113"/>
            <p:cNvSpPr/>
            <p:nvPr/>
          </p:nvSpPr>
          <p:spPr>
            <a:xfrm>
              <a:off x="359500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rc8114"/>
            <p:cNvSpPr/>
            <p:nvPr/>
          </p:nvSpPr>
          <p:spPr>
            <a:xfrm>
              <a:off x="361334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rc8115"/>
            <p:cNvSpPr/>
            <p:nvPr/>
          </p:nvSpPr>
          <p:spPr>
            <a:xfrm>
              <a:off x="3631677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rc8116"/>
            <p:cNvSpPr/>
            <p:nvPr/>
          </p:nvSpPr>
          <p:spPr>
            <a:xfrm>
              <a:off x="365001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rc8117"/>
            <p:cNvSpPr/>
            <p:nvPr/>
          </p:nvSpPr>
          <p:spPr>
            <a:xfrm>
              <a:off x="366835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rc8118"/>
            <p:cNvSpPr/>
            <p:nvPr/>
          </p:nvSpPr>
          <p:spPr>
            <a:xfrm>
              <a:off x="368668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rc8119"/>
            <p:cNvSpPr/>
            <p:nvPr/>
          </p:nvSpPr>
          <p:spPr>
            <a:xfrm>
              <a:off x="3705026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rc8120"/>
            <p:cNvSpPr/>
            <p:nvPr/>
          </p:nvSpPr>
          <p:spPr>
            <a:xfrm>
              <a:off x="3723363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rc8121"/>
            <p:cNvSpPr/>
            <p:nvPr/>
          </p:nvSpPr>
          <p:spPr>
            <a:xfrm>
              <a:off x="374170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rc8122"/>
            <p:cNvSpPr/>
            <p:nvPr/>
          </p:nvSpPr>
          <p:spPr>
            <a:xfrm>
              <a:off x="376003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rc8123"/>
            <p:cNvSpPr/>
            <p:nvPr/>
          </p:nvSpPr>
          <p:spPr>
            <a:xfrm>
              <a:off x="377837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rc8124"/>
            <p:cNvSpPr/>
            <p:nvPr/>
          </p:nvSpPr>
          <p:spPr>
            <a:xfrm>
              <a:off x="379671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rc8125"/>
            <p:cNvSpPr/>
            <p:nvPr/>
          </p:nvSpPr>
          <p:spPr>
            <a:xfrm>
              <a:off x="381504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rc8126"/>
            <p:cNvSpPr/>
            <p:nvPr/>
          </p:nvSpPr>
          <p:spPr>
            <a:xfrm>
              <a:off x="383338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rc8127"/>
            <p:cNvSpPr/>
            <p:nvPr/>
          </p:nvSpPr>
          <p:spPr>
            <a:xfrm>
              <a:off x="385172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rc8128"/>
            <p:cNvSpPr/>
            <p:nvPr/>
          </p:nvSpPr>
          <p:spPr>
            <a:xfrm>
              <a:off x="387006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rc8129"/>
            <p:cNvSpPr/>
            <p:nvPr/>
          </p:nvSpPr>
          <p:spPr>
            <a:xfrm>
              <a:off x="388839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rc8130"/>
            <p:cNvSpPr/>
            <p:nvPr/>
          </p:nvSpPr>
          <p:spPr>
            <a:xfrm>
              <a:off x="390673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rc8131"/>
            <p:cNvSpPr/>
            <p:nvPr/>
          </p:nvSpPr>
          <p:spPr>
            <a:xfrm>
              <a:off x="392507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rc8132"/>
            <p:cNvSpPr/>
            <p:nvPr/>
          </p:nvSpPr>
          <p:spPr>
            <a:xfrm>
              <a:off x="394340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rc8133"/>
            <p:cNvSpPr/>
            <p:nvPr/>
          </p:nvSpPr>
          <p:spPr>
            <a:xfrm>
              <a:off x="396174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rc8134"/>
            <p:cNvSpPr/>
            <p:nvPr/>
          </p:nvSpPr>
          <p:spPr>
            <a:xfrm>
              <a:off x="398008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rc8135"/>
            <p:cNvSpPr/>
            <p:nvPr/>
          </p:nvSpPr>
          <p:spPr>
            <a:xfrm>
              <a:off x="399842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rc8136"/>
            <p:cNvSpPr/>
            <p:nvPr/>
          </p:nvSpPr>
          <p:spPr>
            <a:xfrm>
              <a:off x="401675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rc8137"/>
            <p:cNvSpPr/>
            <p:nvPr/>
          </p:nvSpPr>
          <p:spPr>
            <a:xfrm>
              <a:off x="403509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rc8138"/>
            <p:cNvSpPr/>
            <p:nvPr/>
          </p:nvSpPr>
          <p:spPr>
            <a:xfrm>
              <a:off x="405343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rc8139"/>
            <p:cNvSpPr/>
            <p:nvPr/>
          </p:nvSpPr>
          <p:spPr>
            <a:xfrm>
              <a:off x="407177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rc8140"/>
            <p:cNvSpPr/>
            <p:nvPr/>
          </p:nvSpPr>
          <p:spPr>
            <a:xfrm>
              <a:off x="409010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rc8141"/>
            <p:cNvSpPr/>
            <p:nvPr/>
          </p:nvSpPr>
          <p:spPr>
            <a:xfrm>
              <a:off x="410844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rc8142"/>
            <p:cNvSpPr/>
            <p:nvPr/>
          </p:nvSpPr>
          <p:spPr>
            <a:xfrm>
              <a:off x="412678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rc8143"/>
            <p:cNvSpPr/>
            <p:nvPr/>
          </p:nvSpPr>
          <p:spPr>
            <a:xfrm>
              <a:off x="414511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rc8144"/>
            <p:cNvSpPr/>
            <p:nvPr/>
          </p:nvSpPr>
          <p:spPr>
            <a:xfrm>
              <a:off x="416345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rc8145"/>
            <p:cNvSpPr/>
            <p:nvPr/>
          </p:nvSpPr>
          <p:spPr>
            <a:xfrm>
              <a:off x="418179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rc8146"/>
            <p:cNvSpPr/>
            <p:nvPr/>
          </p:nvSpPr>
          <p:spPr>
            <a:xfrm>
              <a:off x="420013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rc8147"/>
            <p:cNvSpPr/>
            <p:nvPr/>
          </p:nvSpPr>
          <p:spPr>
            <a:xfrm>
              <a:off x="4218467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rc8148"/>
            <p:cNvSpPr/>
            <p:nvPr/>
          </p:nvSpPr>
          <p:spPr>
            <a:xfrm>
              <a:off x="423680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rc8149"/>
            <p:cNvSpPr/>
            <p:nvPr/>
          </p:nvSpPr>
          <p:spPr>
            <a:xfrm>
              <a:off x="425514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rc8150"/>
            <p:cNvSpPr/>
            <p:nvPr/>
          </p:nvSpPr>
          <p:spPr>
            <a:xfrm>
              <a:off x="427347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rc8151"/>
            <p:cNvSpPr/>
            <p:nvPr/>
          </p:nvSpPr>
          <p:spPr>
            <a:xfrm>
              <a:off x="429181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rc8152"/>
            <p:cNvSpPr/>
            <p:nvPr/>
          </p:nvSpPr>
          <p:spPr>
            <a:xfrm>
              <a:off x="431015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rc8153"/>
            <p:cNvSpPr/>
            <p:nvPr/>
          </p:nvSpPr>
          <p:spPr>
            <a:xfrm>
              <a:off x="432849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rc8154"/>
            <p:cNvSpPr/>
            <p:nvPr/>
          </p:nvSpPr>
          <p:spPr>
            <a:xfrm>
              <a:off x="4346828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rc8155"/>
            <p:cNvSpPr/>
            <p:nvPr/>
          </p:nvSpPr>
          <p:spPr>
            <a:xfrm>
              <a:off x="436516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rc8156"/>
            <p:cNvSpPr/>
            <p:nvPr/>
          </p:nvSpPr>
          <p:spPr>
            <a:xfrm>
              <a:off x="438350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rc8157"/>
            <p:cNvSpPr/>
            <p:nvPr/>
          </p:nvSpPr>
          <p:spPr>
            <a:xfrm>
              <a:off x="440183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rc8158"/>
            <p:cNvSpPr/>
            <p:nvPr/>
          </p:nvSpPr>
          <p:spPr>
            <a:xfrm>
              <a:off x="442017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rc8159"/>
            <p:cNvSpPr/>
            <p:nvPr/>
          </p:nvSpPr>
          <p:spPr>
            <a:xfrm>
              <a:off x="443851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rc8160"/>
            <p:cNvSpPr/>
            <p:nvPr/>
          </p:nvSpPr>
          <p:spPr>
            <a:xfrm>
              <a:off x="445685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rc8161"/>
            <p:cNvSpPr/>
            <p:nvPr/>
          </p:nvSpPr>
          <p:spPr>
            <a:xfrm>
              <a:off x="447518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rc8162"/>
            <p:cNvSpPr/>
            <p:nvPr/>
          </p:nvSpPr>
          <p:spPr>
            <a:xfrm>
              <a:off x="449352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rc8163"/>
            <p:cNvSpPr/>
            <p:nvPr/>
          </p:nvSpPr>
          <p:spPr>
            <a:xfrm>
              <a:off x="451186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rc8164"/>
            <p:cNvSpPr/>
            <p:nvPr/>
          </p:nvSpPr>
          <p:spPr>
            <a:xfrm>
              <a:off x="4530200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rc8165"/>
            <p:cNvSpPr/>
            <p:nvPr/>
          </p:nvSpPr>
          <p:spPr>
            <a:xfrm>
              <a:off x="454853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rc8166"/>
            <p:cNvSpPr/>
            <p:nvPr/>
          </p:nvSpPr>
          <p:spPr>
            <a:xfrm>
              <a:off x="456687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rc8167"/>
            <p:cNvSpPr/>
            <p:nvPr/>
          </p:nvSpPr>
          <p:spPr>
            <a:xfrm>
              <a:off x="458521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rc8168"/>
            <p:cNvSpPr/>
            <p:nvPr/>
          </p:nvSpPr>
          <p:spPr>
            <a:xfrm>
              <a:off x="4603548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rc8169"/>
            <p:cNvSpPr/>
            <p:nvPr/>
          </p:nvSpPr>
          <p:spPr>
            <a:xfrm>
              <a:off x="462188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rc8170"/>
            <p:cNvSpPr/>
            <p:nvPr/>
          </p:nvSpPr>
          <p:spPr>
            <a:xfrm>
              <a:off x="464022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rc8171"/>
            <p:cNvSpPr/>
            <p:nvPr/>
          </p:nvSpPr>
          <p:spPr>
            <a:xfrm>
              <a:off x="4658560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rc8172"/>
            <p:cNvSpPr/>
            <p:nvPr/>
          </p:nvSpPr>
          <p:spPr>
            <a:xfrm>
              <a:off x="467689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rc8173"/>
            <p:cNvSpPr/>
            <p:nvPr/>
          </p:nvSpPr>
          <p:spPr>
            <a:xfrm>
              <a:off x="469523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rc8174"/>
            <p:cNvSpPr/>
            <p:nvPr/>
          </p:nvSpPr>
          <p:spPr>
            <a:xfrm>
              <a:off x="471357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rc8175"/>
            <p:cNvSpPr/>
            <p:nvPr/>
          </p:nvSpPr>
          <p:spPr>
            <a:xfrm>
              <a:off x="473190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rc8176"/>
            <p:cNvSpPr/>
            <p:nvPr/>
          </p:nvSpPr>
          <p:spPr>
            <a:xfrm>
              <a:off x="475024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rc8177"/>
            <p:cNvSpPr/>
            <p:nvPr/>
          </p:nvSpPr>
          <p:spPr>
            <a:xfrm>
              <a:off x="4768583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rc8178"/>
            <p:cNvSpPr/>
            <p:nvPr/>
          </p:nvSpPr>
          <p:spPr>
            <a:xfrm>
              <a:off x="478692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rc8179"/>
            <p:cNvSpPr/>
            <p:nvPr/>
          </p:nvSpPr>
          <p:spPr>
            <a:xfrm>
              <a:off x="480525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rc8180"/>
            <p:cNvSpPr/>
            <p:nvPr/>
          </p:nvSpPr>
          <p:spPr>
            <a:xfrm>
              <a:off x="482359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rc8181"/>
            <p:cNvSpPr/>
            <p:nvPr/>
          </p:nvSpPr>
          <p:spPr>
            <a:xfrm>
              <a:off x="484193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rc8182"/>
            <p:cNvSpPr/>
            <p:nvPr/>
          </p:nvSpPr>
          <p:spPr>
            <a:xfrm>
              <a:off x="486026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rc8183"/>
            <p:cNvSpPr/>
            <p:nvPr/>
          </p:nvSpPr>
          <p:spPr>
            <a:xfrm>
              <a:off x="487860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rc8184"/>
            <p:cNvSpPr/>
            <p:nvPr/>
          </p:nvSpPr>
          <p:spPr>
            <a:xfrm>
              <a:off x="489694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rc8185"/>
            <p:cNvSpPr/>
            <p:nvPr/>
          </p:nvSpPr>
          <p:spPr>
            <a:xfrm>
              <a:off x="491528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rc8186"/>
            <p:cNvSpPr/>
            <p:nvPr/>
          </p:nvSpPr>
          <p:spPr>
            <a:xfrm>
              <a:off x="493361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rc8187"/>
            <p:cNvSpPr/>
            <p:nvPr/>
          </p:nvSpPr>
          <p:spPr>
            <a:xfrm>
              <a:off x="495195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rc8188"/>
            <p:cNvSpPr/>
            <p:nvPr/>
          </p:nvSpPr>
          <p:spPr>
            <a:xfrm>
              <a:off x="4970292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rc8189"/>
            <p:cNvSpPr/>
            <p:nvPr/>
          </p:nvSpPr>
          <p:spPr>
            <a:xfrm>
              <a:off x="498862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rc8190"/>
            <p:cNvSpPr/>
            <p:nvPr/>
          </p:nvSpPr>
          <p:spPr>
            <a:xfrm>
              <a:off x="500696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rc8191"/>
            <p:cNvSpPr/>
            <p:nvPr/>
          </p:nvSpPr>
          <p:spPr>
            <a:xfrm>
              <a:off x="502530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rc8192"/>
            <p:cNvSpPr/>
            <p:nvPr/>
          </p:nvSpPr>
          <p:spPr>
            <a:xfrm>
              <a:off x="504364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rc8193"/>
            <p:cNvSpPr/>
            <p:nvPr/>
          </p:nvSpPr>
          <p:spPr>
            <a:xfrm>
              <a:off x="506197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rc8194"/>
            <p:cNvSpPr/>
            <p:nvPr/>
          </p:nvSpPr>
          <p:spPr>
            <a:xfrm>
              <a:off x="508031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rc8195"/>
            <p:cNvSpPr/>
            <p:nvPr/>
          </p:nvSpPr>
          <p:spPr>
            <a:xfrm>
              <a:off x="509865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rc8196"/>
            <p:cNvSpPr/>
            <p:nvPr/>
          </p:nvSpPr>
          <p:spPr>
            <a:xfrm>
              <a:off x="511699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rc8197"/>
            <p:cNvSpPr/>
            <p:nvPr/>
          </p:nvSpPr>
          <p:spPr>
            <a:xfrm>
              <a:off x="513532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rc8198"/>
            <p:cNvSpPr/>
            <p:nvPr/>
          </p:nvSpPr>
          <p:spPr>
            <a:xfrm>
              <a:off x="515366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rc8199"/>
            <p:cNvSpPr/>
            <p:nvPr/>
          </p:nvSpPr>
          <p:spPr>
            <a:xfrm>
              <a:off x="517200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rc8200"/>
            <p:cNvSpPr/>
            <p:nvPr/>
          </p:nvSpPr>
          <p:spPr>
            <a:xfrm>
              <a:off x="5190338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rc8201"/>
            <p:cNvSpPr/>
            <p:nvPr/>
          </p:nvSpPr>
          <p:spPr>
            <a:xfrm>
              <a:off x="520867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rc8202"/>
            <p:cNvSpPr/>
            <p:nvPr/>
          </p:nvSpPr>
          <p:spPr>
            <a:xfrm>
              <a:off x="5227013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rc8203"/>
            <p:cNvSpPr/>
            <p:nvPr/>
          </p:nvSpPr>
          <p:spPr>
            <a:xfrm>
              <a:off x="5245350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rc8204"/>
            <p:cNvSpPr/>
            <p:nvPr/>
          </p:nvSpPr>
          <p:spPr>
            <a:xfrm>
              <a:off x="526368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rc8205"/>
            <p:cNvSpPr/>
            <p:nvPr/>
          </p:nvSpPr>
          <p:spPr>
            <a:xfrm>
              <a:off x="528202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rc8206"/>
            <p:cNvSpPr/>
            <p:nvPr/>
          </p:nvSpPr>
          <p:spPr>
            <a:xfrm>
              <a:off x="530036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rc8207"/>
            <p:cNvSpPr/>
            <p:nvPr/>
          </p:nvSpPr>
          <p:spPr>
            <a:xfrm>
              <a:off x="531869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rc8208"/>
            <p:cNvSpPr/>
            <p:nvPr/>
          </p:nvSpPr>
          <p:spPr>
            <a:xfrm>
              <a:off x="533703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rc8209"/>
            <p:cNvSpPr/>
            <p:nvPr/>
          </p:nvSpPr>
          <p:spPr>
            <a:xfrm>
              <a:off x="5355373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rc8210"/>
            <p:cNvSpPr/>
            <p:nvPr/>
          </p:nvSpPr>
          <p:spPr>
            <a:xfrm>
              <a:off x="537371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rc8211"/>
            <p:cNvSpPr/>
            <p:nvPr/>
          </p:nvSpPr>
          <p:spPr>
            <a:xfrm>
              <a:off x="539204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rc8212"/>
            <p:cNvSpPr/>
            <p:nvPr/>
          </p:nvSpPr>
          <p:spPr>
            <a:xfrm>
              <a:off x="541038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rc8213"/>
            <p:cNvSpPr/>
            <p:nvPr/>
          </p:nvSpPr>
          <p:spPr>
            <a:xfrm>
              <a:off x="542872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rc8214"/>
            <p:cNvSpPr/>
            <p:nvPr/>
          </p:nvSpPr>
          <p:spPr>
            <a:xfrm>
              <a:off x="544705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rc8215"/>
            <p:cNvSpPr/>
            <p:nvPr/>
          </p:nvSpPr>
          <p:spPr>
            <a:xfrm>
              <a:off x="546539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rc8216"/>
            <p:cNvSpPr/>
            <p:nvPr/>
          </p:nvSpPr>
          <p:spPr>
            <a:xfrm>
              <a:off x="548373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rc8217"/>
            <p:cNvSpPr/>
            <p:nvPr/>
          </p:nvSpPr>
          <p:spPr>
            <a:xfrm>
              <a:off x="550207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rc8218"/>
            <p:cNvSpPr/>
            <p:nvPr/>
          </p:nvSpPr>
          <p:spPr>
            <a:xfrm>
              <a:off x="5520408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rc8219"/>
            <p:cNvSpPr/>
            <p:nvPr/>
          </p:nvSpPr>
          <p:spPr>
            <a:xfrm>
              <a:off x="553874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rc8220"/>
            <p:cNvSpPr/>
            <p:nvPr/>
          </p:nvSpPr>
          <p:spPr>
            <a:xfrm>
              <a:off x="555708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rc8221"/>
            <p:cNvSpPr/>
            <p:nvPr/>
          </p:nvSpPr>
          <p:spPr>
            <a:xfrm>
              <a:off x="557541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rc8222"/>
            <p:cNvSpPr/>
            <p:nvPr/>
          </p:nvSpPr>
          <p:spPr>
            <a:xfrm>
              <a:off x="559375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rc8223"/>
            <p:cNvSpPr/>
            <p:nvPr/>
          </p:nvSpPr>
          <p:spPr>
            <a:xfrm>
              <a:off x="561209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rc8224"/>
            <p:cNvSpPr/>
            <p:nvPr/>
          </p:nvSpPr>
          <p:spPr>
            <a:xfrm>
              <a:off x="563043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rc8225"/>
            <p:cNvSpPr/>
            <p:nvPr/>
          </p:nvSpPr>
          <p:spPr>
            <a:xfrm>
              <a:off x="564876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rc8226"/>
            <p:cNvSpPr/>
            <p:nvPr/>
          </p:nvSpPr>
          <p:spPr>
            <a:xfrm>
              <a:off x="566710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rc8227"/>
            <p:cNvSpPr/>
            <p:nvPr/>
          </p:nvSpPr>
          <p:spPr>
            <a:xfrm>
              <a:off x="568544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rc8228"/>
            <p:cNvSpPr/>
            <p:nvPr/>
          </p:nvSpPr>
          <p:spPr>
            <a:xfrm>
              <a:off x="570378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rc8229"/>
            <p:cNvSpPr/>
            <p:nvPr/>
          </p:nvSpPr>
          <p:spPr>
            <a:xfrm>
              <a:off x="572211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rc8230"/>
            <p:cNvSpPr/>
            <p:nvPr/>
          </p:nvSpPr>
          <p:spPr>
            <a:xfrm>
              <a:off x="574045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rc8231"/>
            <p:cNvSpPr/>
            <p:nvPr/>
          </p:nvSpPr>
          <p:spPr>
            <a:xfrm>
              <a:off x="575879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rc8232"/>
            <p:cNvSpPr/>
            <p:nvPr/>
          </p:nvSpPr>
          <p:spPr>
            <a:xfrm>
              <a:off x="577712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rc8233"/>
            <p:cNvSpPr/>
            <p:nvPr/>
          </p:nvSpPr>
          <p:spPr>
            <a:xfrm>
              <a:off x="5795466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rc8234"/>
            <p:cNvSpPr/>
            <p:nvPr/>
          </p:nvSpPr>
          <p:spPr>
            <a:xfrm>
              <a:off x="581380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rc8235"/>
            <p:cNvSpPr/>
            <p:nvPr/>
          </p:nvSpPr>
          <p:spPr>
            <a:xfrm>
              <a:off x="583214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rc8236"/>
            <p:cNvSpPr/>
            <p:nvPr/>
          </p:nvSpPr>
          <p:spPr>
            <a:xfrm>
              <a:off x="585047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rc8237"/>
            <p:cNvSpPr/>
            <p:nvPr/>
          </p:nvSpPr>
          <p:spPr>
            <a:xfrm>
              <a:off x="586881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rc8238"/>
            <p:cNvSpPr/>
            <p:nvPr/>
          </p:nvSpPr>
          <p:spPr>
            <a:xfrm>
              <a:off x="588715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rc8239"/>
            <p:cNvSpPr/>
            <p:nvPr/>
          </p:nvSpPr>
          <p:spPr>
            <a:xfrm>
              <a:off x="590548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rc8240"/>
            <p:cNvSpPr/>
            <p:nvPr/>
          </p:nvSpPr>
          <p:spPr>
            <a:xfrm>
              <a:off x="592382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rc8241"/>
            <p:cNvSpPr/>
            <p:nvPr/>
          </p:nvSpPr>
          <p:spPr>
            <a:xfrm>
              <a:off x="594216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rc8242"/>
            <p:cNvSpPr/>
            <p:nvPr/>
          </p:nvSpPr>
          <p:spPr>
            <a:xfrm>
              <a:off x="5960500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rc8243"/>
            <p:cNvSpPr/>
            <p:nvPr/>
          </p:nvSpPr>
          <p:spPr>
            <a:xfrm>
              <a:off x="597883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rc8244"/>
            <p:cNvSpPr/>
            <p:nvPr/>
          </p:nvSpPr>
          <p:spPr>
            <a:xfrm>
              <a:off x="5997175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rc8245"/>
            <p:cNvSpPr/>
            <p:nvPr/>
          </p:nvSpPr>
          <p:spPr>
            <a:xfrm>
              <a:off x="601551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rc8246"/>
            <p:cNvSpPr/>
            <p:nvPr/>
          </p:nvSpPr>
          <p:spPr>
            <a:xfrm>
              <a:off x="603384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rc8247"/>
            <p:cNvSpPr/>
            <p:nvPr/>
          </p:nvSpPr>
          <p:spPr>
            <a:xfrm>
              <a:off x="605218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rc8248"/>
            <p:cNvSpPr/>
            <p:nvPr/>
          </p:nvSpPr>
          <p:spPr>
            <a:xfrm>
              <a:off x="607052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rc8249"/>
            <p:cNvSpPr/>
            <p:nvPr/>
          </p:nvSpPr>
          <p:spPr>
            <a:xfrm>
              <a:off x="608886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rc8250"/>
            <p:cNvSpPr/>
            <p:nvPr/>
          </p:nvSpPr>
          <p:spPr>
            <a:xfrm>
              <a:off x="610719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rc8251"/>
            <p:cNvSpPr/>
            <p:nvPr/>
          </p:nvSpPr>
          <p:spPr>
            <a:xfrm>
              <a:off x="612553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rc8252"/>
            <p:cNvSpPr/>
            <p:nvPr/>
          </p:nvSpPr>
          <p:spPr>
            <a:xfrm>
              <a:off x="614387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rc8253"/>
            <p:cNvSpPr/>
            <p:nvPr/>
          </p:nvSpPr>
          <p:spPr>
            <a:xfrm>
              <a:off x="616221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rc8254"/>
            <p:cNvSpPr/>
            <p:nvPr/>
          </p:nvSpPr>
          <p:spPr>
            <a:xfrm>
              <a:off x="618054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rc8255"/>
            <p:cNvSpPr/>
            <p:nvPr/>
          </p:nvSpPr>
          <p:spPr>
            <a:xfrm>
              <a:off x="619888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rc8256"/>
            <p:cNvSpPr/>
            <p:nvPr/>
          </p:nvSpPr>
          <p:spPr>
            <a:xfrm>
              <a:off x="621722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rc8257"/>
            <p:cNvSpPr/>
            <p:nvPr/>
          </p:nvSpPr>
          <p:spPr>
            <a:xfrm>
              <a:off x="623555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rc8258"/>
            <p:cNvSpPr/>
            <p:nvPr/>
          </p:nvSpPr>
          <p:spPr>
            <a:xfrm>
              <a:off x="625389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rc8259"/>
            <p:cNvSpPr/>
            <p:nvPr/>
          </p:nvSpPr>
          <p:spPr>
            <a:xfrm>
              <a:off x="627223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rc8260"/>
            <p:cNvSpPr/>
            <p:nvPr/>
          </p:nvSpPr>
          <p:spPr>
            <a:xfrm>
              <a:off x="629057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rc8261"/>
            <p:cNvSpPr/>
            <p:nvPr/>
          </p:nvSpPr>
          <p:spPr>
            <a:xfrm>
              <a:off x="630890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rc8262"/>
            <p:cNvSpPr/>
            <p:nvPr/>
          </p:nvSpPr>
          <p:spPr>
            <a:xfrm>
              <a:off x="632724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rc8263"/>
            <p:cNvSpPr/>
            <p:nvPr/>
          </p:nvSpPr>
          <p:spPr>
            <a:xfrm>
              <a:off x="634558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rc8264"/>
            <p:cNvSpPr/>
            <p:nvPr/>
          </p:nvSpPr>
          <p:spPr>
            <a:xfrm>
              <a:off x="636391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rc8265"/>
            <p:cNvSpPr/>
            <p:nvPr/>
          </p:nvSpPr>
          <p:spPr>
            <a:xfrm>
              <a:off x="638225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rc8266"/>
            <p:cNvSpPr/>
            <p:nvPr/>
          </p:nvSpPr>
          <p:spPr>
            <a:xfrm>
              <a:off x="640059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rc8267"/>
            <p:cNvSpPr/>
            <p:nvPr/>
          </p:nvSpPr>
          <p:spPr>
            <a:xfrm>
              <a:off x="641893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rc8268"/>
            <p:cNvSpPr/>
            <p:nvPr/>
          </p:nvSpPr>
          <p:spPr>
            <a:xfrm>
              <a:off x="643726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rc8269"/>
            <p:cNvSpPr/>
            <p:nvPr/>
          </p:nvSpPr>
          <p:spPr>
            <a:xfrm>
              <a:off x="645560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rc8270"/>
            <p:cNvSpPr/>
            <p:nvPr/>
          </p:nvSpPr>
          <p:spPr>
            <a:xfrm>
              <a:off x="647394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rc8271"/>
            <p:cNvSpPr/>
            <p:nvPr/>
          </p:nvSpPr>
          <p:spPr>
            <a:xfrm>
              <a:off x="649227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rc8272"/>
            <p:cNvSpPr/>
            <p:nvPr/>
          </p:nvSpPr>
          <p:spPr>
            <a:xfrm>
              <a:off x="651061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rc8273"/>
            <p:cNvSpPr/>
            <p:nvPr/>
          </p:nvSpPr>
          <p:spPr>
            <a:xfrm>
              <a:off x="652895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rc8274"/>
            <p:cNvSpPr/>
            <p:nvPr/>
          </p:nvSpPr>
          <p:spPr>
            <a:xfrm>
              <a:off x="654729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rc8275"/>
            <p:cNvSpPr/>
            <p:nvPr/>
          </p:nvSpPr>
          <p:spPr>
            <a:xfrm>
              <a:off x="656562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rc8276"/>
            <p:cNvSpPr/>
            <p:nvPr/>
          </p:nvSpPr>
          <p:spPr>
            <a:xfrm>
              <a:off x="6583965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rc8277"/>
            <p:cNvSpPr/>
            <p:nvPr/>
          </p:nvSpPr>
          <p:spPr>
            <a:xfrm>
              <a:off x="660230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rc8278"/>
            <p:cNvSpPr/>
            <p:nvPr/>
          </p:nvSpPr>
          <p:spPr>
            <a:xfrm>
              <a:off x="662063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rc8279"/>
            <p:cNvSpPr/>
            <p:nvPr/>
          </p:nvSpPr>
          <p:spPr>
            <a:xfrm>
              <a:off x="663897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rc8280"/>
            <p:cNvSpPr/>
            <p:nvPr/>
          </p:nvSpPr>
          <p:spPr>
            <a:xfrm>
              <a:off x="665731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rc8281"/>
            <p:cNvSpPr/>
            <p:nvPr/>
          </p:nvSpPr>
          <p:spPr>
            <a:xfrm>
              <a:off x="667565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rc8282"/>
            <p:cNvSpPr/>
            <p:nvPr/>
          </p:nvSpPr>
          <p:spPr>
            <a:xfrm>
              <a:off x="6693988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rc8283"/>
            <p:cNvSpPr/>
            <p:nvPr/>
          </p:nvSpPr>
          <p:spPr>
            <a:xfrm>
              <a:off x="671232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rc8284"/>
            <p:cNvSpPr/>
            <p:nvPr/>
          </p:nvSpPr>
          <p:spPr>
            <a:xfrm>
              <a:off x="673066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rc8285"/>
            <p:cNvSpPr/>
            <p:nvPr/>
          </p:nvSpPr>
          <p:spPr>
            <a:xfrm>
              <a:off x="674900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rc8286"/>
            <p:cNvSpPr/>
            <p:nvPr/>
          </p:nvSpPr>
          <p:spPr>
            <a:xfrm>
              <a:off x="676733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rc8287"/>
            <p:cNvSpPr/>
            <p:nvPr/>
          </p:nvSpPr>
          <p:spPr>
            <a:xfrm>
              <a:off x="678567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rc8288"/>
            <p:cNvSpPr/>
            <p:nvPr/>
          </p:nvSpPr>
          <p:spPr>
            <a:xfrm>
              <a:off x="680401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rc8289"/>
            <p:cNvSpPr/>
            <p:nvPr/>
          </p:nvSpPr>
          <p:spPr>
            <a:xfrm>
              <a:off x="6822348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rc8290"/>
            <p:cNvSpPr/>
            <p:nvPr/>
          </p:nvSpPr>
          <p:spPr>
            <a:xfrm>
              <a:off x="684068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rc8291"/>
            <p:cNvSpPr/>
            <p:nvPr/>
          </p:nvSpPr>
          <p:spPr>
            <a:xfrm>
              <a:off x="685902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rc8292"/>
            <p:cNvSpPr/>
            <p:nvPr/>
          </p:nvSpPr>
          <p:spPr>
            <a:xfrm>
              <a:off x="687736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rc8293"/>
            <p:cNvSpPr/>
            <p:nvPr/>
          </p:nvSpPr>
          <p:spPr>
            <a:xfrm>
              <a:off x="689569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rc8294"/>
            <p:cNvSpPr/>
            <p:nvPr/>
          </p:nvSpPr>
          <p:spPr>
            <a:xfrm>
              <a:off x="691403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rc8295"/>
            <p:cNvSpPr/>
            <p:nvPr/>
          </p:nvSpPr>
          <p:spPr>
            <a:xfrm>
              <a:off x="6932372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rc8296"/>
            <p:cNvSpPr/>
            <p:nvPr/>
          </p:nvSpPr>
          <p:spPr>
            <a:xfrm>
              <a:off x="695070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rc8297"/>
            <p:cNvSpPr/>
            <p:nvPr/>
          </p:nvSpPr>
          <p:spPr>
            <a:xfrm>
              <a:off x="696904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rc8298"/>
            <p:cNvSpPr/>
            <p:nvPr/>
          </p:nvSpPr>
          <p:spPr>
            <a:xfrm>
              <a:off x="698738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rc8299"/>
            <p:cNvSpPr/>
            <p:nvPr/>
          </p:nvSpPr>
          <p:spPr>
            <a:xfrm>
              <a:off x="7005720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rc8300"/>
            <p:cNvSpPr/>
            <p:nvPr/>
          </p:nvSpPr>
          <p:spPr>
            <a:xfrm>
              <a:off x="7024058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rc8301"/>
            <p:cNvSpPr/>
            <p:nvPr/>
          </p:nvSpPr>
          <p:spPr>
            <a:xfrm>
              <a:off x="704239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rc8302"/>
            <p:cNvSpPr/>
            <p:nvPr/>
          </p:nvSpPr>
          <p:spPr>
            <a:xfrm>
              <a:off x="706073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rc8303"/>
            <p:cNvSpPr/>
            <p:nvPr/>
          </p:nvSpPr>
          <p:spPr>
            <a:xfrm>
              <a:off x="707906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rc8304"/>
            <p:cNvSpPr/>
            <p:nvPr/>
          </p:nvSpPr>
          <p:spPr>
            <a:xfrm>
              <a:off x="709740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rc8305"/>
            <p:cNvSpPr/>
            <p:nvPr/>
          </p:nvSpPr>
          <p:spPr>
            <a:xfrm>
              <a:off x="711574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rc8306"/>
            <p:cNvSpPr/>
            <p:nvPr/>
          </p:nvSpPr>
          <p:spPr>
            <a:xfrm>
              <a:off x="713408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rc8307"/>
            <p:cNvSpPr/>
            <p:nvPr/>
          </p:nvSpPr>
          <p:spPr>
            <a:xfrm>
              <a:off x="715241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rc8308"/>
            <p:cNvSpPr/>
            <p:nvPr/>
          </p:nvSpPr>
          <p:spPr>
            <a:xfrm>
              <a:off x="717075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rc8309"/>
            <p:cNvSpPr/>
            <p:nvPr/>
          </p:nvSpPr>
          <p:spPr>
            <a:xfrm>
              <a:off x="7189092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rc8310"/>
            <p:cNvSpPr/>
            <p:nvPr/>
          </p:nvSpPr>
          <p:spPr>
            <a:xfrm>
              <a:off x="720742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rc8311"/>
            <p:cNvSpPr/>
            <p:nvPr/>
          </p:nvSpPr>
          <p:spPr>
            <a:xfrm>
              <a:off x="722576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rc8312"/>
            <p:cNvSpPr/>
            <p:nvPr/>
          </p:nvSpPr>
          <p:spPr>
            <a:xfrm>
              <a:off x="724410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rc8313"/>
            <p:cNvSpPr/>
            <p:nvPr/>
          </p:nvSpPr>
          <p:spPr>
            <a:xfrm>
              <a:off x="726244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rc8314"/>
            <p:cNvSpPr/>
            <p:nvPr/>
          </p:nvSpPr>
          <p:spPr>
            <a:xfrm>
              <a:off x="728077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rc8315"/>
            <p:cNvSpPr/>
            <p:nvPr/>
          </p:nvSpPr>
          <p:spPr>
            <a:xfrm>
              <a:off x="729911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rc8316"/>
            <p:cNvSpPr/>
            <p:nvPr/>
          </p:nvSpPr>
          <p:spPr>
            <a:xfrm>
              <a:off x="731745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rc8317"/>
            <p:cNvSpPr/>
            <p:nvPr/>
          </p:nvSpPr>
          <p:spPr>
            <a:xfrm>
              <a:off x="733579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rc8318"/>
            <p:cNvSpPr/>
            <p:nvPr/>
          </p:nvSpPr>
          <p:spPr>
            <a:xfrm>
              <a:off x="7354127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rc8319"/>
            <p:cNvSpPr/>
            <p:nvPr/>
          </p:nvSpPr>
          <p:spPr>
            <a:xfrm>
              <a:off x="737246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rc8320"/>
            <p:cNvSpPr/>
            <p:nvPr/>
          </p:nvSpPr>
          <p:spPr>
            <a:xfrm>
              <a:off x="739080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rc8321"/>
            <p:cNvSpPr/>
            <p:nvPr/>
          </p:nvSpPr>
          <p:spPr>
            <a:xfrm>
              <a:off x="740913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rc8322"/>
            <p:cNvSpPr/>
            <p:nvPr/>
          </p:nvSpPr>
          <p:spPr>
            <a:xfrm>
              <a:off x="742747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rc8323"/>
            <p:cNvSpPr/>
            <p:nvPr/>
          </p:nvSpPr>
          <p:spPr>
            <a:xfrm>
              <a:off x="744581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rc8324"/>
            <p:cNvSpPr/>
            <p:nvPr/>
          </p:nvSpPr>
          <p:spPr>
            <a:xfrm>
              <a:off x="746415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rc8325"/>
            <p:cNvSpPr/>
            <p:nvPr/>
          </p:nvSpPr>
          <p:spPr>
            <a:xfrm>
              <a:off x="748248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rc8326"/>
            <p:cNvSpPr/>
            <p:nvPr/>
          </p:nvSpPr>
          <p:spPr>
            <a:xfrm>
              <a:off x="750082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rc8327"/>
            <p:cNvSpPr/>
            <p:nvPr/>
          </p:nvSpPr>
          <p:spPr>
            <a:xfrm>
              <a:off x="751916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rc8328"/>
            <p:cNvSpPr/>
            <p:nvPr/>
          </p:nvSpPr>
          <p:spPr>
            <a:xfrm>
              <a:off x="753749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rc8329"/>
            <p:cNvSpPr/>
            <p:nvPr/>
          </p:nvSpPr>
          <p:spPr>
            <a:xfrm>
              <a:off x="7555836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rc8330"/>
            <p:cNvSpPr/>
            <p:nvPr/>
          </p:nvSpPr>
          <p:spPr>
            <a:xfrm>
              <a:off x="757417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rc8331"/>
            <p:cNvSpPr/>
            <p:nvPr/>
          </p:nvSpPr>
          <p:spPr>
            <a:xfrm>
              <a:off x="7592510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rc8332"/>
            <p:cNvSpPr/>
            <p:nvPr/>
          </p:nvSpPr>
          <p:spPr>
            <a:xfrm>
              <a:off x="761084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rc8333"/>
            <p:cNvSpPr/>
            <p:nvPr/>
          </p:nvSpPr>
          <p:spPr>
            <a:xfrm>
              <a:off x="762918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rc8334"/>
            <p:cNvSpPr/>
            <p:nvPr/>
          </p:nvSpPr>
          <p:spPr>
            <a:xfrm>
              <a:off x="764752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rc8335"/>
            <p:cNvSpPr/>
            <p:nvPr/>
          </p:nvSpPr>
          <p:spPr>
            <a:xfrm>
              <a:off x="766585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rc8336"/>
            <p:cNvSpPr/>
            <p:nvPr/>
          </p:nvSpPr>
          <p:spPr>
            <a:xfrm>
              <a:off x="768419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rc8337"/>
            <p:cNvSpPr/>
            <p:nvPr/>
          </p:nvSpPr>
          <p:spPr>
            <a:xfrm>
              <a:off x="770253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rc8338"/>
            <p:cNvSpPr/>
            <p:nvPr/>
          </p:nvSpPr>
          <p:spPr>
            <a:xfrm>
              <a:off x="772087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rc8339"/>
            <p:cNvSpPr/>
            <p:nvPr/>
          </p:nvSpPr>
          <p:spPr>
            <a:xfrm>
              <a:off x="773920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rc8340"/>
            <p:cNvSpPr/>
            <p:nvPr/>
          </p:nvSpPr>
          <p:spPr>
            <a:xfrm>
              <a:off x="7757545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rc8341"/>
            <p:cNvSpPr/>
            <p:nvPr/>
          </p:nvSpPr>
          <p:spPr>
            <a:xfrm>
              <a:off x="777588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rc8342"/>
            <p:cNvSpPr/>
            <p:nvPr/>
          </p:nvSpPr>
          <p:spPr>
            <a:xfrm>
              <a:off x="779422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rc8343"/>
            <p:cNvSpPr/>
            <p:nvPr/>
          </p:nvSpPr>
          <p:spPr>
            <a:xfrm>
              <a:off x="781255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rc8344"/>
            <p:cNvSpPr/>
            <p:nvPr/>
          </p:nvSpPr>
          <p:spPr>
            <a:xfrm>
              <a:off x="783089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rc8345"/>
            <p:cNvSpPr/>
            <p:nvPr/>
          </p:nvSpPr>
          <p:spPr>
            <a:xfrm>
              <a:off x="7849231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rc8346"/>
            <p:cNvSpPr/>
            <p:nvPr/>
          </p:nvSpPr>
          <p:spPr>
            <a:xfrm>
              <a:off x="7867568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rc8347"/>
            <p:cNvSpPr/>
            <p:nvPr/>
          </p:nvSpPr>
          <p:spPr>
            <a:xfrm>
              <a:off x="788590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rc8348"/>
            <p:cNvSpPr/>
            <p:nvPr/>
          </p:nvSpPr>
          <p:spPr>
            <a:xfrm>
              <a:off x="790424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rc8349"/>
            <p:cNvSpPr/>
            <p:nvPr/>
          </p:nvSpPr>
          <p:spPr>
            <a:xfrm>
              <a:off x="792258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rc8350"/>
            <p:cNvSpPr/>
            <p:nvPr/>
          </p:nvSpPr>
          <p:spPr>
            <a:xfrm>
              <a:off x="794091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rc8351"/>
            <p:cNvSpPr/>
            <p:nvPr/>
          </p:nvSpPr>
          <p:spPr>
            <a:xfrm>
              <a:off x="795925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rc8352"/>
            <p:cNvSpPr/>
            <p:nvPr/>
          </p:nvSpPr>
          <p:spPr>
            <a:xfrm>
              <a:off x="7977591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rc8353"/>
            <p:cNvSpPr/>
            <p:nvPr/>
          </p:nvSpPr>
          <p:spPr>
            <a:xfrm>
              <a:off x="799592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rc8354"/>
            <p:cNvSpPr/>
            <p:nvPr/>
          </p:nvSpPr>
          <p:spPr>
            <a:xfrm>
              <a:off x="801426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rc8355"/>
            <p:cNvSpPr/>
            <p:nvPr/>
          </p:nvSpPr>
          <p:spPr>
            <a:xfrm>
              <a:off x="803260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rc8356"/>
            <p:cNvSpPr/>
            <p:nvPr/>
          </p:nvSpPr>
          <p:spPr>
            <a:xfrm>
              <a:off x="8050940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rc8357"/>
            <p:cNvSpPr/>
            <p:nvPr/>
          </p:nvSpPr>
          <p:spPr>
            <a:xfrm>
              <a:off x="806927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rc8358"/>
            <p:cNvSpPr/>
            <p:nvPr/>
          </p:nvSpPr>
          <p:spPr>
            <a:xfrm>
              <a:off x="808761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rc8359"/>
            <p:cNvSpPr/>
            <p:nvPr/>
          </p:nvSpPr>
          <p:spPr>
            <a:xfrm>
              <a:off x="810595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rc8360"/>
            <p:cNvSpPr/>
            <p:nvPr/>
          </p:nvSpPr>
          <p:spPr>
            <a:xfrm>
              <a:off x="812428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rc8361"/>
            <p:cNvSpPr/>
            <p:nvPr/>
          </p:nvSpPr>
          <p:spPr>
            <a:xfrm>
              <a:off x="8142626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rc8362"/>
            <p:cNvSpPr/>
            <p:nvPr/>
          </p:nvSpPr>
          <p:spPr>
            <a:xfrm>
              <a:off x="816096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rc8363"/>
            <p:cNvSpPr/>
            <p:nvPr/>
          </p:nvSpPr>
          <p:spPr>
            <a:xfrm>
              <a:off x="817930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rc8364"/>
            <p:cNvSpPr/>
            <p:nvPr/>
          </p:nvSpPr>
          <p:spPr>
            <a:xfrm>
              <a:off x="819763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rc8365"/>
            <p:cNvSpPr/>
            <p:nvPr/>
          </p:nvSpPr>
          <p:spPr>
            <a:xfrm>
              <a:off x="821597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rc8366"/>
            <p:cNvSpPr/>
            <p:nvPr/>
          </p:nvSpPr>
          <p:spPr>
            <a:xfrm>
              <a:off x="8234312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rc8367"/>
            <p:cNvSpPr/>
            <p:nvPr/>
          </p:nvSpPr>
          <p:spPr>
            <a:xfrm>
              <a:off x="8252649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rc8368"/>
            <p:cNvSpPr/>
            <p:nvPr/>
          </p:nvSpPr>
          <p:spPr>
            <a:xfrm>
              <a:off x="827098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rc8369"/>
            <p:cNvSpPr/>
            <p:nvPr/>
          </p:nvSpPr>
          <p:spPr>
            <a:xfrm>
              <a:off x="828932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rc8370"/>
            <p:cNvSpPr/>
            <p:nvPr/>
          </p:nvSpPr>
          <p:spPr>
            <a:xfrm>
              <a:off x="830766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rc8371"/>
            <p:cNvSpPr/>
            <p:nvPr/>
          </p:nvSpPr>
          <p:spPr>
            <a:xfrm>
              <a:off x="832599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rc8372"/>
            <p:cNvSpPr/>
            <p:nvPr/>
          </p:nvSpPr>
          <p:spPr>
            <a:xfrm>
              <a:off x="834433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rc8373"/>
            <p:cNvSpPr/>
            <p:nvPr/>
          </p:nvSpPr>
          <p:spPr>
            <a:xfrm>
              <a:off x="836267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rc8374"/>
            <p:cNvSpPr/>
            <p:nvPr/>
          </p:nvSpPr>
          <p:spPr>
            <a:xfrm>
              <a:off x="838101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rc8375"/>
            <p:cNvSpPr/>
            <p:nvPr/>
          </p:nvSpPr>
          <p:spPr>
            <a:xfrm>
              <a:off x="839934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rc8376"/>
            <p:cNvSpPr/>
            <p:nvPr/>
          </p:nvSpPr>
          <p:spPr>
            <a:xfrm>
              <a:off x="8417684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rc8377"/>
            <p:cNvSpPr/>
            <p:nvPr/>
          </p:nvSpPr>
          <p:spPr>
            <a:xfrm>
              <a:off x="843602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rc8378"/>
            <p:cNvSpPr/>
            <p:nvPr/>
          </p:nvSpPr>
          <p:spPr>
            <a:xfrm>
              <a:off x="845435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rc8379"/>
            <p:cNvSpPr/>
            <p:nvPr/>
          </p:nvSpPr>
          <p:spPr>
            <a:xfrm>
              <a:off x="847269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rc8380"/>
            <p:cNvSpPr/>
            <p:nvPr/>
          </p:nvSpPr>
          <p:spPr>
            <a:xfrm>
              <a:off x="8491033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rc8381"/>
            <p:cNvSpPr/>
            <p:nvPr/>
          </p:nvSpPr>
          <p:spPr>
            <a:xfrm>
              <a:off x="8509370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rc8382"/>
            <p:cNvSpPr/>
            <p:nvPr/>
          </p:nvSpPr>
          <p:spPr>
            <a:xfrm>
              <a:off x="852770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rc8383"/>
            <p:cNvSpPr/>
            <p:nvPr/>
          </p:nvSpPr>
          <p:spPr>
            <a:xfrm>
              <a:off x="8546044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rc8384"/>
            <p:cNvSpPr/>
            <p:nvPr/>
          </p:nvSpPr>
          <p:spPr>
            <a:xfrm>
              <a:off x="856438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rc8385"/>
            <p:cNvSpPr/>
            <p:nvPr/>
          </p:nvSpPr>
          <p:spPr>
            <a:xfrm>
              <a:off x="858271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rc8386"/>
            <p:cNvSpPr/>
            <p:nvPr/>
          </p:nvSpPr>
          <p:spPr>
            <a:xfrm>
              <a:off x="860105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rc8387"/>
            <p:cNvSpPr/>
            <p:nvPr/>
          </p:nvSpPr>
          <p:spPr>
            <a:xfrm>
              <a:off x="8619393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rc8388"/>
            <p:cNvSpPr/>
            <p:nvPr/>
          </p:nvSpPr>
          <p:spPr>
            <a:xfrm>
              <a:off x="863773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rc8389"/>
            <p:cNvSpPr/>
            <p:nvPr/>
          </p:nvSpPr>
          <p:spPr>
            <a:xfrm>
              <a:off x="865606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rc8390"/>
            <p:cNvSpPr/>
            <p:nvPr/>
          </p:nvSpPr>
          <p:spPr>
            <a:xfrm>
              <a:off x="867440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rc8391"/>
            <p:cNvSpPr/>
            <p:nvPr/>
          </p:nvSpPr>
          <p:spPr>
            <a:xfrm>
              <a:off x="869274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rc8392"/>
            <p:cNvSpPr/>
            <p:nvPr/>
          </p:nvSpPr>
          <p:spPr>
            <a:xfrm>
              <a:off x="8711079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rc8393"/>
            <p:cNvSpPr/>
            <p:nvPr/>
          </p:nvSpPr>
          <p:spPr>
            <a:xfrm>
              <a:off x="872941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rc8394"/>
            <p:cNvSpPr/>
            <p:nvPr/>
          </p:nvSpPr>
          <p:spPr>
            <a:xfrm>
              <a:off x="8747754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rc8395"/>
            <p:cNvSpPr/>
            <p:nvPr/>
          </p:nvSpPr>
          <p:spPr>
            <a:xfrm>
              <a:off x="876609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rc8396"/>
            <p:cNvSpPr/>
            <p:nvPr/>
          </p:nvSpPr>
          <p:spPr>
            <a:xfrm>
              <a:off x="878442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rc8397"/>
            <p:cNvSpPr/>
            <p:nvPr/>
          </p:nvSpPr>
          <p:spPr>
            <a:xfrm>
              <a:off x="880276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rc8398"/>
            <p:cNvSpPr/>
            <p:nvPr/>
          </p:nvSpPr>
          <p:spPr>
            <a:xfrm>
              <a:off x="882110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rc8399"/>
            <p:cNvSpPr/>
            <p:nvPr/>
          </p:nvSpPr>
          <p:spPr>
            <a:xfrm>
              <a:off x="8839439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rc8400"/>
            <p:cNvSpPr/>
            <p:nvPr/>
          </p:nvSpPr>
          <p:spPr>
            <a:xfrm>
              <a:off x="885777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rc8401"/>
            <p:cNvSpPr/>
            <p:nvPr/>
          </p:nvSpPr>
          <p:spPr>
            <a:xfrm>
              <a:off x="8876114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rc8402"/>
            <p:cNvSpPr/>
            <p:nvPr/>
          </p:nvSpPr>
          <p:spPr>
            <a:xfrm>
              <a:off x="889445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rc8403"/>
            <p:cNvSpPr/>
            <p:nvPr/>
          </p:nvSpPr>
          <p:spPr>
            <a:xfrm>
              <a:off x="8912788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rc8404"/>
            <p:cNvSpPr/>
            <p:nvPr/>
          </p:nvSpPr>
          <p:spPr>
            <a:xfrm>
              <a:off x="893112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rc8405"/>
            <p:cNvSpPr/>
            <p:nvPr/>
          </p:nvSpPr>
          <p:spPr>
            <a:xfrm>
              <a:off x="894946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rc8406"/>
            <p:cNvSpPr/>
            <p:nvPr/>
          </p:nvSpPr>
          <p:spPr>
            <a:xfrm>
              <a:off x="896780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rc8407"/>
            <p:cNvSpPr/>
            <p:nvPr/>
          </p:nvSpPr>
          <p:spPr>
            <a:xfrm>
              <a:off x="8986137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rc8408"/>
            <p:cNvSpPr/>
            <p:nvPr/>
          </p:nvSpPr>
          <p:spPr>
            <a:xfrm>
              <a:off x="900447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rc8409"/>
            <p:cNvSpPr/>
            <p:nvPr/>
          </p:nvSpPr>
          <p:spPr>
            <a:xfrm>
              <a:off x="902281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rc8410"/>
            <p:cNvSpPr/>
            <p:nvPr/>
          </p:nvSpPr>
          <p:spPr>
            <a:xfrm>
              <a:off x="904114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rc8411"/>
            <p:cNvSpPr/>
            <p:nvPr/>
          </p:nvSpPr>
          <p:spPr>
            <a:xfrm>
              <a:off x="905948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rc8412"/>
            <p:cNvSpPr/>
            <p:nvPr/>
          </p:nvSpPr>
          <p:spPr>
            <a:xfrm>
              <a:off x="9077823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rc8413"/>
            <p:cNvSpPr/>
            <p:nvPr/>
          </p:nvSpPr>
          <p:spPr>
            <a:xfrm>
              <a:off x="909616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rc8414"/>
            <p:cNvSpPr/>
            <p:nvPr/>
          </p:nvSpPr>
          <p:spPr>
            <a:xfrm>
              <a:off x="911449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rc8415"/>
            <p:cNvSpPr/>
            <p:nvPr/>
          </p:nvSpPr>
          <p:spPr>
            <a:xfrm>
              <a:off x="9132835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rc8416"/>
            <p:cNvSpPr/>
            <p:nvPr/>
          </p:nvSpPr>
          <p:spPr>
            <a:xfrm>
              <a:off x="9151172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rc8417"/>
            <p:cNvSpPr/>
            <p:nvPr/>
          </p:nvSpPr>
          <p:spPr>
            <a:xfrm>
              <a:off x="9169509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rc8418"/>
            <p:cNvSpPr/>
            <p:nvPr/>
          </p:nvSpPr>
          <p:spPr>
            <a:xfrm>
              <a:off x="918784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rc8419"/>
            <p:cNvSpPr/>
            <p:nvPr/>
          </p:nvSpPr>
          <p:spPr>
            <a:xfrm>
              <a:off x="9206183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rc8420"/>
            <p:cNvSpPr/>
            <p:nvPr/>
          </p:nvSpPr>
          <p:spPr>
            <a:xfrm>
              <a:off x="9224520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rc8421"/>
            <p:cNvSpPr/>
            <p:nvPr/>
          </p:nvSpPr>
          <p:spPr>
            <a:xfrm>
              <a:off x="9242858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rc8422"/>
            <p:cNvSpPr/>
            <p:nvPr/>
          </p:nvSpPr>
          <p:spPr>
            <a:xfrm>
              <a:off x="9261195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rc8423"/>
            <p:cNvSpPr/>
            <p:nvPr/>
          </p:nvSpPr>
          <p:spPr>
            <a:xfrm>
              <a:off x="927953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rc8424"/>
            <p:cNvSpPr/>
            <p:nvPr/>
          </p:nvSpPr>
          <p:spPr>
            <a:xfrm>
              <a:off x="9297869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rc8425"/>
            <p:cNvSpPr/>
            <p:nvPr/>
          </p:nvSpPr>
          <p:spPr>
            <a:xfrm>
              <a:off x="9316206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rc8426"/>
            <p:cNvSpPr/>
            <p:nvPr/>
          </p:nvSpPr>
          <p:spPr>
            <a:xfrm>
              <a:off x="9334544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rc8427"/>
            <p:cNvSpPr/>
            <p:nvPr/>
          </p:nvSpPr>
          <p:spPr>
            <a:xfrm>
              <a:off x="935288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rc8428"/>
            <p:cNvSpPr/>
            <p:nvPr/>
          </p:nvSpPr>
          <p:spPr>
            <a:xfrm>
              <a:off x="937121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rc8429"/>
            <p:cNvSpPr/>
            <p:nvPr/>
          </p:nvSpPr>
          <p:spPr>
            <a:xfrm>
              <a:off x="938955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rc8430"/>
            <p:cNvSpPr/>
            <p:nvPr/>
          </p:nvSpPr>
          <p:spPr>
            <a:xfrm>
              <a:off x="940789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rc8431"/>
            <p:cNvSpPr/>
            <p:nvPr/>
          </p:nvSpPr>
          <p:spPr>
            <a:xfrm>
              <a:off x="9426230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rc8432"/>
            <p:cNvSpPr/>
            <p:nvPr/>
          </p:nvSpPr>
          <p:spPr>
            <a:xfrm>
              <a:off x="944456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rc8433"/>
            <p:cNvSpPr/>
            <p:nvPr/>
          </p:nvSpPr>
          <p:spPr>
            <a:xfrm>
              <a:off x="9462904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rc8434"/>
            <p:cNvSpPr/>
            <p:nvPr/>
          </p:nvSpPr>
          <p:spPr>
            <a:xfrm>
              <a:off x="9481241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rc8435"/>
            <p:cNvSpPr/>
            <p:nvPr/>
          </p:nvSpPr>
          <p:spPr>
            <a:xfrm>
              <a:off x="949957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rc8436"/>
            <p:cNvSpPr/>
            <p:nvPr/>
          </p:nvSpPr>
          <p:spPr>
            <a:xfrm>
              <a:off x="9517916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rc8437"/>
            <p:cNvSpPr/>
            <p:nvPr/>
          </p:nvSpPr>
          <p:spPr>
            <a:xfrm>
              <a:off x="953625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rc8438"/>
            <p:cNvSpPr/>
            <p:nvPr/>
          </p:nvSpPr>
          <p:spPr>
            <a:xfrm>
              <a:off x="9554590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rc8439"/>
            <p:cNvSpPr/>
            <p:nvPr/>
          </p:nvSpPr>
          <p:spPr>
            <a:xfrm>
              <a:off x="9572927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rc8440"/>
            <p:cNvSpPr/>
            <p:nvPr/>
          </p:nvSpPr>
          <p:spPr>
            <a:xfrm>
              <a:off x="9591264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rc8441"/>
            <p:cNvSpPr/>
            <p:nvPr/>
          </p:nvSpPr>
          <p:spPr>
            <a:xfrm>
              <a:off x="9609601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rc8442"/>
            <p:cNvSpPr/>
            <p:nvPr/>
          </p:nvSpPr>
          <p:spPr>
            <a:xfrm>
              <a:off x="9627939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rc8443"/>
            <p:cNvSpPr/>
            <p:nvPr/>
          </p:nvSpPr>
          <p:spPr>
            <a:xfrm>
              <a:off x="9646276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rc8444"/>
            <p:cNvSpPr/>
            <p:nvPr/>
          </p:nvSpPr>
          <p:spPr>
            <a:xfrm>
              <a:off x="9664613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rc8445"/>
            <p:cNvSpPr/>
            <p:nvPr/>
          </p:nvSpPr>
          <p:spPr>
            <a:xfrm>
              <a:off x="9682950" y="3748881"/>
              <a:ext cx="18337" cy="101600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rc8446"/>
            <p:cNvSpPr/>
            <p:nvPr/>
          </p:nvSpPr>
          <p:spPr>
            <a:xfrm>
              <a:off x="9701287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rc8447"/>
            <p:cNvSpPr/>
            <p:nvPr/>
          </p:nvSpPr>
          <p:spPr>
            <a:xfrm>
              <a:off x="971962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rc8448"/>
            <p:cNvSpPr/>
            <p:nvPr/>
          </p:nvSpPr>
          <p:spPr>
            <a:xfrm>
              <a:off x="9737962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rc8449"/>
            <p:cNvSpPr/>
            <p:nvPr/>
          </p:nvSpPr>
          <p:spPr>
            <a:xfrm>
              <a:off x="9756299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rc8450"/>
            <p:cNvSpPr/>
            <p:nvPr/>
          </p:nvSpPr>
          <p:spPr>
            <a:xfrm>
              <a:off x="9774636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rc8451"/>
            <p:cNvSpPr/>
            <p:nvPr/>
          </p:nvSpPr>
          <p:spPr>
            <a:xfrm>
              <a:off x="9792973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rc8452"/>
            <p:cNvSpPr/>
            <p:nvPr/>
          </p:nvSpPr>
          <p:spPr>
            <a:xfrm>
              <a:off x="981131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rc8453"/>
            <p:cNvSpPr/>
            <p:nvPr/>
          </p:nvSpPr>
          <p:spPr>
            <a:xfrm>
              <a:off x="9829648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rc8454"/>
            <p:cNvSpPr/>
            <p:nvPr/>
          </p:nvSpPr>
          <p:spPr>
            <a:xfrm>
              <a:off x="9847985" y="3748881"/>
              <a:ext cx="18337" cy="101600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rc8455"/>
            <p:cNvSpPr/>
            <p:nvPr/>
          </p:nvSpPr>
          <p:spPr>
            <a:xfrm>
              <a:off x="9866322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rc8456"/>
            <p:cNvSpPr/>
            <p:nvPr/>
          </p:nvSpPr>
          <p:spPr>
            <a:xfrm>
              <a:off x="9884659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rc8457"/>
            <p:cNvSpPr/>
            <p:nvPr/>
          </p:nvSpPr>
          <p:spPr>
            <a:xfrm>
              <a:off x="9902997" y="3748881"/>
              <a:ext cx="18337" cy="101600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rc8458"/>
            <p:cNvSpPr/>
            <p:nvPr/>
          </p:nvSpPr>
          <p:spPr>
            <a:xfrm>
              <a:off x="9921334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rc8459"/>
            <p:cNvSpPr/>
            <p:nvPr/>
          </p:nvSpPr>
          <p:spPr>
            <a:xfrm>
              <a:off x="9939671" y="3748881"/>
              <a:ext cx="18337" cy="1016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rc8460"/>
            <p:cNvSpPr/>
            <p:nvPr/>
          </p:nvSpPr>
          <p:spPr>
            <a:xfrm>
              <a:off x="9958008" y="3748881"/>
              <a:ext cx="18337" cy="1016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rc8461"/>
            <p:cNvSpPr/>
            <p:nvPr/>
          </p:nvSpPr>
          <p:spPr>
            <a:xfrm>
              <a:off x="231140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rc8462"/>
            <p:cNvSpPr/>
            <p:nvPr/>
          </p:nvSpPr>
          <p:spPr>
            <a:xfrm>
              <a:off x="232973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rc8463"/>
            <p:cNvSpPr/>
            <p:nvPr/>
          </p:nvSpPr>
          <p:spPr>
            <a:xfrm>
              <a:off x="234807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rc8464"/>
            <p:cNvSpPr/>
            <p:nvPr/>
          </p:nvSpPr>
          <p:spPr>
            <a:xfrm>
              <a:off x="236641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rc8465"/>
            <p:cNvSpPr/>
            <p:nvPr/>
          </p:nvSpPr>
          <p:spPr>
            <a:xfrm>
              <a:off x="238474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rc8466"/>
            <p:cNvSpPr/>
            <p:nvPr/>
          </p:nvSpPr>
          <p:spPr>
            <a:xfrm>
              <a:off x="240308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rc8467"/>
            <p:cNvSpPr/>
            <p:nvPr/>
          </p:nvSpPr>
          <p:spPr>
            <a:xfrm>
              <a:off x="242142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rc8468"/>
            <p:cNvSpPr/>
            <p:nvPr/>
          </p:nvSpPr>
          <p:spPr>
            <a:xfrm>
              <a:off x="243976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rc8469"/>
            <p:cNvSpPr/>
            <p:nvPr/>
          </p:nvSpPr>
          <p:spPr>
            <a:xfrm>
              <a:off x="245809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rc8470"/>
            <p:cNvSpPr/>
            <p:nvPr/>
          </p:nvSpPr>
          <p:spPr>
            <a:xfrm>
              <a:off x="247643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rc8471"/>
            <p:cNvSpPr/>
            <p:nvPr/>
          </p:nvSpPr>
          <p:spPr>
            <a:xfrm>
              <a:off x="249477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rc8472"/>
            <p:cNvSpPr/>
            <p:nvPr/>
          </p:nvSpPr>
          <p:spPr>
            <a:xfrm>
              <a:off x="251310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rc8473"/>
            <p:cNvSpPr/>
            <p:nvPr/>
          </p:nvSpPr>
          <p:spPr>
            <a:xfrm>
              <a:off x="253144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rc8474"/>
            <p:cNvSpPr/>
            <p:nvPr/>
          </p:nvSpPr>
          <p:spPr>
            <a:xfrm>
              <a:off x="254978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rc8475"/>
            <p:cNvSpPr/>
            <p:nvPr/>
          </p:nvSpPr>
          <p:spPr>
            <a:xfrm>
              <a:off x="256812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rc8476"/>
            <p:cNvSpPr/>
            <p:nvPr/>
          </p:nvSpPr>
          <p:spPr>
            <a:xfrm>
              <a:off x="258645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rc8477"/>
            <p:cNvSpPr/>
            <p:nvPr/>
          </p:nvSpPr>
          <p:spPr>
            <a:xfrm>
              <a:off x="260479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rc8478"/>
            <p:cNvSpPr/>
            <p:nvPr/>
          </p:nvSpPr>
          <p:spPr>
            <a:xfrm>
              <a:off x="262313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rc8479"/>
            <p:cNvSpPr/>
            <p:nvPr/>
          </p:nvSpPr>
          <p:spPr>
            <a:xfrm>
              <a:off x="264146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rc8480"/>
            <p:cNvSpPr/>
            <p:nvPr/>
          </p:nvSpPr>
          <p:spPr>
            <a:xfrm>
              <a:off x="265980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rc8481"/>
            <p:cNvSpPr/>
            <p:nvPr/>
          </p:nvSpPr>
          <p:spPr>
            <a:xfrm>
              <a:off x="267814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rc8482"/>
            <p:cNvSpPr/>
            <p:nvPr/>
          </p:nvSpPr>
          <p:spPr>
            <a:xfrm>
              <a:off x="269648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rc8483"/>
            <p:cNvSpPr/>
            <p:nvPr/>
          </p:nvSpPr>
          <p:spPr>
            <a:xfrm>
              <a:off x="271481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rc8484"/>
            <p:cNvSpPr/>
            <p:nvPr/>
          </p:nvSpPr>
          <p:spPr>
            <a:xfrm>
              <a:off x="273315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rc8485"/>
            <p:cNvSpPr/>
            <p:nvPr/>
          </p:nvSpPr>
          <p:spPr>
            <a:xfrm>
              <a:off x="275149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rc8486"/>
            <p:cNvSpPr/>
            <p:nvPr/>
          </p:nvSpPr>
          <p:spPr>
            <a:xfrm>
              <a:off x="276982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rc8487"/>
            <p:cNvSpPr/>
            <p:nvPr/>
          </p:nvSpPr>
          <p:spPr>
            <a:xfrm>
              <a:off x="278816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rc8488"/>
            <p:cNvSpPr/>
            <p:nvPr/>
          </p:nvSpPr>
          <p:spPr>
            <a:xfrm>
              <a:off x="280650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rc8489"/>
            <p:cNvSpPr/>
            <p:nvPr/>
          </p:nvSpPr>
          <p:spPr>
            <a:xfrm>
              <a:off x="282484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rc8490"/>
            <p:cNvSpPr/>
            <p:nvPr/>
          </p:nvSpPr>
          <p:spPr>
            <a:xfrm>
              <a:off x="284317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rc8491"/>
            <p:cNvSpPr/>
            <p:nvPr/>
          </p:nvSpPr>
          <p:spPr>
            <a:xfrm>
              <a:off x="286151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rc8492"/>
            <p:cNvSpPr/>
            <p:nvPr/>
          </p:nvSpPr>
          <p:spPr>
            <a:xfrm>
              <a:off x="287985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rc8493"/>
            <p:cNvSpPr/>
            <p:nvPr/>
          </p:nvSpPr>
          <p:spPr>
            <a:xfrm>
              <a:off x="289819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rc8494"/>
            <p:cNvSpPr/>
            <p:nvPr/>
          </p:nvSpPr>
          <p:spPr>
            <a:xfrm>
              <a:off x="291652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rc8495"/>
            <p:cNvSpPr/>
            <p:nvPr/>
          </p:nvSpPr>
          <p:spPr>
            <a:xfrm>
              <a:off x="293486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rc8496"/>
            <p:cNvSpPr/>
            <p:nvPr/>
          </p:nvSpPr>
          <p:spPr>
            <a:xfrm>
              <a:off x="295320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rc8497"/>
            <p:cNvSpPr/>
            <p:nvPr/>
          </p:nvSpPr>
          <p:spPr>
            <a:xfrm>
              <a:off x="297153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rc8498"/>
            <p:cNvSpPr/>
            <p:nvPr/>
          </p:nvSpPr>
          <p:spPr>
            <a:xfrm>
              <a:off x="298987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rc8499"/>
            <p:cNvSpPr/>
            <p:nvPr/>
          </p:nvSpPr>
          <p:spPr>
            <a:xfrm>
              <a:off x="300821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rc8500"/>
            <p:cNvSpPr/>
            <p:nvPr/>
          </p:nvSpPr>
          <p:spPr>
            <a:xfrm>
              <a:off x="302655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rc8501"/>
            <p:cNvSpPr/>
            <p:nvPr/>
          </p:nvSpPr>
          <p:spPr>
            <a:xfrm>
              <a:off x="304488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rc8502"/>
            <p:cNvSpPr/>
            <p:nvPr/>
          </p:nvSpPr>
          <p:spPr>
            <a:xfrm>
              <a:off x="306322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rc8503"/>
            <p:cNvSpPr/>
            <p:nvPr/>
          </p:nvSpPr>
          <p:spPr>
            <a:xfrm>
              <a:off x="308156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rc8504"/>
            <p:cNvSpPr/>
            <p:nvPr/>
          </p:nvSpPr>
          <p:spPr>
            <a:xfrm>
              <a:off x="309989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rc8505"/>
            <p:cNvSpPr/>
            <p:nvPr/>
          </p:nvSpPr>
          <p:spPr>
            <a:xfrm>
              <a:off x="311823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rc8506"/>
            <p:cNvSpPr/>
            <p:nvPr/>
          </p:nvSpPr>
          <p:spPr>
            <a:xfrm>
              <a:off x="313657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rc8507"/>
            <p:cNvSpPr/>
            <p:nvPr/>
          </p:nvSpPr>
          <p:spPr>
            <a:xfrm>
              <a:off x="315491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rc8508"/>
            <p:cNvSpPr/>
            <p:nvPr/>
          </p:nvSpPr>
          <p:spPr>
            <a:xfrm>
              <a:off x="317324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rc8509"/>
            <p:cNvSpPr/>
            <p:nvPr/>
          </p:nvSpPr>
          <p:spPr>
            <a:xfrm>
              <a:off x="319158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rc8510"/>
            <p:cNvSpPr/>
            <p:nvPr/>
          </p:nvSpPr>
          <p:spPr>
            <a:xfrm>
              <a:off x="320992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rc8511"/>
            <p:cNvSpPr/>
            <p:nvPr/>
          </p:nvSpPr>
          <p:spPr>
            <a:xfrm>
              <a:off x="322825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rc8512"/>
            <p:cNvSpPr/>
            <p:nvPr/>
          </p:nvSpPr>
          <p:spPr>
            <a:xfrm>
              <a:off x="324659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rc8513"/>
            <p:cNvSpPr/>
            <p:nvPr/>
          </p:nvSpPr>
          <p:spPr>
            <a:xfrm>
              <a:off x="326493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rc8514"/>
            <p:cNvSpPr/>
            <p:nvPr/>
          </p:nvSpPr>
          <p:spPr>
            <a:xfrm>
              <a:off x="328327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rc8515"/>
            <p:cNvSpPr/>
            <p:nvPr/>
          </p:nvSpPr>
          <p:spPr>
            <a:xfrm>
              <a:off x="330160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rc8516"/>
            <p:cNvSpPr/>
            <p:nvPr/>
          </p:nvSpPr>
          <p:spPr>
            <a:xfrm>
              <a:off x="331994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rc8517"/>
            <p:cNvSpPr/>
            <p:nvPr/>
          </p:nvSpPr>
          <p:spPr>
            <a:xfrm>
              <a:off x="333828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rc8518"/>
            <p:cNvSpPr/>
            <p:nvPr/>
          </p:nvSpPr>
          <p:spPr>
            <a:xfrm>
              <a:off x="335661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rc8519"/>
            <p:cNvSpPr/>
            <p:nvPr/>
          </p:nvSpPr>
          <p:spPr>
            <a:xfrm>
              <a:off x="337495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rc8520"/>
            <p:cNvSpPr/>
            <p:nvPr/>
          </p:nvSpPr>
          <p:spPr>
            <a:xfrm>
              <a:off x="339329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rc8521"/>
            <p:cNvSpPr/>
            <p:nvPr/>
          </p:nvSpPr>
          <p:spPr>
            <a:xfrm>
              <a:off x="341163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rc8522"/>
            <p:cNvSpPr/>
            <p:nvPr/>
          </p:nvSpPr>
          <p:spPr>
            <a:xfrm>
              <a:off x="342996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rc8523"/>
            <p:cNvSpPr/>
            <p:nvPr/>
          </p:nvSpPr>
          <p:spPr>
            <a:xfrm>
              <a:off x="344830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rc8524"/>
            <p:cNvSpPr/>
            <p:nvPr/>
          </p:nvSpPr>
          <p:spPr>
            <a:xfrm>
              <a:off x="346664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rc8525"/>
            <p:cNvSpPr/>
            <p:nvPr/>
          </p:nvSpPr>
          <p:spPr>
            <a:xfrm>
              <a:off x="348498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rc8526"/>
            <p:cNvSpPr/>
            <p:nvPr/>
          </p:nvSpPr>
          <p:spPr>
            <a:xfrm>
              <a:off x="350331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rc8527"/>
            <p:cNvSpPr/>
            <p:nvPr/>
          </p:nvSpPr>
          <p:spPr>
            <a:xfrm>
              <a:off x="352165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rc8528"/>
            <p:cNvSpPr/>
            <p:nvPr/>
          </p:nvSpPr>
          <p:spPr>
            <a:xfrm>
              <a:off x="353999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rc8529"/>
            <p:cNvSpPr/>
            <p:nvPr/>
          </p:nvSpPr>
          <p:spPr>
            <a:xfrm>
              <a:off x="355832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rc8530"/>
            <p:cNvSpPr/>
            <p:nvPr/>
          </p:nvSpPr>
          <p:spPr>
            <a:xfrm>
              <a:off x="357666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rc8531"/>
            <p:cNvSpPr/>
            <p:nvPr/>
          </p:nvSpPr>
          <p:spPr>
            <a:xfrm>
              <a:off x="359500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rc8532"/>
            <p:cNvSpPr/>
            <p:nvPr/>
          </p:nvSpPr>
          <p:spPr>
            <a:xfrm>
              <a:off x="361334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rc8533"/>
            <p:cNvSpPr/>
            <p:nvPr/>
          </p:nvSpPr>
          <p:spPr>
            <a:xfrm>
              <a:off x="363167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rc8534"/>
            <p:cNvSpPr/>
            <p:nvPr/>
          </p:nvSpPr>
          <p:spPr>
            <a:xfrm>
              <a:off x="365001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rc8535"/>
            <p:cNvSpPr/>
            <p:nvPr/>
          </p:nvSpPr>
          <p:spPr>
            <a:xfrm>
              <a:off x="366835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rc8536"/>
            <p:cNvSpPr/>
            <p:nvPr/>
          </p:nvSpPr>
          <p:spPr>
            <a:xfrm>
              <a:off x="368668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rc8537"/>
            <p:cNvSpPr/>
            <p:nvPr/>
          </p:nvSpPr>
          <p:spPr>
            <a:xfrm>
              <a:off x="370502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rc8538"/>
            <p:cNvSpPr/>
            <p:nvPr/>
          </p:nvSpPr>
          <p:spPr>
            <a:xfrm>
              <a:off x="372336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rc8539"/>
            <p:cNvSpPr/>
            <p:nvPr/>
          </p:nvSpPr>
          <p:spPr>
            <a:xfrm>
              <a:off x="374170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rc8540"/>
            <p:cNvSpPr/>
            <p:nvPr/>
          </p:nvSpPr>
          <p:spPr>
            <a:xfrm>
              <a:off x="376003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rc8541"/>
            <p:cNvSpPr/>
            <p:nvPr/>
          </p:nvSpPr>
          <p:spPr>
            <a:xfrm>
              <a:off x="377837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rc8542"/>
            <p:cNvSpPr/>
            <p:nvPr/>
          </p:nvSpPr>
          <p:spPr>
            <a:xfrm>
              <a:off x="379671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rc8543"/>
            <p:cNvSpPr/>
            <p:nvPr/>
          </p:nvSpPr>
          <p:spPr>
            <a:xfrm>
              <a:off x="381504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rc8544"/>
            <p:cNvSpPr/>
            <p:nvPr/>
          </p:nvSpPr>
          <p:spPr>
            <a:xfrm>
              <a:off x="383338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rc8545"/>
            <p:cNvSpPr/>
            <p:nvPr/>
          </p:nvSpPr>
          <p:spPr>
            <a:xfrm>
              <a:off x="385172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rc8546"/>
            <p:cNvSpPr/>
            <p:nvPr/>
          </p:nvSpPr>
          <p:spPr>
            <a:xfrm>
              <a:off x="387006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rc8547"/>
            <p:cNvSpPr/>
            <p:nvPr/>
          </p:nvSpPr>
          <p:spPr>
            <a:xfrm>
              <a:off x="388839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rc8548"/>
            <p:cNvSpPr/>
            <p:nvPr/>
          </p:nvSpPr>
          <p:spPr>
            <a:xfrm>
              <a:off x="390673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rc8549"/>
            <p:cNvSpPr/>
            <p:nvPr/>
          </p:nvSpPr>
          <p:spPr>
            <a:xfrm>
              <a:off x="392507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rc8550"/>
            <p:cNvSpPr/>
            <p:nvPr/>
          </p:nvSpPr>
          <p:spPr>
            <a:xfrm>
              <a:off x="394340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rc8551"/>
            <p:cNvSpPr/>
            <p:nvPr/>
          </p:nvSpPr>
          <p:spPr>
            <a:xfrm>
              <a:off x="396174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rc8552"/>
            <p:cNvSpPr/>
            <p:nvPr/>
          </p:nvSpPr>
          <p:spPr>
            <a:xfrm>
              <a:off x="398008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rc8553"/>
            <p:cNvSpPr/>
            <p:nvPr/>
          </p:nvSpPr>
          <p:spPr>
            <a:xfrm>
              <a:off x="399842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rc8554"/>
            <p:cNvSpPr/>
            <p:nvPr/>
          </p:nvSpPr>
          <p:spPr>
            <a:xfrm>
              <a:off x="401675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rc8555"/>
            <p:cNvSpPr/>
            <p:nvPr/>
          </p:nvSpPr>
          <p:spPr>
            <a:xfrm>
              <a:off x="403509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rc8556"/>
            <p:cNvSpPr/>
            <p:nvPr/>
          </p:nvSpPr>
          <p:spPr>
            <a:xfrm>
              <a:off x="405343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rc8557"/>
            <p:cNvSpPr/>
            <p:nvPr/>
          </p:nvSpPr>
          <p:spPr>
            <a:xfrm>
              <a:off x="407177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rc8558"/>
            <p:cNvSpPr/>
            <p:nvPr/>
          </p:nvSpPr>
          <p:spPr>
            <a:xfrm>
              <a:off x="409010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rc8559"/>
            <p:cNvSpPr/>
            <p:nvPr/>
          </p:nvSpPr>
          <p:spPr>
            <a:xfrm>
              <a:off x="410844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rc8560"/>
            <p:cNvSpPr/>
            <p:nvPr/>
          </p:nvSpPr>
          <p:spPr>
            <a:xfrm>
              <a:off x="412678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rc8561"/>
            <p:cNvSpPr/>
            <p:nvPr/>
          </p:nvSpPr>
          <p:spPr>
            <a:xfrm>
              <a:off x="414511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rc8562"/>
            <p:cNvSpPr/>
            <p:nvPr/>
          </p:nvSpPr>
          <p:spPr>
            <a:xfrm>
              <a:off x="416345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rc8563"/>
            <p:cNvSpPr/>
            <p:nvPr/>
          </p:nvSpPr>
          <p:spPr>
            <a:xfrm>
              <a:off x="418179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rc8564"/>
            <p:cNvSpPr/>
            <p:nvPr/>
          </p:nvSpPr>
          <p:spPr>
            <a:xfrm>
              <a:off x="420013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rc8565"/>
            <p:cNvSpPr/>
            <p:nvPr/>
          </p:nvSpPr>
          <p:spPr>
            <a:xfrm>
              <a:off x="421846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rc8566"/>
            <p:cNvSpPr/>
            <p:nvPr/>
          </p:nvSpPr>
          <p:spPr>
            <a:xfrm>
              <a:off x="423680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rc8567"/>
            <p:cNvSpPr/>
            <p:nvPr/>
          </p:nvSpPr>
          <p:spPr>
            <a:xfrm>
              <a:off x="425514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rc8568"/>
            <p:cNvSpPr/>
            <p:nvPr/>
          </p:nvSpPr>
          <p:spPr>
            <a:xfrm>
              <a:off x="427347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rc8569"/>
            <p:cNvSpPr/>
            <p:nvPr/>
          </p:nvSpPr>
          <p:spPr>
            <a:xfrm>
              <a:off x="429181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rc8570"/>
            <p:cNvSpPr/>
            <p:nvPr/>
          </p:nvSpPr>
          <p:spPr>
            <a:xfrm>
              <a:off x="431015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rc8571"/>
            <p:cNvSpPr/>
            <p:nvPr/>
          </p:nvSpPr>
          <p:spPr>
            <a:xfrm>
              <a:off x="432849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rc8572"/>
            <p:cNvSpPr/>
            <p:nvPr/>
          </p:nvSpPr>
          <p:spPr>
            <a:xfrm>
              <a:off x="434682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rc8573"/>
            <p:cNvSpPr/>
            <p:nvPr/>
          </p:nvSpPr>
          <p:spPr>
            <a:xfrm>
              <a:off x="436516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rc8574"/>
            <p:cNvSpPr/>
            <p:nvPr/>
          </p:nvSpPr>
          <p:spPr>
            <a:xfrm>
              <a:off x="438350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rc8575"/>
            <p:cNvSpPr/>
            <p:nvPr/>
          </p:nvSpPr>
          <p:spPr>
            <a:xfrm>
              <a:off x="440183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rc8576"/>
            <p:cNvSpPr/>
            <p:nvPr/>
          </p:nvSpPr>
          <p:spPr>
            <a:xfrm>
              <a:off x="442017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rc8577"/>
            <p:cNvSpPr/>
            <p:nvPr/>
          </p:nvSpPr>
          <p:spPr>
            <a:xfrm>
              <a:off x="443851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rc8578"/>
            <p:cNvSpPr/>
            <p:nvPr/>
          </p:nvSpPr>
          <p:spPr>
            <a:xfrm>
              <a:off x="445685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rc8579"/>
            <p:cNvSpPr/>
            <p:nvPr/>
          </p:nvSpPr>
          <p:spPr>
            <a:xfrm>
              <a:off x="447518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rc8580"/>
            <p:cNvSpPr/>
            <p:nvPr/>
          </p:nvSpPr>
          <p:spPr>
            <a:xfrm>
              <a:off x="449352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rc8581"/>
            <p:cNvSpPr/>
            <p:nvPr/>
          </p:nvSpPr>
          <p:spPr>
            <a:xfrm>
              <a:off x="451186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rc8582"/>
            <p:cNvSpPr/>
            <p:nvPr/>
          </p:nvSpPr>
          <p:spPr>
            <a:xfrm>
              <a:off x="453020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rc8583"/>
            <p:cNvSpPr/>
            <p:nvPr/>
          </p:nvSpPr>
          <p:spPr>
            <a:xfrm>
              <a:off x="454853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rc8584"/>
            <p:cNvSpPr/>
            <p:nvPr/>
          </p:nvSpPr>
          <p:spPr>
            <a:xfrm>
              <a:off x="456687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rc8585"/>
            <p:cNvSpPr/>
            <p:nvPr/>
          </p:nvSpPr>
          <p:spPr>
            <a:xfrm>
              <a:off x="458521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rc8586"/>
            <p:cNvSpPr/>
            <p:nvPr/>
          </p:nvSpPr>
          <p:spPr>
            <a:xfrm>
              <a:off x="460354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rc8587"/>
            <p:cNvSpPr/>
            <p:nvPr/>
          </p:nvSpPr>
          <p:spPr>
            <a:xfrm>
              <a:off x="462188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rc8588"/>
            <p:cNvSpPr/>
            <p:nvPr/>
          </p:nvSpPr>
          <p:spPr>
            <a:xfrm>
              <a:off x="464022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rc8589"/>
            <p:cNvSpPr/>
            <p:nvPr/>
          </p:nvSpPr>
          <p:spPr>
            <a:xfrm>
              <a:off x="465856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rc8590"/>
            <p:cNvSpPr/>
            <p:nvPr/>
          </p:nvSpPr>
          <p:spPr>
            <a:xfrm>
              <a:off x="467689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rc8591"/>
            <p:cNvSpPr/>
            <p:nvPr/>
          </p:nvSpPr>
          <p:spPr>
            <a:xfrm>
              <a:off x="469523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rc8592"/>
            <p:cNvSpPr/>
            <p:nvPr/>
          </p:nvSpPr>
          <p:spPr>
            <a:xfrm>
              <a:off x="471357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rc8593"/>
            <p:cNvSpPr/>
            <p:nvPr/>
          </p:nvSpPr>
          <p:spPr>
            <a:xfrm>
              <a:off x="473190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rc8594"/>
            <p:cNvSpPr/>
            <p:nvPr/>
          </p:nvSpPr>
          <p:spPr>
            <a:xfrm>
              <a:off x="475024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rc8595"/>
            <p:cNvSpPr/>
            <p:nvPr/>
          </p:nvSpPr>
          <p:spPr>
            <a:xfrm>
              <a:off x="476858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rc8596"/>
            <p:cNvSpPr/>
            <p:nvPr/>
          </p:nvSpPr>
          <p:spPr>
            <a:xfrm>
              <a:off x="478692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rc8597"/>
            <p:cNvSpPr/>
            <p:nvPr/>
          </p:nvSpPr>
          <p:spPr>
            <a:xfrm>
              <a:off x="480525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rc8598"/>
            <p:cNvSpPr/>
            <p:nvPr/>
          </p:nvSpPr>
          <p:spPr>
            <a:xfrm>
              <a:off x="482359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rc8599"/>
            <p:cNvSpPr/>
            <p:nvPr/>
          </p:nvSpPr>
          <p:spPr>
            <a:xfrm>
              <a:off x="484193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rc8600"/>
            <p:cNvSpPr/>
            <p:nvPr/>
          </p:nvSpPr>
          <p:spPr>
            <a:xfrm>
              <a:off x="486026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rc8601"/>
            <p:cNvSpPr/>
            <p:nvPr/>
          </p:nvSpPr>
          <p:spPr>
            <a:xfrm>
              <a:off x="487860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rc8602"/>
            <p:cNvSpPr/>
            <p:nvPr/>
          </p:nvSpPr>
          <p:spPr>
            <a:xfrm>
              <a:off x="489694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rc8603"/>
            <p:cNvSpPr/>
            <p:nvPr/>
          </p:nvSpPr>
          <p:spPr>
            <a:xfrm>
              <a:off x="491528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rc8604"/>
            <p:cNvSpPr/>
            <p:nvPr/>
          </p:nvSpPr>
          <p:spPr>
            <a:xfrm>
              <a:off x="493361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rc8605"/>
            <p:cNvSpPr/>
            <p:nvPr/>
          </p:nvSpPr>
          <p:spPr>
            <a:xfrm>
              <a:off x="495195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rc8606"/>
            <p:cNvSpPr/>
            <p:nvPr/>
          </p:nvSpPr>
          <p:spPr>
            <a:xfrm>
              <a:off x="497029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rc8607"/>
            <p:cNvSpPr/>
            <p:nvPr/>
          </p:nvSpPr>
          <p:spPr>
            <a:xfrm>
              <a:off x="498862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rc8608"/>
            <p:cNvSpPr/>
            <p:nvPr/>
          </p:nvSpPr>
          <p:spPr>
            <a:xfrm>
              <a:off x="500696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rc8609"/>
            <p:cNvSpPr/>
            <p:nvPr/>
          </p:nvSpPr>
          <p:spPr>
            <a:xfrm>
              <a:off x="502530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rc8610"/>
            <p:cNvSpPr/>
            <p:nvPr/>
          </p:nvSpPr>
          <p:spPr>
            <a:xfrm>
              <a:off x="504364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rc8611"/>
            <p:cNvSpPr/>
            <p:nvPr/>
          </p:nvSpPr>
          <p:spPr>
            <a:xfrm>
              <a:off x="506197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rc8612"/>
            <p:cNvSpPr/>
            <p:nvPr/>
          </p:nvSpPr>
          <p:spPr>
            <a:xfrm>
              <a:off x="508031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rc8613"/>
            <p:cNvSpPr/>
            <p:nvPr/>
          </p:nvSpPr>
          <p:spPr>
            <a:xfrm>
              <a:off x="509865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rc8614"/>
            <p:cNvSpPr/>
            <p:nvPr/>
          </p:nvSpPr>
          <p:spPr>
            <a:xfrm>
              <a:off x="511699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rc8615"/>
            <p:cNvSpPr/>
            <p:nvPr/>
          </p:nvSpPr>
          <p:spPr>
            <a:xfrm>
              <a:off x="513532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rc8616"/>
            <p:cNvSpPr/>
            <p:nvPr/>
          </p:nvSpPr>
          <p:spPr>
            <a:xfrm>
              <a:off x="515366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rc8617"/>
            <p:cNvSpPr/>
            <p:nvPr/>
          </p:nvSpPr>
          <p:spPr>
            <a:xfrm>
              <a:off x="517200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rc8618"/>
            <p:cNvSpPr/>
            <p:nvPr/>
          </p:nvSpPr>
          <p:spPr>
            <a:xfrm>
              <a:off x="519033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rc8619"/>
            <p:cNvSpPr/>
            <p:nvPr/>
          </p:nvSpPr>
          <p:spPr>
            <a:xfrm>
              <a:off x="520867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rc8620"/>
            <p:cNvSpPr/>
            <p:nvPr/>
          </p:nvSpPr>
          <p:spPr>
            <a:xfrm>
              <a:off x="522701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rc8621"/>
            <p:cNvSpPr/>
            <p:nvPr/>
          </p:nvSpPr>
          <p:spPr>
            <a:xfrm>
              <a:off x="524535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rc8622"/>
            <p:cNvSpPr/>
            <p:nvPr/>
          </p:nvSpPr>
          <p:spPr>
            <a:xfrm>
              <a:off x="526368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rc8623"/>
            <p:cNvSpPr/>
            <p:nvPr/>
          </p:nvSpPr>
          <p:spPr>
            <a:xfrm>
              <a:off x="528202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rc8624"/>
            <p:cNvSpPr/>
            <p:nvPr/>
          </p:nvSpPr>
          <p:spPr>
            <a:xfrm>
              <a:off x="530036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rc8625"/>
            <p:cNvSpPr/>
            <p:nvPr/>
          </p:nvSpPr>
          <p:spPr>
            <a:xfrm>
              <a:off x="531869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rc8626"/>
            <p:cNvSpPr/>
            <p:nvPr/>
          </p:nvSpPr>
          <p:spPr>
            <a:xfrm>
              <a:off x="533703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rc8627"/>
            <p:cNvSpPr/>
            <p:nvPr/>
          </p:nvSpPr>
          <p:spPr>
            <a:xfrm>
              <a:off x="535537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rc8628"/>
            <p:cNvSpPr/>
            <p:nvPr/>
          </p:nvSpPr>
          <p:spPr>
            <a:xfrm>
              <a:off x="537371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rc8629"/>
            <p:cNvSpPr/>
            <p:nvPr/>
          </p:nvSpPr>
          <p:spPr>
            <a:xfrm>
              <a:off x="539204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rc8630"/>
            <p:cNvSpPr/>
            <p:nvPr/>
          </p:nvSpPr>
          <p:spPr>
            <a:xfrm>
              <a:off x="541038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rc8631"/>
            <p:cNvSpPr/>
            <p:nvPr/>
          </p:nvSpPr>
          <p:spPr>
            <a:xfrm>
              <a:off x="542872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2" name="rc8632"/>
            <p:cNvSpPr/>
            <p:nvPr/>
          </p:nvSpPr>
          <p:spPr>
            <a:xfrm>
              <a:off x="544705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3" name="rc8633"/>
            <p:cNvSpPr/>
            <p:nvPr/>
          </p:nvSpPr>
          <p:spPr>
            <a:xfrm>
              <a:off x="546539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4" name="rc8634"/>
            <p:cNvSpPr/>
            <p:nvPr/>
          </p:nvSpPr>
          <p:spPr>
            <a:xfrm>
              <a:off x="548373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5" name="rc8635"/>
            <p:cNvSpPr/>
            <p:nvPr/>
          </p:nvSpPr>
          <p:spPr>
            <a:xfrm>
              <a:off x="550207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6" name="rc8636"/>
            <p:cNvSpPr/>
            <p:nvPr/>
          </p:nvSpPr>
          <p:spPr>
            <a:xfrm>
              <a:off x="552040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7" name="rc8637"/>
            <p:cNvSpPr/>
            <p:nvPr/>
          </p:nvSpPr>
          <p:spPr>
            <a:xfrm>
              <a:off x="553874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8" name="rc8638"/>
            <p:cNvSpPr/>
            <p:nvPr/>
          </p:nvSpPr>
          <p:spPr>
            <a:xfrm>
              <a:off x="555708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9" name="rc8639"/>
            <p:cNvSpPr/>
            <p:nvPr/>
          </p:nvSpPr>
          <p:spPr>
            <a:xfrm>
              <a:off x="557541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0" name="rc8640"/>
            <p:cNvSpPr/>
            <p:nvPr/>
          </p:nvSpPr>
          <p:spPr>
            <a:xfrm>
              <a:off x="559375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1" name="rc8641"/>
            <p:cNvSpPr/>
            <p:nvPr/>
          </p:nvSpPr>
          <p:spPr>
            <a:xfrm>
              <a:off x="561209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2" name="rc8642"/>
            <p:cNvSpPr/>
            <p:nvPr/>
          </p:nvSpPr>
          <p:spPr>
            <a:xfrm>
              <a:off x="563043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3" name="rc8643"/>
            <p:cNvSpPr/>
            <p:nvPr/>
          </p:nvSpPr>
          <p:spPr>
            <a:xfrm>
              <a:off x="564876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4" name="rc8644"/>
            <p:cNvSpPr/>
            <p:nvPr/>
          </p:nvSpPr>
          <p:spPr>
            <a:xfrm>
              <a:off x="566710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5" name="rc8645"/>
            <p:cNvSpPr/>
            <p:nvPr/>
          </p:nvSpPr>
          <p:spPr>
            <a:xfrm>
              <a:off x="568544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6" name="rc8646"/>
            <p:cNvSpPr/>
            <p:nvPr/>
          </p:nvSpPr>
          <p:spPr>
            <a:xfrm>
              <a:off x="570378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7" name="rc8647"/>
            <p:cNvSpPr/>
            <p:nvPr/>
          </p:nvSpPr>
          <p:spPr>
            <a:xfrm>
              <a:off x="572211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8" name="rc8648"/>
            <p:cNvSpPr/>
            <p:nvPr/>
          </p:nvSpPr>
          <p:spPr>
            <a:xfrm>
              <a:off x="574045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9" name="rc8649"/>
            <p:cNvSpPr/>
            <p:nvPr/>
          </p:nvSpPr>
          <p:spPr>
            <a:xfrm>
              <a:off x="575879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0" name="rc8650"/>
            <p:cNvSpPr/>
            <p:nvPr/>
          </p:nvSpPr>
          <p:spPr>
            <a:xfrm>
              <a:off x="577712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1" name="rc8651"/>
            <p:cNvSpPr/>
            <p:nvPr/>
          </p:nvSpPr>
          <p:spPr>
            <a:xfrm>
              <a:off x="579546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2" name="rc8652"/>
            <p:cNvSpPr/>
            <p:nvPr/>
          </p:nvSpPr>
          <p:spPr>
            <a:xfrm>
              <a:off x="581380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3" name="rc8653"/>
            <p:cNvSpPr/>
            <p:nvPr/>
          </p:nvSpPr>
          <p:spPr>
            <a:xfrm>
              <a:off x="583214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4" name="rc8654"/>
            <p:cNvSpPr/>
            <p:nvPr/>
          </p:nvSpPr>
          <p:spPr>
            <a:xfrm>
              <a:off x="585047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5" name="rc8655"/>
            <p:cNvSpPr/>
            <p:nvPr/>
          </p:nvSpPr>
          <p:spPr>
            <a:xfrm>
              <a:off x="586881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6" name="rc8656"/>
            <p:cNvSpPr/>
            <p:nvPr/>
          </p:nvSpPr>
          <p:spPr>
            <a:xfrm>
              <a:off x="588715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7" name="rc8657"/>
            <p:cNvSpPr/>
            <p:nvPr/>
          </p:nvSpPr>
          <p:spPr>
            <a:xfrm>
              <a:off x="590548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8" name="rc8658"/>
            <p:cNvSpPr/>
            <p:nvPr/>
          </p:nvSpPr>
          <p:spPr>
            <a:xfrm>
              <a:off x="592382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9" name="rc8659"/>
            <p:cNvSpPr/>
            <p:nvPr/>
          </p:nvSpPr>
          <p:spPr>
            <a:xfrm>
              <a:off x="594216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0" name="rc8660"/>
            <p:cNvSpPr/>
            <p:nvPr/>
          </p:nvSpPr>
          <p:spPr>
            <a:xfrm>
              <a:off x="596050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1" name="rc8661"/>
            <p:cNvSpPr/>
            <p:nvPr/>
          </p:nvSpPr>
          <p:spPr>
            <a:xfrm>
              <a:off x="597883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2" name="rc8662"/>
            <p:cNvSpPr/>
            <p:nvPr/>
          </p:nvSpPr>
          <p:spPr>
            <a:xfrm>
              <a:off x="599717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3" name="rc8663"/>
            <p:cNvSpPr/>
            <p:nvPr/>
          </p:nvSpPr>
          <p:spPr>
            <a:xfrm>
              <a:off x="601551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4" name="rc8664"/>
            <p:cNvSpPr/>
            <p:nvPr/>
          </p:nvSpPr>
          <p:spPr>
            <a:xfrm>
              <a:off x="603384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5" name="rc8665"/>
            <p:cNvSpPr/>
            <p:nvPr/>
          </p:nvSpPr>
          <p:spPr>
            <a:xfrm>
              <a:off x="605218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6" name="rc8666"/>
            <p:cNvSpPr/>
            <p:nvPr/>
          </p:nvSpPr>
          <p:spPr>
            <a:xfrm>
              <a:off x="607052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7" name="rc8667"/>
            <p:cNvSpPr/>
            <p:nvPr/>
          </p:nvSpPr>
          <p:spPr>
            <a:xfrm>
              <a:off x="608886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8" name="rc8668"/>
            <p:cNvSpPr/>
            <p:nvPr/>
          </p:nvSpPr>
          <p:spPr>
            <a:xfrm>
              <a:off x="610719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9" name="rc8669"/>
            <p:cNvSpPr/>
            <p:nvPr/>
          </p:nvSpPr>
          <p:spPr>
            <a:xfrm>
              <a:off x="612553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0" name="rc8670"/>
            <p:cNvSpPr/>
            <p:nvPr/>
          </p:nvSpPr>
          <p:spPr>
            <a:xfrm>
              <a:off x="614387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1" name="rc8671"/>
            <p:cNvSpPr/>
            <p:nvPr/>
          </p:nvSpPr>
          <p:spPr>
            <a:xfrm>
              <a:off x="616221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2" name="rc8672"/>
            <p:cNvSpPr/>
            <p:nvPr/>
          </p:nvSpPr>
          <p:spPr>
            <a:xfrm>
              <a:off x="618054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3" name="rc8673"/>
            <p:cNvSpPr/>
            <p:nvPr/>
          </p:nvSpPr>
          <p:spPr>
            <a:xfrm>
              <a:off x="619888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4" name="rc8674"/>
            <p:cNvSpPr/>
            <p:nvPr/>
          </p:nvSpPr>
          <p:spPr>
            <a:xfrm>
              <a:off x="621722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5" name="rc8675"/>
            <p:cNvSpPr/>
            <p:nvPr/>
          </p:nvSpPr>
          <p:spPr>
            <a:xfrm>
              <a:off x="623555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6" name="rc8676"/>
            <p:cNvSpPr/>
            <p:nvPr/>
          </p:nvSpPr>
          <p:spPr>
            <a:xfrm>
              <a:off x="625389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7" name="rc8677"/>
            <p:cNvSpPr/>
            <p:nvPr/>
          </p:nvSpPr>
          <p:spPr>
            <a:xfrm>
              <a:off x="627223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8" name="rc8678"/>
            <p:cNvSpPr/>
            <p:nvPr/>
          </p:nvSpPr>
          <p:spPr>
            <a:xfrm>
              <a:off x="629057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9" name="rc8679"/>
            <p:cNvSpPr/>
            <p:nvPr/>
          </p:nvSpPr>
          <p:spPr>
            <a:xfrm>
              <a:off x="630890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0" name="rc8680"/>
            <p:cNvSpPr/>
            <p:nvPr/>
          </p:nvSpPr>
          <p:spPr>
            <a:xfrm>
              <a:off x="632724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1" name="rc8681"/>
            <p:cNvSpPr/>
            <p:nvPr/>
          </p:nvSpPr>
          <p:spPr>
            <a:xfrm>
              <a:off x="634558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2" name="rc8682"/>
            <p:cNvSpPr/>
            <p:nvPr/>
          </p:nvSpPr>
          <p:spPr>
            <a:xfrm>
              <a:off x="636391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3" name="rc8683"/>
            <p:cNvSpPr/>
            <p:nvPr/>
          </p:nvSpPr>
          <p:spPr>
            <a:xfrm>
              <a:off x="638225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4" name="rc8684"/>
            <p:cNvSpPr/>
            <p:nvPr/>
          </p:nvSpPr>
          <p:spPr>
            <a:xfrm>
              <a:off x="640059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5" name="rc8685"/>
            <p:cNvSpPr/>
            <p:nvPr/>
          </p:nvSpPr>
          <p:spPr>
            <a:xfrm>
              <a:off x="641893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6" name="rc8686"/>
            <p:cNvSpPr/>
            <p:nvPr/>
          </p:nvSpPr>
          <p:spPr>
            <a:xfrm>
              <a:off x="643726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7" name="rc8687"/>
            <p:cNvSpPr/>
            <p:nvPr/>
          </p:nvSpPr>
          <p:spPr>
            <a:xfrm>
              <a:off x="645560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8" name="rc8688"/>
            <p:cNvSpPr/>
            <p:nvPr/>
          </p:nvSpPr>
          <p:spPr>
            <a:xfrm>
              <a:off x="647394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9" name="rc8689"/>
            <p:cNvSpPr/>
            <p:nvPr/>
          </p:nvSpPr>
          <p:spPr>
            <a:xfrm>
              <a:off x="649227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0" name="rc8690"/>
            <p:cNvSpPr/>
            <p:nvPr/>
          </p:nvSpPr>
          <p:spPr>
            <a:xfrm>
              <a:off x="651061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1" name="rc8691"/>
            <p:cNvSpPr/>
            <p:nvPr/>
          </p:nvSpPr>
          <p:spPr>
            <a:xfrm>
              <a:off x="652895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2" name="rc8692"/>
            <p:cNvSpPr/>
            <p:nvPr/>
          </p:nvSpPr>
          <p:spPr>
            <a:xfrm>
              <a:off x="654729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3" name="rc8693"/>
            <p:cNvSpPr/>
            <p:nvPr/>
          </p:nvSpPr>
          <p:spPr>
            <a:xfrm>
              <a:off x="656562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4" name="rc8694"/>
            <p:cNvSpPr/>
            <p:nvPr/>
          </p:nvSpPr>
          <p:spPr>
            <a:xfrm>
              <a:off x="658396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5" name="rc8695"/>
            <p:cNvSpPr/>
            <p:nvPr/>
          </p:nvSpPr>
          <p:spPr>
            <a:xfrm>
              <a:off x="660230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6" name="rc8696"/>
            <p:cNvSpPr/>
            <p:nvPr/>
          </p:nvSpPr>
          <p:spPr>
            <a:xfrm>
              <a:off x="662063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7" name="rc8697"/>
            <p:cNvSpPr/>
            <p:nvPr/>
          </p:nvSpPr>
          <p:spPr>
            <a:xfrm>
              <a:off x="663897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8" name="rc8698"/>
            <p:cNvSpPr/>
            <p:nvPr/>
          </p:nvSpPr>
          <p:spPr>
            <a:xfrm>
              <a:off x="665731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9" name="rc8699"/>
            <p:cNvSpPr/>
            <p:nvPr/>
          </p:nvSpPr>
          <p:spPr>
            <a:xfrm>
              <a:off x="667565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0" name="rc8700"/>
            <p:cNvSpPr/>
            <p:nvPr/>
          </p:nvSpPr>
          <p:spPr>
            <a:xfrm>
              <a:off x="669398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1" name="rc8701"/>
            <p:cNvSpPr/>
            <p:nvPr/>
          </p:nvSpPr>
          <p:spPr>
            <a:xfrm>
              <a:off x="671232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2" name="rc8702"/>
            <p:cNvSpPr/>
            <p:nvPr/>
          </p:nvSpPr>
          <p:spPr>
            <a:xfrm>
              <a:off x="673066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3" name="rc8703"/>
            <p:cNvSpPr/>
            <p:nvPr/>
          </p:nvSpPr>
          <p:spPr>
            <a:xfrm>
              <a:off x="674900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4" name="rc8704"/>
            <p:cNvSpPr/>
            <p:nvPr/>
          </p:nvSpPr>
          <p:spPr>
            <a:xfrm>
              <a:off x="676733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5" name="rc8705"/>
            <p:cNvSpPr/>
            <p:nvPr/>
          </p:nvSpPr>
          <p:spPr>
            <a:xfrm>
              <a:off x="678567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6" name="rc8706"/>
            <p:cNvSpPr/>
            <p:nvPr/>
          </p:nvSpPr>
          <p:spPr>
            <a:xfrm>
              <a:off x="680401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7" name="rc8707"/>
            <p:cNvSpPr/>
            <p:nvPr/>
          </p:nvSpPr>
          <p:spPr>
            <a:xfrm>
              <a:off x="682234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8" name="rc8708"/>
            <p:cNvSpPr/>
            <p:nvPr/>
          </p:nvSpPr>
          <p:spPr>
            <a:xfrm>
              <a:off x="684068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9" name="rc8709"/>
            <p:cNvSpPr/>
            <p:nvPr/>
          </p:nvSpPr>
          <p:spPr>
            <a:xfrm>
              <a:off x="685902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0" name="rc8710"/>
            <p:cNvSpPr/>
            <p:nvPr/>
          </p:nvSpPr>
          <p:spPr>
            <a:xfrm>
              <a:off x="687736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1" name="rc8711"/>
            <p:cNvSpPr/>
            <p:nvPr/>
          </p:nvSpPr>
          <p:spPr>
            <a:xfrm>
              <a:off x="689569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2" name="rc8712"/>
            <p:cNvSpPr/>
            <p:nvPr/>
          </p:nvSpPr>
          <p:spPr>
            <a:xfrm>
              <a:off x="691403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3" name="rc8713"/>
            <p:cNvSpPr/>
            <p:nvPr/>
          </p:nvSpPr>
          <p:spPr>
            <a:xfrm>
              <a:off x="693237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4" name="rc8714"/>
            <p:cNvSpPr/>
            <p:nvPr/>
          </p:nvSpPr>
          <p:spPr>
            <a:xfrm>
              <a:off x="695070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5" name="rc8715"/>
            <p:cNvSpPr/>
            <p:nvPr/>
          </p:nvSpPr>
          <p:spPr>
            <a:xfrm>
              <a:off x="696904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6" name="rc8716"/>
            <p:cNvSpPr/>
            <p:nvPr/>
          </p:nvSpPr>
          <p:spPr>
            <a:xfrm>
              <a:off x="698738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7" name="rc8717"/>
            <p:cNvSpPr/>
            <p:nvPr/>
          </p:nvSpPr>
          <p:spPr>
            <a:xfrm>
              <a:off x="700572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8" name="rc8718"/>
            <p:cNvSpPr/>
            <p:nvPr/>
          </p:nvSpPr>
          <p:spPr>
            <a:xfrm>
              <a:off x="702405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9" name="rc8719"/>
            <p:cNvSpPr/>
            <p:nvPr/>
          </p:nvSpPr>
          <p:spPr>
            <a:xfrm>
              <a:off x="704239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0" name="rc8720"/>
            <p:cNvSpPr/>
            <p:nvPr/>
          </p:nvSpPr>
          <p:spPr>
            <a:xfrm>
              <a:off x="706073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1" name="rc8721"/>
            <p:cNvSpPr/>
            <p:nvPr/>
          </p:nvSpPr>
          <p:spPr>
            <a:xfrm>
              <a:off x="707906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2" name="rc8722"/>
            <p:cNvSpPr/>
            <p:nvPr/>
          </p:nvSpPr>
          <p:spPr>
            <a:xfrm>
              <a:off x="709740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3" name="rc8723"/>
            <p:cNvSpPr/>
            <p:nvPr/>
          </p:nvSpPr>
          <p:spPr>
            <a:xfrm>
              <a:off x="711574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4" name="rc8724"/>
            <p:cNvSpPr/>
            <p:nvPr/>
          </p:nvSpPr>
          <p:spPr>
            <a:xfrm>
              <a:off x="713408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5" name="rc8725"/>
            <p:cNvSpPr/>
            <p:nvPr/>
          </p:nvSpPr>
          <p:spPr>
            <a:xfrm>
              <a:off x="715241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6" name="rc8726"/>
            <p:cNvSpPr/>
            <p:nvPr/>
          </p:nvSpPr>
          <p:spPr>
            <a:xfrm>
              <a:off x="717075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7" name="rc8727"/>
            <p:cNvSpPr/>
            <p:nvPr/>
          </p:nvSpPr>
          <p:spPr>
            <a:xfrm>
              <a:off x="718909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8" name="rc8728"/>
            <p:cNvSpPr/>
            <p:nvPr/>
          </p:nvSpPr>
          <p:spPr>
            <a:xfrm>
              <a:off x="720742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9" name="rc8729"/>
            <p:cNvSpPr/>
            <p:nvPr/>
          </p:nvSpPr>
          <p:spPr>
            <a:xfrm>
              <a:off x="722576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0" name="rc8730"/>
            <p:cNvSpPr/>
            <p:nvPr/>
          </p:nvSpPr>
          <p:spPr>
            <a:xfrm>
              <a:off x="724410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1" name="rc8731"/>
            <p:cNvSpPr/>
            <p:nvPr/>
          </p:nvSpPr>
          <p:spPr>
            <a:xfrm>
              <a:off x="726244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2" name="rc8732"/>
            <p:cNvSpPr/>
            <p:nvPr/>
          </p:nvSpPr>
          <p:spPr>
            <a:xfrm>
              <a:off x="728077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3" name="rc8733"/>
            <p:cNvSpPr/>
            <p:nvPr/>
          </p:nvSpPr>
          <p:spPr>
            <a:xfrm>
              <a:off x="729911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4" name="rc8734"/>
            <p:cNvSpPr/>
            <p:nvPr/>
          </p:nvSpPr>
          <p:spPr>
            <a:xfrm>
              <a:off x="731745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5" name="rc8735"/>
            <p:cNvSpPr/>
            <p:nvPr/>
          </p:nvSpPr>
          <p:spPr>
            <a:xfrm>
              <a:off x="733579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6" name="rc8736"/>
            <p:cNvSpPr/>
            <p:nvPr/>
          </p:nvSpPr>
          <p:spPr>
            <a:xfrm>
              <a:off x="735412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7" name="rc8737"/>
            <p:cNvSpPr/>
            <p:nvPr/>
          </p:nvSpPr>
          <p:spPr>
            <a:xfrm>
              <a:off x="737246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8" name="rc8738"/>
            <p:cNvSpPr/>
            <p:nvPr/>
          </p:nvSpPr>
          <p:spPr>
            <a:xfrm>
              <a:off x="739080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9" name="rc8739"/>
            <p:cNvSpPr/>
            <p:nvPr/>
          </p:nvSpPr>
          <p:spPr>
            <a:xfrm>
              <a:off x="740913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0" name="rc8740"/>
            <p:cNvSpPr/>
            <p:nvPr/>
          </p:nvSpPr>
          <p:spPr>
            <a:xfrm>
              <a:off x="742747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1" name="rc8741"/>
            <p:cNvSpPr/>
            <p:nvPr/>
          </p:nvSpPr>
          <p:spPr>
            <a:xfrm>
              <a:off x="744581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2" name="rc8742"/>
            <p:cNvSpPr/>
            <p:nvPr/>
          </p:nvSpPr>
          <p:spPr>
            <a:xfrm>
              <a:off x="746415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3" name="rc8743"/>
            <p:cNvSpPr/>
            <p:nvPr/>
          </p:nvSpPr>
          <p:spPr>
            <a:xfrm>
              <a:off x="748248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4" name="rc8744"/>
            <p:cNvSpPr/>
            <p:nvPr/>
          </p:nvSpPr>
          <p:spPr>
            <a:xfrm>
              <a:off x="750082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5" name="rc8745"/>
            <p:cNvSpPr/>
            <p:nvPr/>
          </p:nvSpPr>
          <p:spPr>
            <a:xfrm>
              <a:off x="751916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6" name="rc8746"/>
            <p:cNvSpPr/>
            <p:nvPr/>
          </p:nvSpPr>
          <p:spPr>
            <a:xfrm>
              <a:off x="753749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7" name="rc8747"/>
            <p:cNvSpPr/>
            <p:nvPr/>
          </p:nvSpPr>
          <p:spPr>
            <a:xfrm>
              <a:off x="755583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8" name="rc8748"/>
            <p:cNvSpPr/>
            <p:nvPr/>
          </p:nvSpPr>
          <p:spPr>
            <a:xfrm>
              <a:off x="757417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9" name="rc8749"/>
            <p:cNvSpPr/>
            <p:nvPr/>
          </p:nvSpPr>
          <p:spPr>
            <a:xfrm>
              <a:off x="759251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0" name="rc8750"/>
            <p:cNvSpPr/>
            <p:nvPr/>
          </p:nvSpPr>
          <p:spPr>
            <a:xfrm>
              <a:off x="761084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1" name="rc8751"/>
            <p:cNvSpPr/>
            <p:nvPr/>
          </p:nvSpPr>
          <p:spPr>
            <a:xfrm>
              <a:off x="762918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2" name="rc8752"/>
            <p:cNvSpPr/>
            <p:nvPr/>
          </p:nvSpPr>
          <p:spPr>
            <a:xfrm>
              <a:off x="764752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3" name="rc8753"/>
            <p:cNvSpPr/>
            <p:nvPr/>
          </p:nvSpPr>
          <p:spPr>
            <a:xfrm>
              <a:off x="766585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4" name="rc8754"/>
            <p:cNvSpPr/>
            <p:nvPr/>
          </p:nvSpPr>
          <p:spPr>
            <a:xfrm>
              <a:off x="768419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5" name="rc8755"/>
            <p:cNvSpPr/>
            <p:nvPr/>
          </p:nvSpPr>
          <p:spPr>
            <a:xfrm>
              <a:off x="770253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6" name="rc8756"/>
            <p:cNvSpPr/>
            <p:nvPr/>
          </p:nvSpPr>
          <p:spPr>
            <a:xfrm>
              <a:off x="772087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7" name="rc8757"/>
            <p:cNvSpPr/>
            <p:nvPr/>
          </p:nvSpPr>
          <p:spPr>
            <a:xfrm>
              <a:off x="773920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8" name="rc8758"/>
            <p:cNvSpPr/>
            <p:nvPr/>
          </p:nvSpPr>
          <p:spPr>
            <a:xfrm>
              <a:off x="775754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9" name="rc8759"/>
            <p:cNvSpPr/>
            <p:nvPr/>
          </p:nvSpPr>
          <p:spPr>
            <a:xfrm>
              <a:off x="777588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0" name="rc8760"/>
            <p:cNvSpPr/>
            <p:nvPr/>
          </p:nvSpPr>
          <p:spPr>
            <a:xfrm>
              <a:off x="779422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1" name="rc8761"/>
            <p:cNvSpPr/>
            <p:nvPr/>
          </p:nvSpPr>
          <p:spPr>
            <a:xfrm>
              <a:off x="781255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2" name="rc8762"/>
            <p:cNvSpPr/>
            <p:nvPr/>
          </p:nvSpPr>
          <p:spPr>
            <a:xfrm>
              <a:off x="783089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3" name="rc8763"/>
            <p:cNvSpPr/>
            <p:nvPr/>
          </p:nvSpPr>
          <p:spPr>
            <a:xfrm>
              <a:off x="784923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4" name="rc8764"/>
            <p:cNvSpPr/>
            <p:nvPr/>
          </p:nvSpPr>
          <p:spPr>
            <a:xfrm>
              <a:off x="786756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5" name="rc8765"/>
            <p:cNvSpPr/>
            <p:nvPr/>
          </p:nvSpPr>
          <p:spPr>
            <a:xfrm>
              <a:off x="788590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6" name="rc8766"/>
            <p:cNvSpPr/>
            <p:nvPr/>
          </p:nvSpPr>
          <p:spPr>
            <a:xfrm>
              <a:off x="790424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7" name="rc8767"/>
            <p:cNvSpPr/>
            <p:nvPr/>
          </p:nvSpPr>
          <p:spPr>
            <a:xfrm>
              <a:off x="792258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8" name="rc8768"/>
            <p:cNvSpPr/>
            <p:nvPr/>
          </p:nvSpPr>
          <p:spPr>
            <a:xfrm>
              <a:off x="794091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9" name="rc8769"/>
            <p:cNvSpPr/>
            <p:nvPr/>
          </p:nvSpPr>
          <p:spPr>
            <a:xfrm>
              <a:off x="795925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0" name="rc8770"/>
            <p:cNvSpPr/>
            <p:nvPr/>
          </p:nvSpPr>
          <p:spPr>
            <a:xfrm>
              <a:off x="797759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1" name="rc8771"/>
            <p:cNvSpPr/>
            <p:nvPr/>
          </p:nvSpPr>
          <p:spPr>
            <a:xfrm>
              <a:off x="799592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2" name="rc8772"/>
            <p:cNvSpPr/>
            <p:nvPr/>
          </p:nvSpPr>
          <p:spPr>
            <a:xfrm>
              <a:off x="801426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3" name="rc8773"/>
            <p:cNvSpPr/>
            <p:nvPr/>
          </p:nvSpPr>
          <p:spPr>
            <a:xfrm>
              <a:off x="803260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4" name="rc8774"/>
            <p:cNvSpPr/>
            <p:nvPr/>
          </p:nvSpPr>
          <p:spPr>
            <a:xfrm>
              <a:off x="805094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5" name="rc8775"/>
            <p:cNvSpPr/>
            <p:nvPr/>
          </p:nvSpPr>
          <p:spPr>
            <a:xfrm>
              <a:off x="806927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6" name="rc8776"/>
            <p:cNvSpPr/>
            <p:nvPr/>
          </p:nvSpPr>
          <p:spPr>
            <a:xfrm>
              <a:off x="808761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7" name="rc8777"/>
            <p:cNvSpPr/>
            <p:nvPr/>
          </p:nvSpPr>
          <p:spPr>
            <a:xfrm>
              <a:off x="810595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8" name="rc8778"/>
            <p:cNvSpPr/>
            <p:nvPr/>
          </p:nvSpPr>
          <p:spPr>
            <a:xfrm>
              <a:off x="812428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9" name="rc8779"/>
            <p:cNvSpPr/>
            <p:nvPr/>
          </p:nvSpPr>
          <p:spPr>
            <a:xfrm>
              <a:off x="814262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0" name="rc8780"/>
            <p:cNvSpPr/>
            <p:nvPr/>
          </p:nvSpPr>
          <p:spPr>
            <a:xfrm>
              <a:off x="816096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1" name="rc8781"/>
            <p:cNvSpPr/>
            <p:nvPr/>
          </p:nvSpPr>
          <p:spPr>
            <a:xfrm>
              <a:off x="817930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2" name="rc8782"/>
            <p:cNvSpPr/>
            <p:nvPr/>
          </p:nvSpPr>
          <p:spPr>
            <a:xfrm>
              <a:off x="819763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3" name="rc8783"/>
            <p:cNvSpPr/>
            <p:nvPr/>
          </p:nvSpPr>
          <p:spPr>
            <a:xfrm>
              <a:off x="821597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4" name="rc8784"/>
            <p:cNvSpPr/>
            <p:nvPr/>
          </p:nvSpPr>
          <p:spPr>
            <a:xfrm>
              <a:off x="823431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5" name="rc8785"/>
            <p:cNvSpPr/>
            <p:nvPr/>
          </p:nvSpPr>
          <p:spPr>
            <a:xfrm>
              <a:off x="825264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6" name="rc8786"/>
            <p:cNvSpPr/>
            <p:nvPr/>
          </p:nvSpPr>
          <p:spPr>
            <a:xfrm>
              <a:off x="827098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7" name="rc8787"/>
            <p:cNvSpPr/>
            <p:nvPr/>
          </p:nvSpPr>
          <p:spPr>
            <a:xfrm>
              <a:off x="828932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8" name="rc8788"/>
            <p:cNvSpPr/>
            <p:nvPr/>
          </p:nvSpPr>
          <p:spPr>
            <a:xfrm>
              <a:off x="830766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9" name="rc8789"/>
            <p:cNvSpPr/>
            <p:nvPr/>
          </p:nvSpPr>
          <p:spPr>
            <a:xfrm>
              <a:off x="832599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0" name="rc8790"/>
            <p:cNvSpPr/>
            <p:nvPr/>
          </p:nvSpPr>
          <p:spPr>
            <a:xfrm>
              <a:off x="834433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1" name="rc8791"/>
            <p:cNvSpPr/>
            <p:nvPr/>
          </p:nvSpPr>
          <p:spPr>
            <a:xfrm>
              <a:off x="836267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2" name="rc8792"/>
            <p:cNvSpPr/>
            <p:nvPr/>
          </p:nvSpPr>
          <p:spPr>
            <a:xfrm>
              <a:off x="838101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3" name="rc8793"/>
            <p:cNvSpPr/>
            <p:nvPr/>
          </p:nvSpPr>
          <p:spPr>
            <a:xfrm>
              <a:off x="839934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4" name="rc8794"/>
            <p:cNvSpPr/>
            <p:nvPr/>
          </p:nvSpPr>
          <p:spPr>
            <a:xfrm>
              <a:off x="841768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5" name="rc8795"/>
            <p:cNvSpPr/>
            <p:nvPr/>
          </p:nvSpPr>
          <p:spPr>
            <a:xfrm>
              <a:off x="843602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6" name="rc8796"/>
            <p:cNvSpPr/>
            <p:nvPr/>
          </p:nvSpPr>
          <p:spPr>
            <a:xfrm>
              <a:off x="845435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7" name="rc8797"/>
            <p:cNvSpPr/>
            <p:nvPr/>
          </p:nvSpPr>
          <p:spPr>
            <a:xfrm>
              <a:off x="847269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8" name="rc8798"/>
            <p:cNvSpPr/>
            <p:nvPr/>
          </p:nvSpPr>
          <p:spPr>
            <a:xfrm>
              <a:off x="849103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9" name="rc8799"/>
            <p:cNvSpPr/>
            <p:nvPr/>
          </p:nvSpPr>
          <p:spPr>
            <a:xfrm>
              <a:off x="850937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0" name="rc8800"/>
            <p:cNvSpPr/>
            <p:nvPr/>
          </p:nvSpPr>
          <p:spPr>
            <a:xfrm>
              <a:off x="852770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1" name="rc8801"/>
            <p:cNvSpPr/>
            <p:nvPr/>
          </p:nvSpPr>
          <p:spPr>
            <a:xfrm>
              <a:off x="854604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2" name="rc8802"/>
            <p:cNvSpPr/>
            <p:nvPr/>
          </p:nvSpPr>
          <p:spPr>
            <a:xfrm>
              <a:off x="856438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3" name="rc8803"/>
            <p:cNvSpPr/>
            <p:nvPr/>
          </p:nvSpPr>
          <p:spPr>
            <a:xfrm>
              <a:off x="858271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4" name="rc8804"/>
            <p:cNvSpPr/>
            <p:nvPr/>
          </p:nvSpPr>
          <p:spPr>
            <a:xfrm>
              <a:off x="860105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5" name="rc8805"/>
            <p:cNvSpPr/>
            <p:nvPr/>
          </p:nvSpPr>
          <p:spPr>
            <a:xfrm>
              <a:off x="861939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6" name="rc8806"/>
            <p:cNvSpPr/>
            <p:nvPr/>
          </p:nvSpPr>
          <p:spPr>
            <a:xfrm>
              <a:off x="863773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7" name="rc8807"/>
            <p:cNvSpPr/>
            <p:nvPr/>
          </p:nvSpPr>
          <p:spPr>
            <a:xfrm>
              <a:off x="865606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8" name="rc8808"/>
            <p:cNvSpPr/>
            <p:nvPr/>
          </p:nvSpPr>
          <p:spPr>
            <a:xfrm>
              <a:off x="867440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9" name="rc8809"/>
            <p:cNvSpPr/>
            <p:nvPr/>
          </p:nvSpPr>
          <p:spPr>
            <a:xfrm>
              <a:off x="869274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0" name="rc8810"/>
            <p:cNvSpPr/>
            <p:nvPr/>
          </p:nvSpPr>
          <p:spPr>
            <a:xfrm>
              <a:off x="871107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1" name="rc8811"/>
            <p:cNvSpPr/>
            <p:nvPr/>
          </p:nvSpPr>
          <p:spPr>
            <a:xfrm>
              <a:off x="872941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2" name="rc8812"/>
            <p:cNvSpPr/>
            <p:nvPr/>
          </p:nvSpPr>
          <p:spPr>
            <a:xfrm>
              <a:off x="874775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3" name="rc8813"/>
            <p:cNvSpPr/>
            <p:nvPr/>
          </p:nvSpPr>
          <p:spPr>
            <a:xfrm>
              <a:off x="876609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4" name="rc8814"/>
            <p:cNvSpPr/>
            <p:nvPr/>
          </p:nvSpPr>
          <p:spPr>
            <a:xfrm>
              <a:off x="878442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5" name="rc8815"/>
            <p:cNvSpPr/>
            <p:nvPr/>
          </p:nvSpPr>
          <p:spPr>
            <a:xfrm>
              <a:off x="880276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6" name="rc8816"/>
            <p:cNvSpPr/>
            <p:nvPr/>
          </p:nvSpPr>
          <p:spPr>
            <a:xfrm>
              <a:off x="882110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7" name="rc8817"/>
            <p:cNvSpPr/>
            <p:nvPr/>
          </p:nvSpPr>
          <p:spPr>
            <a:xfrm>
              <a:off x="883943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8" name="rc8818"/>
            <p:cNvSpPr/>
            <p:nvPr/>
          </p:nvSpPr>
          <p:spPr>
            <a:xfrm>
              <a:off x="885777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9" name="rc8819"/>
            <p:cNvSpPr/>
            <p:nvPr/>
          </p:nvSpPr>
          <p:spPr>
            <a:xfrm>
              <a:off x="887611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0" name="rc8820"/>
            <p:cNvSpPr/>
            <p:nvPr/>
          </p:nvSpPr>
          <p:spPr>
            <a:xfrm>
              <a:off x="889445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1" name="rc8821"/>
            <p:cNvSpPr/>
            <p:nvPr/>
          </p:nvSpPr>
          <p:spPr>
            <a:xfrm>
              <a:off x="891278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2" name="rc8822"/>
            <p:cNvSpPr/>
            <p:nvPr/>
          </p:nvSpPr>
          <p:spPr>
            <a:xfrm>
              <a:off x="893112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3" name="rc8823"/>
            <p:cNvSpPr/>
            <p:nvPr/>
          </p:nvSpPr>
          <p:spPr>
            <a:xfrm>
              <a:off x="894946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4" name="rc8824"/>
            <p:cNvSpPr/>
            <p:nvPr/>
          </p:nvSpPr>
          <p:spPr>
            <a:xfrm>
              <a:off x="896780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5" name="rc8825"/>
            <p:cNvSpPr/>
            <p:nvPr/>
          </p:nvSpPr>
          <p:spPr>
            <a:xfrm>
              <a:off x="8986137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6" name="rc8826"/>
            <p:cNvSpPr/>
            <p:nvPr/>
          </p:nvSpPr>
          <p:spPr>
            <a:xfrm>
              <a:off x="900447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7" name="rc8827"/>
            <p:cNvSpPr/>
            <p:nvPr/>
          </p:nvSpPr>
          <p:spPr>
            <a:xfrm>
              <a:off x="902281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8" name="rc8828"/>
            <p:cNvSpPr/>
            <p:nvPr/>
          </p:nvSpPr>
          <p:spPr>
            <a:xfrm>
              <a:off x="904114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9" name="rc8829"/>
            <p:cNvSpPr/>
            <p:nvPr/>
          </p:nvSpPr>
          <p:spPr>
            <a:xfrm>
              <a:off x="905948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0" name="rc8830"/>
            <p:cNvSpPr/>
            <p:nvPr/>
          </p:nvSpPr>
          <p:spPr>
            <a:xfrm>
              <a:off x="907782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1" name="rc8831"/>
            <p:cNvSpPr/>
            <p:nvPr/>
          </p:nvSpPr>
          <p:spPr>
            <a:xfrm>
              <a:off x="909616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2" name="rc8832"/>
            <p:cNvSpPr/>
            <p:nvPr/>
          </p:nvSpPr>
          <p:spPr>
            <a:xfrm>
              <a:off x="911449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3" name="rc8833"/>
            <p:cNvSpPr/>
            <p:nvPr/>
          </p:nvSpPr>
          <p:spPr>
            <a:xfrm>
              <a:off x="9132835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4" name="rc8834"/>
            <p:cNvSpPr/>
            <p:nvPr/>
          </p:nvSpPr>
          <p:spPr>
            <a:xfrm>
              <a:off x="9151172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5" name="rc8835"/>
            <p:cNvSpPr/>
            <p:nvPr/>
          </p:nvSpPr>
          <p:spPr>
            <a:xfrm>
              <a:off x="9169509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6" name="rc8836"/>
            <p:cNvSpPr/>
            <p:nvPr/>
          </p:nvSpPr>
          <p:spPr>
            <a:xfrm>
              <a:off x="918784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7" name="rc8837"/>
            <p:cNvSpPr/>
            <p:nvPr/>
          </p:nvSpPr>
          <p:spPr>
            <a:xfrm>
              <a:off x="920618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8" name="rc8838"/>
            <p:cNvSpPr/>
            <p:nvPr/>
          </p:nvSpPr>
          <p:spPr>
            <a:xfrm>
              <a:off x="922452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9" name="rc8839"/>
            <p:cNvSpPr/>
            <p:nvPr/>
          </p:nvSpPr>
          <p:spPr>
            <a:xfrm>
              <a:off x="9242858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0" name="rc8840"/>
            <p:cNvSpPr/>
            <p:nvPr/>
          </p:nvSpPr>
          <p:spPr>
            <a:xfrm>
              <a:off x="926119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1" name="rc8841"/>
            <p:cNvSpPr/>
            <p:nvPr/>
          </p:nvSpPr>
          <p:spPr>
            <a:xfrm>
              <a:off x="927953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2" name="rc8842"/>
            <p:cNvSpPr/>
            <p:nvPr/>
          </p:nvSpPr>
          <p:spPr>
            <a:xfrm>
              <a:off x="929786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3" name="rc8843"/>
            <p:cNvSpPr/>
            <p:nvPr/>
          </p:nvSpPr>
          <p:spPr>
            <a:xfrm>
              <a:off x="931620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4" name="rc8844"/>
            <p:cNvSpPr/>
            <p:nvPr/>
          </p:nvSpPr>
          <p:spPr>
            <a:xfrm>
              <a:off x="9334544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5" name="rc8845"/>
            <p:cNvSpPr/>
            <p:nvPr/>
          </p:nvSpPr>
          <p:spPr>
            <a:xfrm>
              <a:off x="935288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6" name="rc8846"/>
            <p:cNvSpPr/>
            <p:nvPr/>
          </p:nvSpPr>
          <p:spPr>
            <a:xfrm>
              <a:off x="937121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7" name="rc8847"/>
            <p:cNvSpPr/>
            <p:nvPr/>
          </p:nvSpPr>
          <p:spPr>
            <a:xfrm>
              <a:off x="938955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8" name="rc8848"/>
            <p:cNvSpPr/>
            <p:nvPr/>
          </p:nvSpPr>
          <p:spPr>
            <a:xfrm>
              <a:off x="940789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9" name="rc8849"/>
            <p:cNvSpPr/>
            <p:nvPr/>
          </p:nvSpPr>
          <p:spPr>
            <a:xfrm>
              <a:off x="9426230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0" name="rc8850"/>
            <p:cNvSpPr/>
            <p:nvPr/>
          </p:nvSpPr>
          <p:spPr>
            <a:xfrm>
              <a:off x="944456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1" name="rc8851"/>
            <p:cNvSpPr/>
            <p:nvPr/>
          </p:nvSpPr>
          <p:spPr>
            <a:xfrm>
              <a:off x="946290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2" name="rc8852"/>
            <p:cNvSpPr/>
            <p:nvPr/>
          </p:nvSpPr>
          <p:spPr>
            <a:xfrm>
              <a:off x="9481241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3" name="rc8853"/>
            <p:cNvSpPr/>
            <p:nvPr/>
          </p:nvSpPr>
          <p:spPr>
            <a:xfrm>
              <a:off x="949957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4" name="rc8854"/>
            <p:cNvSpPr/>
            <p:nvPr/>
          </p:nvSpPr>
          <p:spPr>
            <a:xfrm>
              <a:off x="951791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5" name="rc8855"/>
            <p:cNvSpPr/>
            <p:nvPr/>
          </p:nvSpPr>
          <p:spPr>
            <a:xfrm>
              <a:off x="953625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6" name="rc8856"/>
            <p:cNvSpPr/>
            <p:nvPr/>
          </p:nvSpPr>
          <p:spPr>
            <a:xfrm>
              <a:off x="955459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7" name="rc8857"/>
            <p:cNvSpPr/>
            <p:nvPr/>
          </p:nvSpPr>
          <p:spPr>
            <a:xfrm>
              <a:off x="957292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8" name="rc8858"/>
            <p:cNvSpPr/>
            <p:nvPr/>
          </p:nvSpPr>
          <p:spPr>
            <a:xfrm>
              <a:off x="959126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9" name="rc8859"/>
            <p:cNvSpPr/>
            <p:nvPr/>
          </p:nvSpPr>
          <p:spPr>
            <a:xfrm>
              <a:off x="960960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0" name="rc8860"/>
            <p:cNvSpPr/>
            <p:nvPr/>
          </p:nvSpPr>
          <p:spPr>
            <a:xfrm>
              <a:off x="962793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1" name="rc8861"/>
            <p:cNvSpPr/>
            <p:nvPr/>
          </p:nvSpPr>
          <p:spPr>
            <a:xfrm>
              <a:off x="9646276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2" name="rc8862"/>
            <p:cNvSpPr/>
            <p:nvPr/>
          </p:nvSpPr>
          <p:spPr>
            <a:xfrm>
              <a:off x="9664613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3" name="rc8863"/>
            <p:cNvSpPr/>
            <p:nvPr/>
          </p:nvSpPr>
          <p:spPr>
            <a:xfrm>
              <a:off x="9682950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4" name="rc8864"/>
            <p:cNvSpPr/>
            <p:nvPr/>
          </p:nvSpPr>
          <p:spPr>
            <a:xfrm>
              <a:off x="970128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5" name="rc8865"/>
            <p:cNvSpPr/>
            <p:nvPr/>
          </p:nvSpPr>
          <p:spPr>
            <a:xfrm>
              <a:off x="971962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6" name="rc8866"/>
            <p:cNvSpPr/>
            <p:nvPr/>
          </p:nvSpPr>
          <p:spPr>
            <a:xfrm>
              <a:off x="973796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7" name="rc8867"/>
            <p:cNvSpPr/>
            <p:nvPr/>
          </p:nvSpPr>
          <p:spPr>
            <a:xfrm>
              <a:off x="975629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8" name="rc8868"/>
            <p:cNvSpPr/>
            <p:nvPr/>
          </p:nvSpPr>
          <p:spPr>
            <a:xfrm>
              <a:off x="9774636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9" name="rc8869"/>
            <p:cNvSpPr/>
            <p:nvPr/>
          </p:nvSpPr>
          <p:spPr>
            <a:xfrm>
              <a:off x="9792973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0" name="rc8870"/>
            <p:cNvSpPr/>
            <p:nvPr/>
          </p:nvSpPr>
          <p:spPr>
            <a:xfrm>
              <a:off x="981131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1" name="rc8871"/>
            <p:cNvSpPr/>
            <p:nvPr/>
          </p:nvSpPr>
          <p:spPr>
            <a:xfrm>
              <a:off x="982964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2" name="rc8872"/>
            <p:cNvSpPr/>
            <p:nvPr/>
          </p:nvSpPr>
          <p:spPr>
            <a:xfrm>
              <a:off x="9847985" y="3621881"/>
              <a:ext cx="18337" cy="101600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3" name="rc8873"/>
            <p:cNvSpPr/>
            <p:nvPr/>
          </p:nvSpPr>
          <p:spPr>
            <a:xfrm>
              <a:off x="9866322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4" name="rc8874"/>
            <p:cNvSpPr/>
            <p:nvPr/>
          </p:nvSpPr>
          <p:spPr>
            <a:xfrm>
              <a:off x="9884659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5" name="rc8875"/>
            <p:cNvSpPr/>
            <p:nvPr/>
          </p:nvSpPr>
          <p:spPr>
            <a:xfrm>
              <a:off x="9902997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6" name="rc8876"/>
            <p:cNvSpPr/>
            <p:nvPr/>
          </p:nvSpPr>
          <p:spPr>
            <a:xfrm>
              <a:off x="9921334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7" name="rc8877"/>
            <p:cNvSpPr/>
            <p:nvPr/>
          </p:nvSpPr>
          <p:spPr>
            <a:xfrm>
              <a:off x="9939671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8" name="rc8878"/>
            <p:cNvSpPr/>
            <p:nvPr/>
          </p:nvSpPr>
          <p:spPr>
            <a:xfrm>
              <a:off x="9958008" y="3621881"/>
              <a:ext cx="18337" cy="1016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9" name="tx8879"/>
            <p:cNvSpPr/>
            <p:nvPr/>
          </p:nvSpPr>
          <p:spPr>
            <a:xfrm>
              <a:off x="10014445" y="3762648"/>
              <a:ext cx="8150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8880" name="tx8880"/>
            <p:cNvSpPr/>
            <p:nvPr/>
          </p:nvSpPr>
          <p:spPr>
            <a:xfrm>
              <a:off x="10014445" y="3635648"/>
              <a:ext cx="7875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material_type</a:t>
              </a:r>
            </a:p>
          </p:txBody>
        </p:sp>
        <p:sp>
          <p:nvSpPr>
            <p:cNvPr id="8881" name="tx8881"/>
            <p:cNvSpPr/>
            <p:nvPr/>
          </p:nvSpPr>
          <p:spPr>
            <a:xfrm>
              <a:off x="11574670" y="3609181"/>
              <a:ext cx="78757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material_type</a:t>
              </a:r>
            </a:p>
          </p:txBody>
        </p:sp>
        <p:sp>
          <p:nvSpPr>
            <p:cNvPr id="8882" name="rc8882"/>
            <p:cNvSpPr/>
            <p:nvPr/>
          </p:nvSpPr>
          <p:spPr>
            <a:xfrm>
              <a:off x="11574670" y="3720281"/>
              <a:ext cx="148132" cy="148132"/>
            </a:xfrm>
            <a:prstGeom prst="rect">
              <a:avLst/>
            </a:prstGeom>
            <a:solidFill>
              <a:srgbClr val="00DC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3" name="rc8883"/>
            <p:cNvSpPr/>
            <p:nvPr/>
          </p:nvSpPr>
          <p:spPr>
            <a:xfrm>
              <a:off x="11574670" y="3868413"/>
              <a:ext cx="148132" cy="148132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4" name="tx8884"/>
            <p:cNvSpPr/>
            <p:nvPr/>
          </p:nvSpPr>
          <p:spPr>
            <a:xfrm>
              <a:off x="11752429" y="3757314"/>
              <a:ext cx="49478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landraces</a:t>
              </a:r>
            </a:p>
          </p:txBody>
        </p:sp>
        <p:sp>
          <p:nvSpPr>
            <p:cNvPr id="8885" name="tx8885"/>
            <p:cNvSpPr/>
            <p:nvPr/>
          </p:nvSpPr>
          <p:spPr>
            <a:xfrm>
              <a:off x="11752429" y="3905447"/>
              <a:ext cx="5923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inbred lines</a:t>
              </a:r>
            </a:p>
          </p:txBody>
        </p:sp>
        <p:sp>
          <p:nvSpPr>
            <p:cNvPr id="8886" name="tx8886"/>
            <p:cNvSpPr/>
            <p:nvPr/>
          </p:nvSpPr>
          <p:spPr>
            <a:xfrm>
              <a:off x="11574670" y="4127646"/>
              <a:ext cx="8150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8887" name="rc8887"/>
            <p:cNvSpPr/>
            <p:nvPr/>
          </p:nvSpPr>
          <p:spPr>
            <a:xfrm>
              <a:off x="11574670" y="4238745"/>
              <a:ext cx="148132" cy="148132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8" name="rc8888"/>
            <p:cNvSpPr/>
            <p:nvPr/>
          </p:nvSpPr>
          <p:spPr>
            <a:xfrm>
              <a:off x="11574670" y="4386878"/>
              <a:ext cx="148132" cy="148132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9" name="rc8889"/>
            <p:cNvSpPr/>
            <p:nvPr/>
          </p:nvSpPr>
          <p:spPr>
            <a:xfrm>
              <a:off x="11574670" y="4535011"/>
              <a:ext cx="148132" cy="148132"/>
            </a:xfrm>
            <a:prstGeom prst="rect">
              <a:avLst/>
            </a:prstGeom>
            <a:solidFill>
              <a:srgbClr val="00A0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0" name="rc8890"/>
            <p:cNvSpPr/>
            <p:nvPr/>
          </p:nvSpPr>
          <p:spPr>
            <a:xfrm>
              <a:off x="11574670" y="4683144"/>
              <a:ext cx="148132" cy="148132"/>
            </a:xfrm>
            <a:prstGeom prst="rect">
              <a:avLst/>
            </a:prstGeom>
            <a:solidFill>
              <a:srgbClr val="3C54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1" name="rc8891"/>
            <p:cNvSpPr/>
            <p:nvPr/>
          </p:nvSpPr>
          <p:spPr>
            <a:xfrm>
              <a:off x="11574670" y="4831277"/>
              <a:ext cx="148132" cy="148132"/>
            </a:xfrm>
            <a:prstGeom prst="rect">
              <a:avLst/>
            </a:prstGeom>
            <a:solidFill>
              <a:srgbClr val="F39B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2" name="tx8892"/>
            <p:cNvSpPr/>
            <p:nvPr/>
          </p:nvSpPr>
          <p:spPr>
            <a:xfrm>
              <a:off x="11752429" y="4275779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8893" name="tx8893"/>
            <p:cNvSpPr/>
            <p:nvPr/>
          </p:nvSpPr>
          <p:spPr>
            <a:xfrm>
              <a:off x="11752429" y="4423911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8894" name="tx8894"/>
            <p:cNvSpPr/>
            <p:nvPr/>
          </p:nvSpPr>
          <p:spPr>
            <a:xfrm>
              <a:off x="11752429" y="4572044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8895" name="tx8895"/>
            <p:cNvSpPr/>
            <p:nvPr/>
          </p:nvSpPr>
          <p:spPr>
            <a:xfrm>
              <a:off x="11752429" y="4720177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8896" name="tx8896"/>
            <p:cNvSpPr/>
            <p:nvPr/>
          </p:nvSpPr>
          <p:spPr>
            <a:xfrm>
              <a:off x="11752429" y="4868310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8897" name="rc8897"/>
            <p:cNvSpPr/>
            <p:nvPr/>
          </p:nvSpPr>
          <p:spPr>
            <a:xfrm>
              <a:off x="11070140" y="5331682"/>
              <a:ext cx="127000" cy="17399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8" name="rc8898"/>
            <p:cNvSpPr/>
            <p:nvPr/>
          </p:nvSpPr>
          <p:spPr>
            <a:xfrm>
              <a:off x="11070140" y="5314283"/>
              <a:ext cx="127000" cy="17399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9" name="rc8899"/>
            <p:cNvSpPr/>
            <p:nvPr/>
          </p:nvSpPr>
          <p:spPr>
            <a:xfrm>
              <a:off x="11070140" y="5296884"/>
              <a:ext cx="127000" cy="17399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0" name="rc8900"/>
            <p:cNvSpPr/>
            <p:nvPr/>
          </p:nvSpPr>
          <p:spPr>
            <a:xfrm>
              <a:off x="11070140" y="5279485"/>
              <a:ext cx="127000" cy="1739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1" name="rc8901"/>
            <p:cNvSpPr/>
            <p:nvPr/>
          </p:nvSpPr>
          <p:spPr>
            <a:xfrm>
              <a:off x="11070140" y="5262086"/>
              <a:ext cx="127000" cy="17399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2" name="rc8902"/>
            <p:cNvSpPr/>
            <p:nvPr/>
          </p:nvSpPr>
          <p:spPr>
            <a:xfrm>
              <a:off x="11070140" y="5244687"/>
              <a:ext cx="127000" cy="17399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3" name="rc8903"/>
            <p:cNvSpPr/>
            <p:nvPr/>
          </p:nvSpPr>
          <p:spPr>
            <a:xfrm>
              <a:off x="11070140" y="5227288"/>
              <a:ext cx="127000" cy="17399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4" name="rc8904"/>
            <p:cNvSpPr/>
            <p:nvPr/>
          </p:nvSpPr>
          <p:spPr>
            <a:xfrm>
              <a:off x="11070140" y="5209889"/>
              <a:ext cx="127000" cy="17399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5" name="rc8905"/>
            <p:cNvSpPr/>
            <p:nvPr/>
          </p:nvSpPr>
          <p:spPr>
            <a:xfrm>
              <a:off x="11070140" y="5192490"/>
              <a:ext cx="127000" cy="17399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6" name="rc8906"/>
            <p:cNvSpPr/>
            <p:nvPr/>
          </p:nvSpPr>
          <p:spPr>
            <a:xfrm>
              <a:off x="11070140" y="5175091"/>
              <a:ext cx="127000" cy="1739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7" name="rc8907"/>
            <p:cNvSpPr/>
            <p:nvPr/>
          </p:nvSpPr>
          <p:spPr>
            <a:xfrm>
              <a:off x="11070140" y="5157692"/>
              <a:ext cx="127000" cy="17399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8" name="rc8908"/>
            <p:cNvSpPr/>
            <p:nvPr/>
          </p:nvSpPr>
          <p:spPr>
            <a:xfrm>
              <a:off x="11070140" y="5140293"/>
              <a:ext cx="127000" cy="17399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9" name="rc8909"/>
            <p:cNvSpPr/>
            <p:nvPr/>
          </p:nvSpPr>
          <p:spPr>
            <a:xfrm>
              <a:off x="11070140" y="5122894"/>
              <a:ext cx="127000" cy="1739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0" name="rc8910"/>
            <p:cNvSpPr/>
            <p:nvPr/>
          </p:nvSpPr>
          <p:spPr>
            <a:xfrm>
              <a:off x="11070140" y="5105495"/>
              <a:ext cx="127000" cy="17399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1" name="rc8911"/>
            <p:cNvSpPr/>
            <p:nvPr/>
          </p:nvSpPr>
          <p:spPr>
            <a:xfrm>
              <a:off x="11070140" y="5088096"/>
              <a:ext cx="127000" cy="17399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2" name="rc8912"/>
            <p:cNvSpPr/>
            <p:nvPr/>
          </p:nvSpPr>
          <p:spPr>
            <a:xfrm>
              <a:off x="11070140" y="5070697"/>
              <a:ext cx="127000" cy="1739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3" name="rc8913"/>
            <p:cNvSpPr/>
            <p:nvPr/>
          </p:nvSpPr>
          <p:spPr>
            <a:xfrm>
              <a:off x="11070140" y="5053298"/>
              <a:ext cx="127000" cy="17399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4" name="rc8914"/>
            <p:cNvSpPr/>
            <p:nvPr/>
          </p:nvSpPr>
          <p:spPr>
            <a:xfrm>
              <a:off x="11070140" y="5035899"/>
              <a:ext cx="127000" cy="17399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5" name="rc8915"/>
            <p:cNvSpPr/>
            <p:nvPr/>
          </p:nvSpPr>
          <p:spPr>
            <a:xfrm>
              <a:off x="11070140" y="5018500"/>
              <a:ext cx="127000" cy="1739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6" name="rc8916"/>
            <p:cNvSpPr/>
            <p:nvPr/>
          </p:nvSpPr>
          <p:spPr>
            <a:xfrm>
              <a:off x="11070140" y="5001101"/>
              <a:ext cx="127000" cy="17399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7" name="rc8917"/>
            <p:cNvSpPr/>
            <p:nvPr/>
          </p:nvSpPr>
          <p:spPr>
            <a:xfrm>
              <a:off x="11070140" y="4983702"/>
              <a:ext cx="127000" cy="17399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8" name="rc8918"/>
            <p:cNvSpPr/>
            <p:nvPr/>
          </p:nvSpPr>
          <p:spPr>
            <a:xfrm>
              <a:off x="11070140" y="4966303"/>
              <a:ext cx="127000" cy="1739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9" name="rc8919"/>
            <p:cNvSpPr/>
            <p:nvPr/>
          </p:nvSpPr>
          <p:spPr>
            <a:xfrm>
              <a:off x="11070140" y="4948904"/>
              <a:ext cx="127000" cy="17399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0" name="rc8920"/>
            <p:cNvSpPr/>
            <p:nvPr/>
          </p:nvSpPr>
          <p:spPr>
            <a:xfrm>
              <a:off x="11070140" y="4931505"/>
              <a:ext cx="127000" cy="17399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1" name="rc8921"/>
            <p:cNvSpPr/>
            <p:nvPr/>
          </p:nvSpPr>
          <p:spPr>
            <a:xfrm>
              <a:off x="11070140" y="4914106"/>
              <a:ext cx="127000" cy="1739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2" name="rc8922"/>
            <p:cNvSpPr/>
            <p:nvPr/>
          </p:nvSpPr>
          <p:spPr>
            <a:xfrm>
              <a:off x="11070140" y="4896707"/>
              <a:ext cx="127000" cy="17399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3" name="rc8923"/>
            <p:cNvSpPr/>
            <p:nvPr/>
          </p:nvSpPr>
          <p:spPr>
            <a:xfrm>
              <a:off x="11070140" y="4879308"/>
              <a:ext cx="127000" cy="17399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4" name="rc8924"/>
            <p:cNvSpPr/>
            <p:nvPr/>
          </p:nvSpPr>
          <p:spPr>
            <a:xfrm>
              <a:off x="11070140" y="4861909"/>
              <a:ext cx="127000" cy="1739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5" name="rc8925"/>
            <p:cNvSpPr/>
            <p:nvPr/>
          </p:nvSpPr>
          <p:spPr>
            <a:xfrm>
              <a:off x="11070140" y="4844510"/>
              <a:ext cx="127000" cy="17399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6" name="rc8926"/>
            <p:cNvSpPr/>
            <p:nvPr/>
          </p:nvSpPr>
          <p:spPr>
            <a:xfrm>
              <a:off x="11070140" y="4827111"/>
              <a:ext cx="127000" cy="17399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7" name="rc8927"/>
            <p:cNvSpPr/>
            <p:nvPr/>
          </p:nvSpPr>
          <p:spPr>
            <a:xfrm>
              <a:off x="11070140" y="4809712"/>
              <a:ext cx="127000" cy="17399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8" name="rc8928"/>
            <p:cNvSpPr/>
            <p:nvPr/>
          </p:nvSpPr>
          <p:spPr>
            <a:xfrm>
              <a:off x="11070140" y="4792313"/>
              <a:ext cx="127000" cy="17399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9" name="rc8929"/>
            <p:cNvSpPr/>
            <p:nvPr/>
          </p:nvSpPr>
          <p:spPr>
            <a:xfrm>
              <a:off x="11070140" y="4774914"/>
              <a:ext cx="127000" cy="17399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0" name="rc8930"/>
            <p:cNvSpPr/>
            <p:nvPr/>
          </p:nvSpPr>
          <p:spPr>
            <a:xfrm>
              <a:off x="11070140" y="4757515"/>
              <a:ext cx="127000" cy="17399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1" name="rc8931"/>
            <p:cNvSpPr/>
            <p:nvPr/>
          </p:nvSpPr>
          <p:spPr>
            <a:xfrm>
              <a:off x="11070140" y="4740116"/>
              <a:ext cx="127000" cy="17399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2" name="rc8932"/>
            <p:cNvSpPr/>
            <p:nvPr/>
          </p:nvSpPr>
          <p:spPr>
            <a:xfrm>
              <a:off x="11070140" y="4722717"/>
              <a:ext cx="127000" cy="17399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3" name="rc8933"/>
            <p:cNvSpPr/>
            <p:nvPr/>
          </p:nvSpPr>
          <p:spPr>
            <a:xfrm>
              <a:off x="11070140" y="4705318"/>
              <a:ext cx="127000" cy="17399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4" name="rc8934"/>
            <p:cNvSpPr/>
            <p:nvPr/>
          </p:nvSpPr>
          <p:spPr>
            <a:xfrm>
              <a:off x="11070140" y="4687919"/>
              <a:ext cx="127000" cy="17399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5" name="rc8935"/>
            <p:cNvSpPr/>
            <p:nvPr/>
          </p:nvSpPr>
          <p:spPr>
            <a:xfrm>
              <a:off x="11070140" y="4670520"/>
              <a:ext cx="127000" cy="17399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6" name="rc8936"/>
            <p:cNvSpPr/>
            <p:nvPr/>
          </p:nvSpPr>
          <p:spPr>
            <a:xfrm>
              <a:off x="11070140" y="4653121"/>
              <a:ext cx="127000" cy="17399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7" name="rc8937"/>
            <p:cNvSpPr/>
            <p:nvPr/>
          </p:nvSpPr>
          <p:spPr>
            <a:xfrm>
              <a:off x="11070140" y="4635722"/>
              <a:ext cx="127000" cy="17399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8" name="rc8938"/>
            <p:cNvSpPr/>
            <p:nvPr/>
          </p:nvSpPr>
          <p:spPr>
            <a:xfrm>
              <a:off x="11070140" y="4618323"/>
              <a:ext cx="127000" cy="17399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9" name="rc8939"/>
            <p:cNvSpPr/>
            <p:nvPr/>
          </p:nvSpPr>
          <p:spPr>
            <a:xfrm>
              <a:off x="11070140" y="4600924"/>
              <a:ext cx="127000" cy="1739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0" name="rc8940"/>
            <p:cNvSpPr/>
            <p:nvPr/>
          </p:nvSpPr>
          <p:spPr>
            <a:xfrm>
              <a:off x="11070140" y="4583525"/>
              <a:ext cx="127000" cy="17399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1" name="rc8941"/>
            <p:cNvSpPr/>
            <p:nvPr/>
          </p:nvSpPr>
          <p:spPr>
            <a:xfrm>
              <a:off x="11070140" y="4566126"/>
              <a:ext cx="127000" cy="17399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2" name="rc8942"/>
            <p:cNvSpPr/>
            <p:nvPr/>
          </p:nvSpPr>
          <p:spPr>
            <a:xfrm>
              <a:off x="11070140" y="4548727"/>
              <a:ext cx="127000" cy="1739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3" name="rc8943"/>
            <p:cNvSpPr/>
            <p:nvPr/>
          </p:nvSpPr>
          <p:spPr>
            <a:xfrm>
              <a:off x="11070140" y="4531328"/>
              <a:ext cx="127000" cy="17399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4" name="rc8944"/>
            <p:cNvSpPr/>
            <p:nvPr/>
          </p:nvSpPr>
          <p:spPr>
            <a:xfrm>
              <a:off x="11070140" y="4513929"/>
              <a:ext cx="127000" cy="17399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5" name="rc8945"/>
            <p:cNvSpPr/>
            <p:nvPr/>
          </p:nvSpPr>
          <p:spPr>
            <a:xfrm>
              <a:off x="11070140" y="4496530"/>
              <a:ext cx="127000" cy="17399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6" name="rc8946"/>
            <p:cNvSpPr/>
            <p:nvPr/>
          </p:nvSpPr>
          <p:spPr>
            <a:xfrm>
              <a:off x="11070140" y="4479131"/>
              <a:ext cx="127000" cy="17399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7" name="rc8947"/>
            <p:cNvSpPr/>
            <p:nvPr/>
          </p:nvSpPr>
          <p:spPr>
            <a:xfrm>
              <a:off x="11070140" y="4461732"/>
              <a:ext cx="127000" cy="17399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8" name="rc8948"/>
            <p:cNvSpPr/>
            <p:nvPr/>
          </p:nvSpPr>
          <p:spPr>
            <a:xfrm>
              <a:off x="11070140" y="4444333"/>
              <a:ext cx="127000" cy="17399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9" name="rc8949"/>
            <p:cNvSpPr/>
            <p:nvPr/>
          </p:nvSpPr>
          <p:spPr>
            <a:xfrm>
              <a:off x="11070140" y="4426934"/>
              <a:ext cx="127000" cy="17398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0" name="rc8950"/>
            <p:cNvSpPr/>
            <p:nvPr/>
          </p:nvSpPr>
          <p:spPr>
            <a:xfrm>
              <a:off x="11070140" y="4409535"/>
              <a:ext cx="127000" cy="17398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1" name="rc8951"/>
            <p:cNvSpPr/>
            <p:nvPr/>
          </p:nvSpPr>
          <p:spPr>
            <a:xfrm>
              <a:off x="11070140" y="4392136"/>
              <a:ext cx="127000" cy="1739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2" name="rc8952"/>
            <p:cNvSpPr/>
            <p:nvPr/>
          </p:nvSpPr>
          <p:spPr>
            <a:xfrm>
              <a:off x="11070140" y="4374737"/>
              <a:ext cx="127000" cy="17398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3" name="rc8953"/>
            <p:cNvSpPr/>
            <p:nvPr/>
          </p:nvSpPr>
          <p:spPr>
            <a:xfrm>
              <a:off x="11070140" y="4357338"/>
              <a:ext cx="127000" cy="17399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4" name="rc8954"/>
            <p:cNvSpPr/>
            <p:nvPr/>
          </p:nvSpPr>
          <p:spPr>
            <a:xfrm>
              <a:off x="11070140" y="4339939"/>
              <a:ext cx="127000" cy="1739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5" name="rc8955"/>
            <p:cNvSpPr/>
            <p:nvPr/>
          </p:nvSpPr>
          <p:spPr>
            <a:xfrm>
              <a:off x="11070140" y="4322540"/>
              <a:ext cx="127000" cy="17399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6" name="rc8956"/>
            <p:cNvSpPr/>
            <p:nvPr/>
          </p:nvSpPr>
          <p:spPr>
            <a:xfrm>
              <a:off x="11070140" y="4305141"/>
              <a:ext cx="127000" cy="17399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7" name="rc8957"/>
            <p:cNvSpPr/>
            <p:nvPr/>
          </p:nvSpPr>
          <p:spPr>
            <a:xfrm>
              <a:off x="11070140" y="4287742"/>
              <a:ext cx="127000" cy="17398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8" name="rc8958"/>
            <p:cNvSpPr/>
            <p:nvPr/>
          </p:nvSpPr>
          <p:spPr>
            <a:xfrm>
              <a:off x="11070140" y="4270343"/>
              <a:ext cx="127000" cy="17399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9" name="rc8959"/>
            <p:cNvSpPr/>
            <p:nvPr/>
          </p:nvSpPr>
          <p:spPr>
            <a:xfrm>
              <a:off x="11070140" y="4252944"/>
              <a:ext cx="127000" cy="17399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0" name="rc8960"/>
            <p:cNvSpPr/>
            <p:nvPr/>
          </p:nvSpPr>
          <p:spPr>
            <a:xfrm>
              <a:off x="11070140" y="4235545"/>
              <a:ext cx="127000" cy="1739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1" name="rc8961"/>
            <p:cNvSpPr/>
            <p:nvPr/>
          </p:nvSpPr>
          <p:spPr>
            <a:xfrm>
              <a:off x="11070140" y="4218146"/>
              <a:ext cx="127000" cy="17399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2" name="rc8962"/>
            <p:cNvSpPr/>
            <p:nvPr/>
          </p:nvSpPr>
          <p:spPr>
            <a:xfrm>
              <a:off x="11070140" y="4200747"/>
              <a:ext cx="127000" cy="17399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3" name="rc8963"/>
            <p:cNvSpPr/>
            <p:nvPr/>
          </p:nvSpPr>
          <p:spPr>
            <a:xfrm>
              <a:off x="11070140" y="4183348"/>
              <a:ext cx="127000" cy="17398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4" name="rc8964"/>
            <p:cNvSpPr/>
            <p:nvPr/>
          </p:nvSpPr>
          <p:spPr>
            <a:xfrm>
              <a:off x="11070140" y="4165949"/>
              <a:ext cx="127000" cy="17399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5" name="rc8965"/>
            <p:cNvSpPr/>
            <p:nvPr/>
          </p:nvSpPr>
          <p:spPr>
            <a:xfrm>
              <a:off x="11070140" y="4148550"/>
              <a:ext cx="127000" cy="17399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6" name="rc8966"/>
            <p:cNvSpPr/>
            <p:nvPr/>
          </p:nvSpPr>
          <p:spPr>
            <a:xfrm>
              <a:off x="11070140" y="4131151"/>
              <a:ext cx="127000" cy="1739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7" name="rc8967"/>
            <p:cNvSpPr/>
            <p:nvPr/>
          </p:nvSpPr>
          <p:spPr>
            <a:xfrm>
              <a:off x="11070140" y="4113752"/>
              <a:ext cx="127000" cy="17399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8" name="rc8968"/>
            <p:cNvSpPr/>
            <p:nvPr/>
          </p:nvSpPr>
          <p:spPr>
            <a:xfrm>
              <a:off x="11070140" y="4096353"/>
              <a:ext cx="127000" cy="17399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9" name="rc8969"/>
            <p:cNvSpPr/>
            <p:nvPr/>
          </p:nvSpPr>
          <p:spPr>
            <a:xfrm>
              <a:off x="11070140" y="4078954"/>
              <a:ext cx="127000" cy="17399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0" name="rc8970"/>
            <p:cNvSpPr/>
            <p:nvPr/>
          </p:nvSpPr>
          <p:spPr>
            <a:xfrm>
              <a:off x="11070140" y="4061555"/>
              <a:ext cx="127000" cy="17398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1" name="rc8971"/>
            <p:cNvSpPr/>
            <p:nvPr/>
          </p:nvSpPr>
          <p:spPr>
            <a:xfrm>
              <a:off x="11070140" y="4044156"/>
              <a:ext cx="127000" cy="17398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2" name="rc8972"/>
            <p:cNvSpPr/>
            <p:nvPr/>
          </p:nvSpPr>
          <p:spPr>
            <a:xfrm>
              <a:off x="11070140" y="4026757"/>
              <a:ext cx="127000" cy="17399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3" name="rc8973"/>
            <p:cNvSpPr/>
            <p:nvPr/>
          </p:nvSpPr>
          <p:spPr>
            <a:xfrm>
              <a:off x="11070140" y="4009358"/>
              <a:ext cx="127000" cy="17398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4" name="rc8974"/>
            <p:cNvSpPr/>
            <p:nvPr/>
          </p:nvSpPr>
          <p:spPr>
            <a:xfrm>
              <a:off x="11070140" y="3991959"/>
              <a:ext cx="127000" cy="17399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5" name="rc8975"/>
            <p:cNvSpPr/>
            <p:nvPr/>
          </p:nvSpPr>
          <p:spPr>
            <a:xfrm>
              <a:off x="11070140" y="3974560"/>
              <a:ext cx="127000" cy="17399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6" name="rc8976"/>
            <p:cNvSpPr/>
            <p:nvPr/>
          </p:nvSpPr>
          <p:spPr>
            <a:xfrm>
              <a:off x="11070140" y="3957161"/>
              <a:ext cx="127000" cy="17398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7" name="rc8977"/>
            <p:cNvSpPr/>
            <p:nvPr/>
          </p:nvSpPr>
          <p:spPr>
            <a:xfrm>
              <a:off x="11070140" y="3939762"/>
              <a:ext cx="127000" cy="17398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8" name="rc8978"/>
            <p:cNvSpPr/>
            <p:nvPr/>
          </p:nvSpPr>
          <p:spPr>
            <a:xfrm>
              <a:off x="11070140" y="3922363"/>
              <a:ext cx="127000" cy="17398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9" name="rc8979"/>
            <p:cNvSpPr/>
            <p:nvPr/>
          </p:nvSpPr>
          <p:spPr>
            <a:xfrm>
              <a:off x="11070140" y="3904964"/>
              <a:ext cx="127000" cy="17399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0" name="rc8980"/>
            <p:cNvSpPr/>
            <p:nvPr/>
          </p:nvSpPr>
          <p:spPr>
            <a:xfrm>
              <a:off x="11070140" y="3887565"/>
              <a:ext cx="127000" cy="17399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1" name="rc8981"/>
            <p:cNvSpPr/>
            <p:nvPr/>
          </p:nvSpPr>
          <p:spPr>
            <a:xfrm>
              <a:off x="11070140" y="3870166"/>
              <a:ext cx="127000" cy="17399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2" name="rc8982"/>
            <p:cNvSpPr/>
            <p:nvPr/>
          </p:nvSpPr>
          <p:spPr>
            <a:xfrm>
              <a:off x="11070140" y="3852767"/>
              <a:ext cx="127000" cy="17399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3" name="rc8983"/>
            <p:cNvSpPr/>
            <p:nvPr/>
          </p:nvSpPr>
          <p:spPr>
            <a:xfrm>
              <a:off x="11070140" y="3835368"/>
              <a:ext cx="127000" cy="17398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4" name="rc8984"/>
            <p:cNvSpPr/>
            <p:nvPr/>
          </p:nvSpPr>
          <p:spPr>
            <a:xfrm>
              <a:off x="11070140" y="3817969"/>
              <a:ext cx="127000" cy="17399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5" name="rc8985"/>
            <p:cNvSpPr/>
            <p:nvPr/>
          </p:nvSpPr>
          <p:spPr>
            <a:xfrm>
              <a:off x="11070140" y="3800570"/>
              <a:ext cx="127000" cy="17399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6" name="rc8986"/>
            <p:cNvSpPr/>
            <p:nvPr/>
          </p:nvSpPr>
          <p:spPr>
            <a:xfrm>
              <a:off x="11070140" y="3783171"/>
              <a:ext cx="127000" cy="17398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7" name="rc8987"/>
            <p:cNvSpPr/>
            <p:nvPr/>
          </p:nvSpPr>
          <p:spPr>
            <a:xfrm>
              <a:off x="11070140" y="3765772"/>
              <a:ext cx="127000" cy="1739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8" name="rc8988"/>
            <p:cNvSpPr/>
            <p:nvPr/>
          </p:nvSpPr>
          <p:spPr>
            <a:xfrm>
              <a:off x="11070140" y="3748373"/>
              <a:ext cx="127000" cy="17399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9" name="rc8989"/>
            <p:cNvSpPr/>
            <p:nvPr/>
          </p:nvSpPr>
          <p:spPr>
            <a:xfrm>
              <a:off x="11070140" y="3730974"/>
              <a:ext cx="127000" cy="17399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0" name="rc8990"/>
            <p:cNvSpPr/>
            <p:nvPr/>
          </p:nvSpPr>
          <p:spPr>
            <a:xfrm>
              <a:off x="11070140" y="3713575"/>
              <a:ext cx="127000" cy="17399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1" name="rc8991"/>
            <p:cNvSpPr/>
            <p:nvPr/>
          </p:nvSpPr>
          <p:spPr>
            <a:xfrm>
              <a:off x="11070140" y="3696176"/>
              <a:ext cx="127000" cy="17398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2" name="rc8992"/>
            <p:cNvSpPr/>
            <p:nvPr/>
          </p:nvSpPr>
          <p:spPr>
            <a:xfrm>
              <a:off x="11070140" y="3678777"/>
              <a:ext cx="127000" cy="17399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3" name="rc8993"/>
            <p:cNvSpPr/>
            <p:nvPr/>
          </p:nvSpPr>
          <p:spPr>
            <a:xfrm>
              <a:off x="11070140" y="3661378"/>
              <a:ext cx="127000" cy="17398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4" name="rc8994"/>
            <p:cNvSpPr/>
            <p:nvPr/>
          </p:nvSpPr>
          <p:spPr>
            <a:xfrm>
              <a:off x="11070140" y="3643979"/>
              <a:ext cx="127000" cy="17399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5" name="rc8995"/>
            <p:cNvSpPr/>
            <p:nvPr/>
          </p:nvSpPr>
          <p:spPr>
            <a:xfrm>
              <a:off x="11070140" y="3626580"/>
              <a:ext cx="127000" cy="17399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6" name="rc8996"/>
            <p:cNvSpPr/>
            <p:nvPr/>
          </p:nvSpPr>
          <p:spPr>
            <a:xfrm>
              <a:off x="11070140" y="3609181"/>
              <a:ext cx="127000" cy="1739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7" name="tx8997"/>
            <p:cNvSpPr/>
            <p:nvPr/>
          </p:nvSpPr>
          <p:spPr>
            <a:xfrm>
              <a:off x="11247940" y="5312048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998" name="tx8998"/>
            <p:cNvSpPr/>
            <p:nvPr/>
          </p:nvSpPr>
          <p:spPr>
            <a:xfrm>
              <a:off x="11247940" y="4963946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8999" name="tx8999"/>
            <p:cNvSpPr/>
            <p:nvPr/>
          </p:nvSpPr>
          <p:spPr>
            <a:xfrm>
              <a:off x="11247940" y="4615844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9000" name="tx9000"/>
            <p:cNvSpPr/>
            <p:nvPr/>
          </p:nvSpPr>
          <p:spPr>
            <a:xfrm>
              <a:off x="11247940" y="426774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9001" name="tx9001"/>
            <p:cNvSpPr/>
            <p:nvPr/>
          </p:nvSpPr>
          <p:spPr>
            <a:xfrm>
              <a:off x="11247940" y="391964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9002" name="tx9002"/>
            <p:cNvSpPr/>
            <p:nvPr/>
          </p:nvSpPr>
          <p:spPr>
            <a:xfrm>
              <a:off x="2121042" y="33564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9003" name="rc9003"/>
            <p:cNvSpPr/>
            <p:nvPr/>
          </p:nvSpPr>
          <p:spPr>
            <a:xfrm>
              <a:off x="2057400" y="5349081"/>
              <a:ext cx="6270171" cy="2057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4" name="rc9004"/>
            <p:cNvSpPr/>
            <p:nvPr/>
          </p:nvSpPr>
          <p:spPr>
            <a:xfrm>
              <a:off x="2550043" y="5506905"/>
              <a:ext cx="1393771" cy="17334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5" name="pl9005"/>
            <p:cNvSpPr/>
            <p:nvPr/>
          </p:nvSpPr>
          <p:spPr>
            <a:xfrm>
              <a:off x="2550043" y="696294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6" name="pl9006"/>
            <p:cNvSpPr/>
            <p:nvPr/>
          </p:nvSpPr>
          <p:spPr>
            <a:xfrm>
              <a:off x="2550043" y="6618618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7" name="pl9007"/>
            <p:cNvSpPr/>
            <p:nvPr/>
          </p:nvSpPr>
          <p:spPr>
            <a:xfrm>
              <a:off x="2550043" y="627429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8" name="pl9008"/>
            <p:cNvSpPr/>
            <p:nvPr/>
          </p:nvSpPr>
          <p:spPr>
            <a:xfrm>
              <a:off x="2550043" y="5929969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9" name="pl9009"/>
            <p:cNvSpPr/>
            <p:nvPr/>
          </p:nvSpPr>
          <p:spPr>
            <a:xfrm>
              <a:off x="2550043" y="5585644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0" name="pl9010"/>
            <p:cNvSpPr/>
            <p:nvPr/>
          </p:nvSpPr>
          <p:spPr>
            <a:xfrm>
              <a:off x="2710863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1" name="pl9011"/>
            <p:cNvSpPr/>
            <p:nvPr/>
          </p:nvSpPr>
          <p:spPr>
            <a:xfrm>
              <a:off x="2978896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2" name="pl9012"/>
            <p:cNvSpPr/>
            <p:nvPr/>
          </p:nvSpPr>
          <p:spPr>
            <a:xfrm>
              <a:off x="3246929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3" name="pl9013"/>
            <p:cNvSpPr/>
            <p:nvPr/>
          </p:nvSpPr>
          <p:spPr>
            <a:xfrm>
              <a:off x="3514962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4" name="pl9014"/>
            <p:cNvSpPr/>
            <p:nvPr/>
          </p:nvSpPr>
          <p:spPr>
            <a:xfrm>
              <a:off x="3782995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5" name="pl9015"/>
            <p:cNvSpPr/>
            <p:nvPr/>
          </p:nvSpPr>
          <p:spPr>
            <a:xfrm>
              <a:off x="2710863" y="5585771"/>
              <a:ext cx="0" cy="14946"/>
            </a:xfrm>
            <a:custGeom>
              <a:avLst/>
              <a:pathLst>
                <a:path w="0" h="14946">
                  <a:moveTo>
                    <a:pt x="0" y="1494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6" name="pl9016"/>
            <p:cNvSpPr/>
            <p:nvPr/>
          </p:nvSpPr>
          <p:spPr>
            <a:xfrm>
              <a:off x="2710863" y="6148744"/>
              <a:ext cx="0" cy="243415"/>
            </a:xfrm>
            <a:custGeom>
              <a:avLst/>
              <a:pathLst>
                <a:path w="0" h="243415">
                  <a:moveTo>
                    <a:pt x="0" y="0"/>
                  </a:moveTo>
                  <a:lnTo>
                    <a:pt x="0" y="24341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7" name="pg9017"/>
            <p:cNvSpPr/>
            <p:nvPr/>
          </p:nvSpPr>
          <p:spPr>
            <a:xfrm>
              <a:off x="2610350" y="5600718"/>
              <a:ext cx="201024" cy="548025"/>
            </a:xfrm>
            <a:custGeom>
              <a:avLst/>
              <a:pathLst>
                <a:path w="201024" h="548025">
                  <a:moveTo>
                    <a:pt x="0" y="0"/>
                  </a:moveTo>
                  <a:lnTo>
                    <a:pt x="0" y="548025"/>
                  </a:lnTo>
                  <a:lnTo>
                    <a:pt x="201024" y="548025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18" name="pl9018"/>
            <p:cNvSpPr/>
            <p:nvPr/>
          </p:nvSpPr>
          <p:spPr>
            <a:xfrm>
              <a:off x="2610350" y="5755218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19" name="pl9019"/>
            <p:cNvSpPr/>
            <p:nvPr/>
          </p:nvSpPr>
          <p:spPr>
            <a:xfrm>
              <a:off x="2978896" y="5585810"/>
              <a:ext cx="0" cy="1335"/>
            </a:xfrm>
            <a:custGeom>
              <a:avLst/>
              <a:pathLst>
                <a:path w="0" h="1335">
                  <a:moveTo>
                    <a:pt x="0" y="133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0" name="pl9020"/>
            <p:cNvSpPr/>
            <p:nvPr/>
          </p:nvSpPr>
          <p:spPr>
            <a:xfrm>
              <a:off x="2978896" y="5771243"/>
              <a:ext cx="0" cy="532646"/>
            </a:xfrm>
            <a:custGeom>
              <a:avLst/>
              <a:pathLst>
                <a:path w="0" h="532646">
                  <a:moveTo>
                    <a:pt x="0" y="0"/>
                  </a:moveTo>
                  <a:lnTo>
                    <a:pt x="0" y="53264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1" name="pg9021"/>
            <p:cNvSpPr/>
            <p:nvPr/>
          </p:nvSpPr>
          <p:spPr>
            <a:xfrm>
              <a:off x="2878383" y="5587146"/>
              <a:ext cx="201024" cy="184096"/>
            </a:xfrm>
            <a:custGeom>
              <a:avLst/>
              <a:pathLst>
                <a:path w="201024" h="184096">
                  <a:moveTo>
                    <a:pt x="0" y="0"/>
                  </a:moveTo>
                  <a:lnTo>
                    <a:pt x="0" y="184096"/>
                  </a:lnTo>
                  <a:lnTo>
                    <a:pt x="201024" y="184096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22" name="pl9022"/>
            <p:cNvSpPr/>
            <p:nvPr/>
          </p:nvSpPr>
          <p:spPr>
            <a:xfrm>
              <a:off x="2878383" y="5623376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23" name="pl9023"/>
            <p:cNvSpPr/>
            <p:nvPr/>
          </p:nvSpPr>
          <p:spPr>
            <a:xfrm>
              <a:off x="3246929" y="5585696"/>
              <a:ext cx="0" cy="790"/>
            </a:xfrm>
            <a:custGeom>
              <a:avLst/>
              <a:pathLst>
                <a:path w="0" h="790">
                  <a:moveTo>
                    <a:pt x="0" y="79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4" name="pl9024"/>
            <p:cNvSpPr/>
            <p:nvPr/>
          </p:nvSpPr>
          <p:spPr>
            <a:xfrm>
              <a:off x="3246929" y="5644704"/>
              <a:ext cx="0" cy="164602"/>
            </a:xfrm>
            <a:custGeom>
              <a:avLst/>
              <a:pathLst>
                <a:path w="0" h="164602">
                  <a:moveTo>
                    <a:pt x="0" y="0"/>
                  </a:moveTo>
                  <a:lnTo>
                    <a:pt x="0" y="16460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5" name="pg9025"/>
            <p:cNvSpPr/>
            <p:nvPr/>
          </p:nvSpPr>
          <p:spPr>
            <a:xfrm>
              <a:off x="3146416" y="5586487"/>
              <a:ext cx="201024" cy="58216"/>
            </a:xfrm>
            <a:custGeom>
              <a:avLst/>
              <a:pathLst>
                <a:path w="201024" h="58216">
                  <a:moveTo>
                    <a:pt x="0" y="0"/>
                  </a:moveTo>
                  <a:lnTo>
                    <a:pt x="0" y="58216"/>
                  </a:lnTo>
                  <a:lnTo>
                    <a:pt x="201024" y="58216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26" name="pl9026"/>
            <p:cNvSpPr/>
            <p:nvPr/>
          </p:nvSpPr>
          <p:spPr>
            <a:xfrm>
              <a:off x="3146416" y="5614901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27" name="pl9027"/>
            <p:cNvSpPr/>
            <p:nvPr/>
          </p:nvSpPr>
          <p:spPr>
            <a:xfrm>
              <a:off x="3514962" y="5585713"/>
              <a:ext cx="0" cy="2986"/>
            </a:xfrm>
            <a:custGeom>
              <a:avLst/>
              <a:pathLst>
                <a:path w="0" h="2986">
                  <a:moveTo>
                    <a:pt x="0" y="298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8" name="pl9028"/>
            <p:cNvSpPr/>
            <p:nvPr/>
          </p:nvSpPr>
          <p:spPr>
            <a:xfrm>
              <a:off x="3514962" y="5654874"/>
              <a:ext cx="0" cy="95506"/>
            </a:xfrm>
            <a:custGeom>
              <a:avLst/>
              <a:pathLst>
                <a:path w="0" h="95506">
                  <a:moveTo>
                    <a:pt x="0" y="0"/>
                  </a:moveTo>
                  <a:lnTo>
                    <a:pt x="0" y="95506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9" name="pg9029"/>
            <p:cNvSpPr/>
            <p:nvPr/>
          </p:nvSpPr>
          <p:spPr>
            <a:xfrm>
              <a:off x="3414449" y="5588700"/>
              <a:ext cx="201024" cy="66174"/>
            </a:xfrm>
            <a:custGeom>
              <a:avLst/>
              <a:pathLst>
                <a:path w="201024" h="66174">
                  <a:moveTo>
                    <a:pt x="0" y="0"/>
                  </a:moveTo>
                  <a:lnTo>
                    <a:pt x="0" y="66174"/>
                  </a:lnTo>
                  <a:lnTo>
                    <a:pt x="201024" y="66174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0" name="pl9030"/>
            <p:cNvSpPr/>
            <p:nvPr/>
          </p:nvSpPr>
          <p:spPr>
            <a:xfrm>
              <a:off x="3414449" y="5613016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1" name="pl9031"/>
            <p:cNvSpPr/>
            <p:nvPr/>
          </p:nvSpPr>
          <p:spPr>
            <a:xfrm>
              <a:off x="3782995" y="5585762"/>
              <a:ext cx="0" cy="4334"/>
            </a:xfrm>
            <a:custGeom>
              <a:avLst/>
              <a:pathLst>
                <a:path w="0" h="4334">
                  <a:moveTo>
                    <a:pt x="0" y="433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2" name="pl9032"/>
            <p:cNvSpPr/>
            <p:nvPr/>
          </p:nvSpPr>
          <p:spPr>
            <a:xfrm>
              <a:off x="3782995" y="5672199"/>
              <a:ext cx="0" cy="159519"/>
            </a:xfrm>
            <a:custGeom>
              <a:avLst/>
              <a:pathLst>
                <a:path w="0" h="159519">
                  <a:moveTo>
                    <a:pt x="0" y="0"/>
                  </a:moveTo>
                  <a:lnTo>
                    <a:pt x="0" y="15951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3" name="pg9033"/>
            <p:cNvSpPr/>
            <p:nvPr/>
          </p:nvSpPr>
          <p:spPr>
            <a:xfrm>
              <a:off x="3682482" y="5590097"/>
              <a:ext cx="201024" cy="82101"/>
            </a:xfrm>
            <a:custGeom>
              <a:avLst/>
              <a:pathLst>
                <a:path w="201024" h="82101">
                  <a:moveTo>
                    <a:pt x="0" y="0"/>
                  </a:moveTo>
                  <a:lnTo>
                    <a:pt x="0" y="82101"/>
                  </a:lnTo>
                  <a:lnTo>
                    <a:pt x="201024" y="82101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4" name="pl9034"/>
            <p:cNvSpPr/>
            <p:nvPr/>
          </p:nvSpPr>
          <p:spPr>
            <a:xfrm>
              <a:off x="3682482" y="5619411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5" name="rc9035"/>
            <p:cNvSpPr/>
            <p:nvPr/>
          </p:nvSpPr>
          <p:spPr>
            <a:xfrm>
              <a:off x="3994425" y="5506905"/>
              <a:ext cx="1393771" cy="17334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6" name="pl9036"/>
            <p:cNvSpPr/>
            <p:nvPr/>
          </p:nvSpPr>
          <p:spPr>
            <a:xfrm>
              <a:off x="3994425" y="696294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7" name="pl9037"/>
            <p:cNvSpPr/>
            <p:nvPr/>
          </p:nvSpPr>
          <p:spPr>
            <a:xfrm>
              <a:off x="3994425" y="6618618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8" name="pl9038"/>
            <p:cNvSpPr/>
            <p:nvPr/>
          </p:nvSpPr>
          <p:spPr>
            <a:xfrm>
              <a:off x="3994425" y="627429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9" name="pl9039"/>
            <p:cNvSpPr/>
            <p:nvPr/>
          </p:nvSpPr>
          <p:spPr>
            <a:xfrm>
              <a:off x="3994425" y="5929969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0" name="pl9040"/>
            <p:cNvSpPr/>
            <p:nvPr/>
          </p:nvSpPr>
          <p:spPr>
            <a:xfrm>
              <a:off x="3994425" y="5585644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1" name="pl9041"/>
            <p:cNvSpPr/>
            <p:nvPr/>
          </p:nvSpPr>
          <p:spPr>
            <a:xfrm>
              <a:off x="4155245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2" name="pl9042"/>
            <p:cNvSpPr/>
            <p:nvPr/>
          </p:nvSpPr>
          <p:spPr>
            <a:xfrm>
              <a:off x="4423278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3" name="pl9043"/>
            <p:cNvSpPr/>
            <p:nvPr/>
          </p:nvSpPr>
          <p:spPr>
            <a:xfrm>
              <a:off x="4691311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4" name="pl9044"/>
            <p:cNvSpPr/>
            <p:nvPr/>
          </p:nvSpPr>
          <p:spPr>
            <a:xfrm>
              <a:off x="4959344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5" name="pl9045"/>
            <p:cNvSpPr/>
            <p:nvPr/>
          </p:nvSpPr>
          <p:spPr>
            <a:xfrm>
              <a:off x="5227377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6" name="pl9046"/>
            <p:cNvSpPr/>
            <p:nvPr/>
          </p:nvSpPr>
          <p:spPr>
            <a:xfrm>
              <a:off x="4155245" y="5586875"/>
              <a:ext cx="0" cy="464261"/>
            </a:xfrm>
            <a:custGeom>
              <a:avLst/>
              <a:pathLst>
                <a:path w="0" h="464261">
                  <a:moveTo>
                    <a:pt x="0" y="46426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7" name="pl9047"/>
            <p:cNvSpPr/>
            <p:nvPr/>
          </p:nvSpPr>
          <p:spPr>
            <a:xfrm>
              <a:off x="4155245" y="6771794"/>
              <a:ext cx="0" cy="182721"/>
            </a:xfrm>
            <a:custGeom>
              <a:avLst/>
              <a:pathLst>
                <a:path w="0" h="182721">
                  <a:moveTo>
                    <a:pt x="0" y="0"/>
                  </a:moveTo>
                  <a:lnTo>
                    <a:pt x="0" y="18272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8" name="pg9048"/>
            <p:cNvSpPr/>
            <p:nvPr/>
          </p:nvSpPr>
          <p:spPr>
            <a:xfrm>
              <a:off x="4054732" y="6051136"/>
              <a:ext cx="201024" cy="720657"/>
            </a:xfrm>
            <a:custGeom>
              <a:avLst/>
              <a:pathLst>
                <a:path w="201024" h="720657">
                  <a:moveTo>
                    <a:pt x="0" y="0"/>
                  </a:moveTo>
                  <a:lnTo>
                    <a:pt x="0" y="720657"/>
                  </a:lnTo>
                  <a:lnTo>
                    <a:pt x="201024" y="720657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49" name="pl9049"/>
            <p:cNvSpPr/>
            <p:nvPr/>
          </p:nvSpPr>
          <p:spPr>
            <a:xfrm>
              <a:off x="4054732" y="6507941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0" name="pl9050"/>
            <p:cNvSpPr/>
            <p:nvPr/>
          </p:nvSpPr>
          <p:spPr>
            <a:xfrm>
              <a:off x="4423278" y="5586438"/>
              <a:ext cx="0" cy="137470"/>
            </a:xfrm>
            <a:custGeom>
              <a:avLst/>
              <a:pathLst>
                <a:path w="0" h="137470">
                  <a:moveTo>
                    <a:pt x="0" y="13747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1" name="pl9051"/>
            <p:cNvSpPr/>
            <p:nvPr/>
          </p:nvSpPr>
          <p:spPr>
            <a:xfrm>
              <a:off x="4423278" y="6639749"/>
              <a:ext cx="0" cy="359595"/>
            </a:xfrm>
            <a:custGeom>
              <a:avLst/>
              <a:pathLst>
                <a:path w="0" h="359595">
                  <a:moveTo>
                    <a:pt x="0" y="0"/>
                  </a:moveTo>
                  <a:lnTo>
                    <a:pt x="0" y="35959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2" name="pg9052"/>
            <p:cNvSpPr/>
            <p:nvPr/>
          </p:nvSpPr>
          <p:spPr>
            <a:xfrm>
              <a:off x="4322765" y="5723908"/>
              <a:ext cx="201024" cy="915840"/>
            </a:xfrm>
            <a:custGeom>
              <a:avLst/>
              <a:pathLst>
                <a:path w="201024" h="915840">
                  <a:moveTo>
                    <a:pt x="0" y="0"/>
                  </a:moveTo>
                  <a:lnTo>
                    <a:pt x="0" y="915840"/>
                  </a:lnTo>
                  <a:lnTo>
                    <a:pt x="201024" y="915840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3" name="pl9053"/>
            <p:cNvSpPr/>
            <p:nvPr/>
          </p:nvSpPr>
          <p:spPr>
            <a:xfrm>
              <a:off x="4322765" y="6401438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4" name="pl9054"/>
            <p:cNvSpPr/>
            <p:nvPr/>
          </p:nvSpPr>
          <p:spPr>
            <a:xfrm>
              <a:off x="4691311" y="5588385"/>
              <a:ext cx="0" cy="282725"/>
            </a:xfrm>
            <a:custGeom>
              <a:avLst/>
              <a:pathLst>
                <a:path w="0" h="282725">
                  <a:moveTo>
                    <a:pt x="0" y="28272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5" name="pl9055"/>
            <p:cNvSpPr/>
            <p:nvPr/>
          </p:nvSpPr>
          <p:spPr>
            <a:xfrm>
              <a:off x="4691311" y="6709337"/>
              <a:ext cx="0" cy="189434"/>
            </a:xfrm>
            <a:custGeom>
              <a:avLst/>
              <a:pathLst>
                <a:path w="0" h="189434">
                  <a:moveTo>
                    <a:pt x="0" y="0"/>
                  </a:moveTo>
                  <a:lnTo>
                    <a:pt x="0" y="189434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6" name="pg9056"/>
            <p:cNvSpPr/>
            <p:nvPr/>
          </p:nvSpPr>
          <p:spPr>
            <a:xfrm>
              <a:off x="4590798" y="5871110"/>
              <a:ext cx="201024" cy="838226"/>
            </a:xfrm>
            <a:custGeom>
              <a:avLst/>
              <a:pathLst>
                <a:path w="201024" h="838226">
                  <a:moveTo>
                    <a:pt x="0" y="0"/>
                  </a:moveTo>
                  <a:lnTo>
                    <a:pt x="0" y="838226"/>
                  </a:lnTo>
                  <a:lnTo>
                    <a:pt x="201024" y="838226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7" name="pl9057"/>
            <p:cNvSpPr/>
            <p:nvPr/>
          </p:nvSpPr>
          <p:spPr>
            <a:xfrm>
              <a:off x="4590798" y="6553916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58" name="pl9058"/>
            <p:cNvSpPr/>
            <p:nvPr/>
          </p:nvSpPr>
          <p:spPr>
            <a:xfrm>
              <a:off x="4959344" y="5619495"/>
              <a:ext cx="0" cy="233726"/>
            </a:xfrm>
            <a:custGeom>
              <a:avLst/>
              <a:pathLst>
                <a:path w="0" h="233726">
                  <a:moveTo>
                    <a:pt x="0" y="23372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9" name="pl9059"/>
            <p:cNvSpPr/>
            <p:nvPr/>
          </p:nvSpPr>
          <p:spPr>
            <a:xfrm>
              <a:off x="4959344" y="6701465"/>
              <a:ext cx="0" cy="97330"/>
            </a:xfrm>
            <a:custGeom>
              <a:avLst/>
              <a:pathLst>
                <a:path w="0" h="97330">
                  <a:moveTo>
                    <a:pt x="0" y="0"/>
                  </a:moveTo>
                  <a:lnTo>
                    <a:pt x="0" y="9733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0" name="pg9060"/>
            <p:cNvSpPr/>
            <p:nvPr/>
          </p:nvSpPr>
          <p:spPr>
            <a:xfrm>
              <a:off x="4858831" y="5853222"/>
              <a:ext cx="201024" cy="848243"/>
            </a:xfrm>
            <a:custGeom>
              <a:avLst/>
              <a:pathLst>
                <a:path w="201024" h="848243">
                  <a:moveTo>
                    <a:pt x="0" y="0"/>
                  </a:moveTo>
                  <a:lnTo>
                    <a:pt x="0" y="848243"/>
                  </a:lnTo>
                  <a:lnTo>
                    <a:pt x="201024" y="848243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61" name="pl9061"/>
            <p:cNvSpPr/>
            <p:nvPr/>
          </p:nvSpPr>
          <p:spPr>
            <a:xfrm>
              <a:off x="4858831" y="6469981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62" name="pl9062"/>
            <p:cNvSpPr/>
            <p:nvPr/>
          </p:nvSpPr>
          <p:spPr>
            <a:xfrm>
              <a:off x="5227377" y="5586271"/>
              <a:ext cx="0" cy="312590"/>
            </a:xfrm>
            <a:custGeom>
              <a:avLst/>
              <a:pathLst>
                <a:path w="0" h="312590">
                  <a:moveTo>
                    <a:pt x="0" y="31259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3" name="pl9063"/>
            <p:cNvSpPr/>
            <p:nvPr/>
          </p:nvSpPr>
          <p:spPr>
            <a:xfrm>
              <a:off x="5227377" y="6733517"/>
              <a:ext cx="0" cy="283479"/>
            </a:xfrm>
            <a:custGeom>
              <a:avLst/>
              <a:pathLst>
                <a:path w="0" h="283479">
                  <a:moveTo>
                    <a:pt x="0" y="0"/>
                  </a:moveTo>
                  <a:lnTo>
                    <a:pt x="0" y="28347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4" name="pg9064"/>
            <p:cNvSpPr/>
            <p:nvPr/>
          </p:nvSpPr>
          <p:spPr>
            <a:xfrm>
              <a:off x="5126864" y="5898862"/>
              <a:ext cx="201024" cy="834655"/>
            </a:xfrm>
            <a:custGeom>
              <a:avLst/>
              <a:pathLst>
                <a:path w="201024" h="834655">
                  <a:moveTo>
                    <a:pt x="0" y="0"/>
                  </a:moveTo>
                  <a:lnTo>
                    <a:pt x="0" y="834655"/>
                  </a:lnTo>
                  <a:lnTo>
                    <a:pt x="201024" y="834655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65" name="pl9065"/>
            <p:cNvSpPr/>
            <p:nvPr/>
          </p:nvSpPr>
          <p:spPr>
            <a:xfrm>
              <a:off x="5126864" y="6606396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66" name="rc9066"/>
            <p:cNvSpPr/>
            <p:nvPr/>
          </p:nvSpPr>
          <p:spPr>
            <a:xfrm>
              <a:off x="5438807" y="5506905"/>
              <a:ext cx="1393771" cy="17334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7" name="pl9067"/>
            <p:cNvSpPr/>
            <p:nvPr/>
          </p:nvSpPr>
          <p:spPr>
            <a:xfrm>
              <a:off x="5438807" y="696294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8" name="pl9068"/>
            <p:cNvSpPr/>
            <p:nvPr/>
          </p:nvSpPr>
          <p:spPr>
            <a:xfrm>
              <a:off x="5438807" y="6618618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9" name="pl9069"/>
            <p:cNvSpPr/>
            <p:nvPr/>
          </p:nvSpPr>
          <p:spPr>
            <a:xfrm>
              <a:off x="5438807" y="627429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0" name="pl9070"/>
            <p:cNvSpPr/>
            <p:nvPr/>
          </p:nvSpPr>
          <p:spPr>
            <a:xfrm>
              <a:off x="5438807" y="5929969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1" name="pl9071"/>
            <p:cNvSpPr/>
            <p:nvPr/>
          </p:nvSpPr>
          <p:spPr>
            <a:xfrm>
              <a:off x="5438807" y="5585644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2" name="pl9072"/>
            <p:cNvSpPr/>
            <p:nvPr/>
          </p:nvSpPr>
          <p:spPr>
            <a:xfrm>
              <a:off x="5599627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3" name="pl9073"/>
            <p:cNvSpPr/>
            <p:nvPr/>
          </p:nvSpPr>
          <p:spPr>
            <a:xfrm>
              <a:off x="5867660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4" name="pl9074"/>
            <p:cNvSpPr/>
            <p:nvPr/>
          </p:nvSpPr>
          <p:spPr>
            <a:xfrm>
              <a:off x="6135693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5" name="pl9075"/>
            <p:cNvSpPr/>
            <p:nvPr/>
          </p:nvSpPr>
          <p:spPr>
            <a:xfrm>
              <a:off x="6403726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6" name="pl9076"/>
            <p:cNvSpPr/>
            <p:nvPr/>
          </p:nvSpPr>
          <p:spPr>
            <a:xfrm>
              <a:off x="6671759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7" name="pl9077"/>
            <p:cNvSpPr/>
            <p:nvPr/>
          </p:nvSpPr>
          <p:spPr>
            <a:xfrm>
              <a:off x="5599627" y="5598852"/>
              <a:ext cx="0" cy="672879"/>
            </a:xfrm>
            <a:custGeom>
              <a:avLst/>
              <a:pathLst>
                <a:path w="0" h="672879">
                  <a:moveTo>
                    <a:pt x="0" y="67287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8" name="pl9078"/>
            <p:cNvSpPr/>
            <p:nvPr/>
          </p:nvSpPr>
          <p:spPr>
            <a:xfrm>
              <a:off x="5599627" y="6882775"/>
              <a:ext cx="0" cy="123834"/>
            </a:xfrm>
            <a:custGeom>
              <a:avLst/>
              <a:pathLst>
                <a:path w="0" h="123834">
                  <a:moveTo>
                    <a:pt x="0" y="0"/>
                  </a:moveTo>
                  <a:lnTo>
                    <a:pt x="0" y="123834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9" name="pg9079"/>
            <p:cNvSpPr/>
            <p:nvPr/>
          </p:nvSpPr>
          <p:spPr>
            <a:xfrm>
              <a:off x="5499114" y="6271731"/>
              <a:ext cx="201024" cy="611044"/>
            </a:xfrm>
            <a:custGeom>
              <a:avLst/>
              <a:pathLst>
                <a:path w="201024" h="611044">
                  <a:moveTo>
                    <a:pt x="0" y="0"/>
                  </a:moveTo>
                  <a:lnTo>
                    <a:pt x="0" y="611044"/>
                  </a:lnTo>
                  <a:lnTo>
                    <a:pt x="201024" y="611044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0" name="pl9080"/>
            <p:cNvSpPr/>
            <p:nvPr/>
          </p:nvSpPr>
          <p:spPr>
            <a:xfrm>
              <a:off x="5499114" y="6689345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1" name="pl9081"/>
            <p:cNvSpPr/>
            <p:nvPr/>
          </p:nvSpPr>
          <p:spPr>
            <a:xfrm>
              <a:off x="5867660" y="6142827"/>
              <a:ext cx="0" cy="609640"/>
            </a:xfrm>
            <a:custGeom>
              <a:avLst/>
              <a:pathLst>
                <a:path w="0" h="609640">
                  <a:moveTo>
                    <a:pt x="0" y="60964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2" name="pl9082"/>
            <p:cNvSpPr/>
            <p:nvPr/>
          </p:nvSpPr>
          <p:spPr>
            <a:xfrm>
              <a:off x="5867660" y="6966173"/>
              <a:ext cx="0" cy="195361"/>
            </a:xfrm>
            <a:custGeom>
              <a:avLst/>
              <a:pathLst>
                <a:path w="0" h="195361">
                  <a:moveTo>
                    <a:pt x="0" y="0"/>
                  </a:moveTo>
                  <a:lnTo>
                    <a:pt x="0" y="19536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3" name="pg9083"/>
            <p:cNvSpPr/>
            <p:nvPr/>
          </p:nvSpPr>
          <p:spPr>
            <a:xfrm>
              <a:off x="5767147" y="6752468"/>
              <a:ext cx="201024" cy="213705"/>
            </a:xfrm>
            <a:custGeom>
              <a:avLst/>
              <a:pathLst>
                <a:path w="201024" h="213705">
                  <a:moveTo>
                    <a:pt x="0" y="0"/>
                  </a:moveTo>
                  <a:lnTo>
                    <a:pt x="0" y="213705"/>
                  </a:lnTo>
                  <a:lnTo>
                    <a:pt x="201024" y="213705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4" name="pl9084"/>
            <p:cNvSpPr/>
            <p:nvPr/>
          </p:nvSpPr>
          <p:spPr>
            <a:xfrm>
              <a:off x="5767147" y="6879305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5" name="pl9085"/>
            <p:cNvSpPr/>
            <p:nvPr/>
          </p:nvSpPr>
          <p:spPr>
            <a:xfrm>
              <a:off x="6135693" y="5593160"/>
              <a:ext cx="0" cy="908416"/>
            </a:xfrm>
            <a:custGeom>
              <a:avLst/>
              <a:pathLst>
                <a:path w="0" h="908416">
                  <a:moveTo>
                    <a:pt x="0" y="90841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6" name="pl9086"/>
            <p:cNvSpPr/>
            <p:nvPr/>
          </p:nvSpPr>
          <p:spPr>
            <a:xfrm>
              <a:off x="6135693" y="6944359"/>
              <a:ext cx="0" cy="177903"/>
            </a:xfrm>
            <a:custGeom>
              <a:avLst/>
              <a:pathLst>
                <a:path w="0" h="177903">
                  <a:moveTo>
                    <a:pt x="0" y="0"/>
                  </a:moveTo>
                  <a:lnTo>
                    <a:pt x="0" y="17790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7" name="pg9087"/>
            <p:cNvSpPr/>
            <p:nvPr/>
          </p:nvSpPr>
          <p:spPr>
            <a:xfrm>
              <a:off x="6035180" y="6501577"/>
              <a:ext cx="201024" cy="442782"/>
            </a:xfrm>
            <a:custGeom>
              <a:avLst/>
              <a:pathLst>
                <a:path w="201024" h="442782">
                  <a:moveTo>
                    <a:pt x="0" y="0"/>
                  </a:moveTo>
                  <a:lnTo>
                    <a:pt x="0" y="442782"/>
                  </a:lnTo>
                  <a:lnTo>
                    <a:pt x="201024" y="442782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8" name="pl9088"/>
            <p:cNvSpPr/>
            <p:nvPr/>
          </p:nvSpPr>
          <p:spPr>
            <a:xfrm>
              <a:off x="6035180" y="6820090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9" name="pl9089"/>
            <p:cNvSpPr/>
            <p:nvPr/>
          </p:nvSpPr>
          <p:spPr>
            <a:xfrm>
              <a:off x="6403726" y="5732784"/>
              <a:ext cx="0" cy="617415"/>
            </a:xfrm>
            <a:custGeom>
              <a:avLst/>
              <a:pathLst>
                <a:path w="0" h="617415">
                  <a:moveTo>
                    <a:pt x="0" y="61741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0" name="pl9090"/>
            <p:cNvSpPr/>
            <p:nvPr/>
          </p:nvSpPr>
          <p:spPr>
            <a:xfrm>
              <a:off x="6403726" y="6903810"/>
              <a:ext cx="0" cy="224952"/>
            </a:xfrm>
            <a:custGeom>
              <a:avLst/>
              <a:pathLst>
                <a:path w="0" h="224952">
                  <a:moveTo>
                    <a:pt x="0" y="0"/>
                  </a:moveTo>
                  <a:lnTo>
                    <a:pt x="0" y="22495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1" name="pg9091"/>
            <p:cNvSpPr/>
            <p:nvPr/>
          </p:nvSpPr>
          <p:spPr>
            <a:xfrm>
              <a:off x="6303213" y="6350199"/>
              <a:ext cx="201024" cy="553610"/>
            </a:xfrm>
            <a:custGeom>
              <a:avLst/>
              <a:pathLst>
                <a:path w="201024" h="553610">
                  <a:moveTo>
                    <a:pt x="0" y="0"/>
                  </a:moveTo>
                  <a:lnTo>
                    <a:pt x="0" y="553610"/>
                  </a:lnTo>
                  <a:lnTo>
                    <a:pt x="201024" y="553610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2" name="pl9092"/>
            <p:cNvSpPr/>
            <p:nvPr/>
          </p:nvSpPr>
          <p:spPr>
            <a:xfrm>
              <a:off x="6303213" y="6770536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3" name="pl9093"/>
            <p:cNvSpPr/>
            <p:nvPr/>
          </p:nvSpPr>
          <p:spPr>
            <a:xfrm>
              <a:off x="6671759" y="5587027"/>
              <a:ext cx="0" cy="900183"/>
            </a:xfrm>
            <a:custGeom>
              <a:avLst/>
              <a:pathLst>
                <a:path w="0" h="900183">
                  <a:moveTo>
                    <a:pt x="0" y="90018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4" name="pl9094"/>
            <p:cNvSpPr/>
            <p:nvPr/>
          </p:nvSpPr>
          <p:spPr>
            <a:xfrm>
              <a:off x="6671759" y="6916296"/>
              <a:ext cx="0" cy="201801"/>
            </a:xfrm>
            <a:custGeom>
              <a:avLst/>
              <a:pathLst>
                <a:path w="0" h="201801">
                  <a:moveTo>
                    <a:pt x="0" y="0"/>
                  </a:moveTo>
                  <a:lnTo>
                    <a:pt x="0" y="20180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5" name="pg9095"/>
            <p:cNvSpPr/>
            <p:nvPr/>
          </p:nvSpPr>
          <p:spPr>
            <a:xfrm>
              <a:off x="6571246" y="6487210"/>
              <a:ext cx="201024" cy="429086"/>
            </a:xfrm>
            <a:custGeom>
              <a:avLst/>
              <a:pathLst>
                <a:path w="201024" h="429086">
                  <a:moveTo>
                    <a:pt x="0" y="0"/>
                  </a:moveTo>
                  <a:lnTo>
                    <a:pt x="0" y="429086"/>
                  </a:lnTo>
                  <a:lnTo>
                    <a:pt x="201024" y="429086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6" name="pl9096"/>
            <p:cNvSpPr/>
            <p:nvPr/>
          </p:nvSpPr>
          <p:spPr>
            <a:xfrm>
              <a:off x="6571246" y="6779911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97" name="rc9097"/>
            <p:cNvSpPr/>
            <p:nvPr/>
          </p:nvSpPr>
          <p:spPr>
            <a:xfrm>
              <a:off x="6883189" y="5506905"/>
              <a:ext cx="1393771" cy="17334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8" name="pl9098"/>
            <p:cNvSpPr/>
            <p:nvPr/>
          </p:nvSpPr>
          <p:spPr>
            <a:xfrm>
              <a:off x="6883189" y="696294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9" name="pl9099"/>
            <p:cNvSpPr/>
            <p:nvPr/>
          </p:nvSpPr>
          <p:spPr>
            <a:xfrm>
              <a:off x="6883189" y="6618618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0" name="pl9100"/>
            <p:cNvSpPr/>
            <p:nvPr/>
          </p:nvSpPr>
          <p:spPr>
            <a:xfrm>
              <a:off x="6883189" y="6274293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1" name="pl9101"/>
            <p:cNvSpPr/>
            <p:nvPr/>
          </p:nvSpPr>
          <p:spPr>
            <a:xfrm>
              <a:off x="6883189" y="5929969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2" name="pl9102"/>
            <p:cNvSpPr/>
            <p:nvPr/>
          </p:nvSpPr>
          <p:spPr>
            <a:xfrm>
              <a:off x="6883189" y="5585644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  <a:lnTo>
                    <a:pt x="1393771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3" name="pl9103"/>
            <p:cNvSpPr/>
            <p:nvPr/>
          </p:nvSpPr>
          <p:spPr>
            <a:xfrm>
              <a:off x="7044009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4" name="pl9104"/>
            <p:cNvSpPr/>
            <p:nvPr/>
          </p:nvSpPr>
          <p:spPr>
            <a:xfrm>
              <a:off x="7312042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5" name="pl9105"/>
            <p:cNvSpPr/>
            <p:nvPr/>
          </p:nvSpPr>
          <p:spPr>
            <a:xfrm>
              <a:off x="7580075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6" name="pl9106"/>
            <p:cNvSpPr/>
            <p:nvPr/>
          </p:nvSpPr>
          <p:spPr>
            <a:xfrm>
              <a:off x="7848108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7" name="pl9107"/>
            <p:cNvSpPr/>
            <p:nvPr/>
          </p:nvSpPr>
          <p:spPr>
            <a:xfrm>
              <a:off x="8116141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8" name="pl9108"/>
            <p:cNvSpPr/>
            <p:nvPr/>
          </p:nvSpPr>
          <p:spPr>
            <a:xfrm>
              <a:off x="7044009" y="5598493"/>
              <a:ext cx="0" cy="341583"/>
            </a:xfrm>
            <a:custGeom>
              <a:avLst/>
              <a:pathLst>
                <a:path w="0" h="341583">
                  <a:moveTo>
                    <a:pt x="0" y="34158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9" name="pl9109"/>
            <p:cNvSpPr/>
            <p:nvPr/>
          </p:nvSpPr>
          <p:spPr>
            <a:xfrm>
              <a:off x="7044009" y="6791037"/>
              <a:ext cx="0" cy="300498"/>
            </a:xfrm>
            <a:custGeom>
              <a:avLst/>
              <a:pathLst>
                <a:path w="0" h="300498">
                  <a:moveTo>
                    <a:pt x="0" y="0"/>
                  </a:moveTo>
                  <a:lnTo>
                    <a:pt x="0" y="30049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0" name="pg9110"/>
            <p:cNvSpPr/>
            <p:nvPr/>
          </p:nvSpPr>
          <p:spPr>
            <a:xfrm>
              <a:off x="6943496" y="5940077"/>
              <a:ext cx="201024" cy="850960"/>
            </a:xfrm>
            <a:custGeom>
              <a:avLst/>
              <a:pathLst>
                <a:path w="201024" h="850960">
                  <a:moveTo>
                    <a:pt x="0" y="0"/>
                  </a:moveTo>
                  <a:lnTo>
                    <a:pt x="0" y="850960"/>
                  </a:lnTo>
                  <a:lnTo>
                    <a:pt x="201024" y="850960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F8766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1" name="pl9111"/>
            <p:cNvSpPr/>
            <p:nvPr/>
          </p:nvSpPr>
          <p:spPr>
            <a:xfrm>
              <a:off x="6943496" y="6415229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2" name="pl9112"/>
            <p:cNvSpPr/>
            <p:nvPr/>
          </p:nvSpPr>
          <p:spPr>
            <a:xfrm>
              <a:off x="7312042" y="5745894"/>
              <a:ext cx="0" cy="680077"/>
            </a:xfrm>
            <a:custGeom>
              <a:avLst/>
              <a:pathLst>
                <a:path w="0" h="680077">
                  <a:moveTo>
                    <a:pt x="0" y="68007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3" name="pl9113"/>
            <p:cNvSpPr/>
            <p:nvPr/>
          </p:nvSpPr>
          <p:spPr>
            <a:xfrm>
              <a:off x="7312042" y="6872159"/>
              <a:ext cx="0" cy="183782"/>
            </a:xfrm>
            <a:custGeom>
              <a:avLst/>
              <a:pathLst>
                <a:path w="0" h="183782">
                  <a:moveTo>
                    <a:pt x="0" y="0"/>
                  </a:moveTo>
                  <a:lnTo>
                    <a:pt x="0" y="18378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4" name="pg9114"/>
            <p:cNvSpPr/>
            <p:nvPr/>
          </p:nvSpPr>
          <p:spPr>
            <a:xfrm>
              <a:off x="7211529" y="6425971"/>
              <a:ext cx="201024" cy="446188"/>
            </a:xfrm>
            <a:custGeom>
              <a:avLst/>
              <a:pathLst>
                <a:path w="201024" h="446188">
                  <a:moveTo>
                    <a:pt x="0" y="0"/>
                  </a:moveTo>
                  <a:lnTo>
                    <a:pt x="0" y="446188"/>
                  </a:lnTo>
                  <a:lnTo>
                    <a:pt x="201024" y="446188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A3A500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5" name="pl9115"/>
            <p:cNvSpPr/>
            <p:nvPr/>
          </p:nvSpPr>
          <p:spPr>
            <a:xfrm>
              <a:off x="7211529" y="6757073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6" name="pl9116"/>
            <p:cNvSpPr/>
            <p:nvPr/>
          </p:nvSpPr>
          <p:spPr>
            <a:xfrm>
              <a:off x="7580075" y="5849802"/>
              <a:ext cx="0" cy="411067"/>
            </a:xfrm>
            <a:custGeom>
              <a:avLst/>
              <a:pathLst>
                <a:path w="0" h="411067">
                  <a:moveTo>
                    <a:pt x="0" y="41106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7" name="pl9117"/>
            <p:cNvSpPr/>
            <p:nvPr/>
          </p:nvSpPr>
          <p:spPr>
            <a:xfrm>
              <a:off x="7580075" y="6872243"/>
              <a:ext cx="0" cy="153608"/>
            </a:xfrm>
            <a:custGeom>
              <a:avLst/>
              <a:pathLst>
                <a:path w="0" h="153608">
                  <a:moveTo>
                    <a:pt x="0" y="0"/>
                  </a:moveTo>
                  <a:lnTo>
                    <a:pt x="0" y="15360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8" name="pg9118"/>
            <p:cNvSpPr/>
            <p:nvPr/>
          </p:nvSpPr>
          <p:spPr>
            <a:xfrm>
              <a:off x="7479562" y="6260869"/>
              <a:ext cx="201024" cy="611373"/>
            </a:xfrm>
            <a:custGeom>
              <a:avLst/>
              <a:pathLst>
                <a:path w="201024" h="611373">
                  <a:moveTo>
                    <a:pt x="0" y="0"/>
                  </a:moveTo>
                  <a:lnTo>
                    <a:pt x="0" y="611373"/>
                  </a:lnTo>
                  <a:lnTo>
                    <a:pt x="201024" y="611373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F7D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9" name="pl9119"/>
            <p:cNvSpPr/>
            <p:nvPr/>
          </p:nvSpPr>
          <p:spPr>
            <a:xfrm>
              <a:off x="7479562" y="6692204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0" name="pl9120"/>
            <p:cNvSpPr/>
            <p:nvPr/>
          </p:nvSpPr>
          <p:spPr>
            <a:xfrm>
              <a:off x="7848108" y="5592222"/>
              <a:ext cx="0" cy="824045"/>
            </a:xfrm>
            <a:custGeom>
              <a:avLst/>
              <a:pathLst>
                <a:path w="0" h="824045">
                  <a:moveTo>
                    <a:pt x="0" y="82404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1" name="pl9121"/>
            <p:cNvSpPr/>
            <p:nvPr/>
          </p:nvSpPr>
          <p:spPr>
            <a:xfrm>
              <a:off x="7848108" y="6866256"/>
              <a:ext cx="0" cy="185539"/>
            </a:xfrm>
            <a:custGeom>
              <a:avLst/>
              <a:pathLst>
                <a:path w="0" h="185539">
                  <a:moveTo>
                    <a:pt x="0" y="0"/>
                  </a:moveTo>
                  <a:lnTo>
                    <a:pt x="0" y="185539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2" name="pg9122"/>
            <p:cNvSpPr/>
            <p:nvPr/>
          </p:nvSpPr>
          <p:spPr>
            <a:xfrm>
              <a:off x="7747595" y="6416267"/>
              <a:ext cx="201024" cy="449988"/>
            </a:xfrm>
            <a:custGeom>
              <a:avLst/>
              <a:pathLst>
                <a:path w="201024" h="449988">
                  <a:moveTo>
                    <a:pt x="0" y="0"/>
                  </a:moveTo>
                  <a:lnTo>
                    <a:pt x="0" y="449988"/>
                  </a:lnTo>
                  <a:lnTo>
                    <a:pt x="201024" y="449988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00B0F6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3" name="pl9123"/>
            <p:cNvSpPr/>
            <p:nvPr/>
          </p:nvSpPr>
          <p:spPr>
            <a:xfrm>
              <a:off x="7747595" y="6662752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4" name="pl9124"/>
            <p:cNvSpPr/>
            <p:nvPr/>
          </p:nvSpPr>
          <p:spPr>
            <a:xfrm>
              <a:off x="8116141" y="5587556"/>
              <a:ext cx="0" cy="564144"/>
            </a:xfrm>
            <a:custGeom>
              <a:avLst/>
              <a:pathLst>
                <a:path w="0" h="564144">
                  <a:moveTo>
                    <a:pt x="0" y="56414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5" name="pl9125"/>
            <p:cNvSpPr/>
            <p:nvPr/>
          </p:nvSpPr>
          <p:spPr>
            <a:xfrm>
              <a:off x="8116141" y="6786958"/>
              <a:ext cx="0" cy="245798"/>
            </a:xfrm>
            <a:custGeom>
              <a:avLst/>
              <a:pathLst>
                <a:path w="0" h="245798">
                  <a:moveTo>
                    <a:pt x="0" y="0"/>
                  </a:moveTo>
                  <a:lnTo>
                    <a:pt x="0" y="245798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6" name="pg9126"/>
            <p:cNvSpPr/>
            <p:nvPr/>
          </p:nvSpPr>
          <p:spPr>
            <a:xfrm>
              <a:off x="8015628" y="6151701"/>
              <a:ext cx="201024" cy="635256"/>
            </a:xfrm>
            <a:custGeom>
              <a:avLst/>
              <a:pathLst>
                <a:path w="201024" h="635256">
                  <a:moveTo>
                    <a:pt x="0" y="0"/>
                  </a:moveTo>
                  <a:lnTo>
                    <a:pt x="0" y="635256"/>
                  </a:lnTo>
                  <a:lnTo>
                    <a:pt x="201024" y="635256"/>
                  </a:lnTo>
                  <a:lnTo>
                    <a:pt x="201024" y="0"/>
                  </a:lnTo>
                  <a:close/>
                </a:path>
              </a:pathLst>
            </a:custGeom>
            <a:solidFill>
              <a:srgbClr val="E76BF3">
                <a:alpha val="69803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7" name="pl9127"/>
            <p:cNvSpPr/>
            <p:nvPr/>
          </p:nvSpPr>
          <p:spPr>
            <a:xfrm>
              <a:off x="8015628" y="6490627"/>
              <a:ext cx="201024" cy="0"/>
            </a:xfrm>
            <a:custGeom>
              <a:avLst/>
              <a:pathLst>
                <a:path w="201024" h="0">
                  <a:moveTo>
                    <a:pt x="0" y="0"/>
                  </a:moveTo>
                  <a:lnTo>
                    <a:pt x="201024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8" name="rc9128"/>
            <p:cNvSpPr/>
            <p:nvPr/>
          </p:nvSpPr>
          <p:spPr>
            <a:xfrm>
              <a:off x="2550043" y="5399691"/>
              <a:ext cx="1393771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9" name="tx9129"/>
            <p:cNvSpPr/>
            <p:nvPr/>
          </p:nvSpPr>
          <p:spPr>
            <a:xfrm>
              <a:off x="3016226" y="5411647"/>
              <a:ext cx="46140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9130" name="rc9130"/>
            <p:cNvSpPr/>
            <p:nvPr/>
          </p:nvSpPr>
          <p:spPr>
            <a:xfrm>
              <a:off x="3994425" y="5399691"/>
              <a:ext cx="1393771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1" name="tx9131"/>
            <p:cNvSpPr/>
            <p:nvPr/>
          </p:nvSpPr>
          <p:spPr>
            <a:xfrm>
              <a:off x="4326419" y="5411647"/>
              <a:ext cx="72978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9132" name="rc9132"/>
            <p:cNvSpPr/>
            <p:nvPr/>
          </p:nvSpPr>
          <p:spPr>
            <a:xfrm>
              <a:off x="5438807" y="5399691"/>
              <a:ext cx="1393771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3" name="tx9133"/>
            <p:cNvSpPr/>
            <p:nvPr/>
          </p:nvSpPr>
          <p:spPr>
            <a:xfrm>
              <a:off x="5712006" y="5411647"/>
              <a:ext cx="847374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9134" name="rc9134"/>
            <p:cNvSpPr/>
            <p:nvPr/>
          </p:nvSpPr>
          <p:spPr>
            <a:xfrm>
              <a:off x="6883189" y="5399691"/>
              <a:ext cx="1393771" cy="107213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5" name="tx9135"/>
            <p:cNvSpPr/>
            <p:nvPr/>
          </p:nvSpPr>
          <p:spPr>
            <a:xfrm>
              <a:off x="7131562" y="5411647"/>
              <a:ext cx="897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9136" name="pl9136"/>
            <p:cNvSpPr/>
            <p:nvPr/>
          </p:nvSpPr>
          <p:spPr>
            <a:xfrm>
              <a:off x="2550043" y="7240326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7" name="pl9137"/>
            <p:cNvSpPr/>
            <p:nvPr/>
          </p:nvSpPr>
          <p:spPr>
            <a:xfrm>
              <a:off x="2710863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8" name="pl9138"/>
            <p:cNvSpPr/>
            <p:nvPr/>
          </p:nvSpPr>
          <p:spPr>
            <a:xfrm>
              <a:off x="2978896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9" name="pl9139"/>
            <p:cNvSpPr/>
            <p:nvPr/>
          </p:nvSpPr>
          <p:spPr>
            <a:xfrm>
              <a:off x="3246929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0" name="pl9140"/>
            <p:cNvSpPr/>
            <p:nvPr/>
          </p:nvSpPr>
          <p:spPr>
            <a:xfrm>
              <a:off x="3514962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1" name="pl9141"/>
            <p:cNvSpPr/>
            <p:nvPr/>
          </p:nvSpPr>
          <p:spPr>
            <a:xfrm>
              <a:off x="3782995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2" name="tx9142"/>
            <p:cNvSpPr/>
            <p:nvPr/>
          </p:nvSpPr>
          <p:spPr>
            <a:xfrm>
              <a:off x="2646397" y="7285875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143" name="tx9143"/>
            <p:cNvSpPr/>
            <p:nvPr/>
          </p:nvSpPr>
          <p:spPr>
            <a:xfrm>
              <a:off x="2884575" y="7285875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144" name="tx9144"/>
            <p:cNvSpPr/>
            <p:nvPr/>
          </p:nvSpPr>
          <p:spPr>
            <a:xfrm>
              <a:off x="3144470" y="7285875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145" name="tx9145"/>
            <p:cNvSpPr/>
            <p:nvPr/>
          </p:nvSpPr>
          <p:spPr>
            <a:xfrm>
              <a:off x="3449308" y="7285875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146" name="tx9146"/>
            <p:cNvSpPr/>
            <p:nvPr/>
          </p:nvSpPr>
          <p:spPr>
            <a:xfrm>
              <a:off x="3655939" y="7285875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147" name="pl9147"/>
            <p:cNvSpPr/>
            <p:nvPr/>
          </p:nvSpPr>
          <p:spPr>
            <a:xfrm>
              <a:off x="3994425" y="7240326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8" name="pl9148"/>
            <p:cNvSpPr/>
            <p:nvPr/>
          </p:nvSpPr>
          <p:spPr>
            <a:xfrm>
              <a:off x="4155245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9" name="pl9149"/>
            <p:cNvSpPr/>
            <p:nvPr/>
          </p:nvSpPr>
          <p:spPr>
            <a:xfrm>
              <a:off x="4423278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0" name="pl9150"/>
            <p:cNvSpPr/>
            <p:nvPr/>
          </p:nvSpPr>
          <p:spPr>
            <a:xfrm>
              <a:off x="4691311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1" name="pl9151"/>
            <p:cNvSpPr/>
            <p:nvPr/>
          </p:nvSpPr>
          <p:spPr>
            <a:xfrm>
              <a:off x="4959344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2" name="pl9152"/>
            <p:cNvSpPr/>
            <p:nvPr/>
          </p:nvSpPr>
          <p:spPr>
            <a:xfrm>
              <a:off x="5227377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3" name="tx9153"/>
            <p:cNvSpPr/>
            <p:nvPr/>
          </p:nvSpPr>
          <p:spPr>
            <a:xfrm>
              <a:off x="4090779" y="7285875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154" name="tx9154"/>
            <p:cNvSpPr/>
            <p:nvPr/>
          </p:nvSpPr>
          <p:spPr>
            <a:xfrm>
              <a:off x="4328957" y="7285875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155" name="tx9155"/>
            <p:cNvSpPr/>
            <p:nvPr/>
          </p:nvSpPr>
          <p:spPr>
            <a:xfrm>
              <a:off x="4588852" y="7285875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156" name="tx9156"/>
            <p:cNvSpPr/>
            <p:nvPr/>
          </p:nvSpPr>
          <p:spPr>
            <a:xfrm>
              <a:off x="4893690" y="7285875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157" name="tx9157"/>
            <p:cNvSpPr/>
            <p:nvPr/>
          </p:nvSpPr>
          <p:spPr>
            <a:xfrm>
              <a:off x="5100321" y="7285875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158" name="pl9158"/>
            <p:cNvSpPr/>
            <p:nvPr/>
          </p:nvSpPr>
          <p:spPr>
            <a:xfrm>
              <a:off x="5438807" y="7240326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9" name="pl9159"/>
            <p:cNvSpPr/>
            <p:nvPr/>
          </p:nvSpPr>
          <p:spPr>
            <a:xfrm>
              <a:off x="5599627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0" name="pl9160"/>
            <p:cNvSpPr/>
            <p:nvPr/>
          </p:nvSpPr>
          <p:spPr>
            <a:xfrm>
              <a:off x="5867660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1" name="pl9161"/>
            <p:cNvSpPr/>
            <p:nvPr/>
          </p:nvSpPr>
          <p:spPr>
            <a:xfrm>
              <a:off x="6135693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2" name="pl9162"/>
            <p:cNvSpPr/>
            <p:nvPr/>
          </p:nvSpPr>
          <p:spPr>
            <a:xfrm>
              <a:off x="6403726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3" name="pl9163"/>
            <p:cNvSpPr/>
            <p:nvPr/>
          </p:nvSpPr>
          <p:spPr>
            <a:xfrm>
              <a:off x="6671759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4" name="tx9164"/>
            <p:cNvSpPr/>
            <p:nvPr/>
          </p:nvSpPr>
          <p:spPr>
            <a:xfrm>
              <a:off x="5535161" y="7285875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165" name="tx9165"/>
            <p:cNvSpPr/>
            <p:nvPr/>
          </p:nvSpPr>
          <p:spPr>
            <a:xfrm>
              <a:off x="5773339" y="7285875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166" name="tx9166"/>
            <p:cNvSpPr/>
            <p:nvPr/>
          </p:nvSpPr>
          <p:spPr>
            <a:xfrm>
              <a:off x="6033234" y="7285875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167" name="tx9167"/>
            <p:cNvSpPr/>
            <p:nvPr/>
          </p:nvSpPr>
          <p:spPr>
            <a:xfrm>
              <a:off x="6338072" y="7285875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168" name="tx9168"/>
            <p:cNvSpPr/>
            <p:nvPr/>
          </p:nvSpPr>
          <p:spPr>
            <a:xfrm>
              <a:off x="6544703" y="7285875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169" name="pl9169"/>
            <p:cNvSpPr/>
            <p:nvPr/>
          </p:nvSpPr>
          <p:spPr>
            <a:xfrm>
              <a:off x="6883189" y="7240326"/>
              <a:ext cx="1393771" cy="0"/>
            </a:xfrm>
            <a:custGeom>
              <a:avLst/>
              <a:pathLst>
                <a:path w="1393771" h="0">
                  <a:moveTo>
                    <a:pt x="0" y="0"/>
                  </a:moveTo>
                  <a:lnTo>
                    <a:pt x="139377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0" name="pl9170"/>
            <p:cNvSpPr/>
            <p:nvPr/>
          </p:nvSpPr>
          <p:spPr>
            <a:xfrm>
              <a:off x="7044009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1" name="pl9171"/>
            <p:cNvSpPr/>
            <p:nvPr/>
          </p:nvSpPr>
          <p:spPr>
            <a:xfrm>
              <a:off x="7312042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2" name="pl9172"/>
            <p:cNvSpPr/>
            <p:nvPr/>
          </p:nvSpPr>
          <p:spPr>
            <a:xfrm>
              <a:off x="7580075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3" name="pl9173"/>
            <p:cNvSpPr/>
            <p:nvPr/>
          </p:nvSpPr>
          <p:spPr>
            <a:xfrm>
              <a:off x="7848108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4" name="pl9174"/>
            <p:cNvSpPr/>
            <p:nvPr/>
          </p:nvSpPr>
          <p:spPr>
            <a:xfrm>
              <a:off x="8116141" y="7240326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5" name="tx9175"/>
            <p:cNvSpPr/>
            <p:nvPr/>
          </p:nvSpPr>
          <p:spPr>
            <a:xfrm>
              <a:off x="6979544" y="7285875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176" name="tx9176"/>
            <p:cNvSpPr/>
            <p:nvPr/>
          </p:nvSpPr>
          <p:spPr>
            <a:xfrm>
              <a:off x="7217721" y="7285875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177" name="tx9177"/>
            <p:cNvSpPr/>
            <p:nvPr/>
          </p:nvSpPr>
          <p:spPr>
            <a:xfrm>
              <a:off x="7477616" y="7285875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178" name="tx9178"/>
            <p:cNvSpPr/>
            <p:nvPr/>
          </p:nvSpPr>
          <p:spPr>
            <a:xfrm>
              <a:off x="7782454" y="7285875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179" name="tx9179"/>
            <p:cNvSpPr/>
            <p:nvPr/>
          </p:nvSpPr>
          <p:spPr>
            <a:xfrm>
              <a:off x="7989085" y="7285875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180" name="pl9180"/>
            <p:cNvSpPr/>
            <p:nvPr/>
          </p:nvSpPr>
          <p:spPr>
            <a:xfrm>
              <a:off x="2550043" y="5506905"/>
              <a:ext cx="0" cy="1733421"/>
            </a:xfrm>
            <a:custGeom>
              <a:avLst/>
              <a:pathLst>
                <a:path w="0" h="1733421">
                  <a:moveTo>
                    <a:pt x="0" y="173342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1" name="tx9181"/>
            <p:cNvSpPr/>
            <p:nvPr/>
          </p:nvSpPr>
          <p:spPr>
            <a:xfrm>
              <a:off x="2181710" y="6925910"/>
              <a:ext cx="32278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0.01%</a:t>
              </a:r>
            </a:p>
          </p:txBody>
        </p:sp>
        <p:sp>
          <p:nvSpPr>
            <p:cNvPr id="9182" name="tx9182"/>
            <p:cNvSpPr/>
            <p:nvPr/>
          </p:nvSpPr>
          <p:spPr>
            <a:xfrm>
              <a:off x="2246358" y="6581585"/>
              <a:ext cx="25813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0.1%</a:t>
              </a:r>
            </a:p>
          </p:txBody>
        </p:sp>
        <p:sp>
          <p:nvSpPr>
            <p:cNvPr id="9183" name="tx9183"/>
            <p:cNvSpPr/>
            <p:nvPr/>
          </p:nvSpPr>
          <p:spPr>
            <a:xfrm>
              <a:off x="2343285" y="6237260"/>
              <a:ext cx="16120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1%</a:t>
              </a:r>
            </a:p>
          </p:txBody>
        </p:sp>
        <p:sp>
          <p:nvSpPr>
            <p:cNvPr id="9184" name="tx9184"/>
            <p:cNvSpPr/>
            <p:nvPr/>
          </p:nvSpPr>
          <p:spPr>
            <a:xfrm>
              <a:off x="2278637" y="5892936"/>
              <a:ext cx="22585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9185" name="tx9185"/>
            <p:cNvSpPr/>
            <p:nvPr/>
          </p:nvSpPr>
          <p:spPr>
            <a:xfrm>
              <a:off x="2213989" y="5548611"/>
              <a:ext cx="29050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100%</a:t>
              </a:r>
            </a:p>
          </p:txBody>
        </p:sp>
        <p:sp>
          <p:nvSpPr>
            <p:cNvPr id="9186" name="pl9186"/>
            <p:cNvSpPr/>
            <p:nvPr/>
          </p:nvSpPr>
          <p:spPr>
            <a:xfrm>
              <a:off x="2524738" y="69629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7" name="pl9187"/>
            <p:cNvSpPr/>
            <p:nvPr/>
          </p:nvSpPr>
          <p:spPr>
            <a:xfrm>
              <a:off x="2524738" y="661861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8" name="pl9188"/>
            <p:cNvSpPr/>
            <p:nvPr/>
          </p:nvSpPr>
          <p:spPr>
            <a:xfrm>
              <a:off x="2524738" y="62742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9" name="pl9189"/>
            <p:cNvSpPr/>
            <p:nvPr/>
          </p:nvSpPr>
          <p:spPr>
            <a:xfrm>
              <a:off x="2524738" y="592996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0" name="pl9190"/>
            <p:cNvSpPr/>
            <p:nvPr/>
          </p:nvSpPr>
          <p:spPr>
            <a:xfrm>
              <a:off x="2524738" y="558564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1" name="tx9191"/>
            <p:cNvSpPr/>
            <p:nvPr/>
          </p:nvSpPr>
          <p:spPr>
            <a:xfrm rot="-5400000">
              <a:off x="1440887" y="6331964"/>
              <a:ext cx="136693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Relative abundance (%)</a:t>
              </a:r>
            </a:p>
          </p:txBody>
        </p:sp>
        <p:sp>
          <p:nvSpPr>
            <p:cNvPr id="9192" name="tx9192"/>
            <p:cNvSpPr/>
            <p:nvPr/>
          </p:nvSpPr>
          <p:spPr>
            <a:xfrm>
              <a:off x="2110069" y="5413866"/>
              <a:ext cx="10533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9193" name="rc9193"/>
            <p:cNvSpPr/>
            <p:nvPr/>
          </p:nvSpPr>
          <p:spPr>
            <a:xfrm>
              <a:off x="2057400" y="7406481"/>
              <a:ext cx="6270171" cy="2057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4" name="rc9194"/>
            <p:cNvSpPr/>
            <p:nvPr/>
          </p:nvSpPr>
          <p:spPr>
            <a:xfrm>
              <a:off x="2082705" y="7457091"/>
              <a:ext cx="1322871" cy="1981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5" name="rc9195"/>
            <p:cNvSpPr/>
            <p:nvPr/>
          </p:nvSpPr>
          <p:spPr>
            <a:xfrm>
              <a:off x="3405576" y="7457091"/>
              <a:ext cx="1322871" cy="1981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6" name="rc9196"/>
            <p:cNvSpPr/>
            <p:nvPr/>
          </p:nvSpPr>
          <p:spPr>
            <a:xfrm>
              <a:off x="4728448" y="7457091"/>
              <a:ext cx="1351116" cy="1981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7" name="rc9197"/>
            <p:cNvSpPr/>
            <p:nvPr/>
          </p:nvSpPr>
          <p:spPr>
            <a:xfrm>
              <a:off x="6079564" y="7457091"/>
              <a:ext cx="2197396" cy="1981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8" name="rc9198"/>
            <p:cNvSpPr/>
            <p:nvPr/>
          </p:nvSpPr>
          <p:spPr>
            <a:xfrm>
              <a:off x="2266538" y="7614915"/>
              <a:ext cx="1088427" cy="15249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9" name="pl9199"/>
            <p:cNvSpPr/>
            <p:nvPr/>
          </p:nvSpPr>
          <p:spPr>
            <a:xfrm>
              <a:off x="2266538" y="9120097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0" name="pl9200"/>
            <p:cNvSpPr/>
            <p:nvPr/>
          </p:nvSpPr>
          <p:spPr>
            <a:xfrm>
              <a:off x="2266538" y="8624971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1" name="pl9201"/>
            <p:cNvSpPr/>
            <p:nvPr/>
          </p:nvSpPr>
          <p:spPr>
            <a:xfrm>
              <a:off x="2266538" y="8129846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2" name="pl9202"/>
            <p:cNvSpPr/>
            <p:nvPr/>
          </p:nvSpPr>
          <p:spPr>
            <a:xfrm>
              <a:off x="2266538" y="7634720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3" name="pl9203"/>
            <p:cNvSpPr/>
            <p:nvPr/>
          </p:nvSpPr>
          <p:spPr>
            <a:xfrm>
              <a:off x="2392126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4" name="pl9204"/>
            <p:cNvSpPr/>
            <p:nvPr/>
          </p:nvSpPr>
          <p:spPr>
            <a:xfrm>
              <a:off x="2601439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5" name="pl9205"/>
            <p:cNvSpPr/>
            <p:nvPr/>
          </p:nvSpPr>
          <p:spPr>
            <a:xfrm>
              <a:off x="2810752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6" name="pl9206"/>
            <p:cNvSpPr/>
            <p:nvPr/>
          </p:nvSpPr>
          <p:spPr>
            <a:xfrm>
              <a:off x="3020065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7" name="pl9207"/>
            <p:cNvSpPr/>
            <p:nvPr/>
          </p:nvSpPr>
          <p:spPr>
            <a:xfrm>
              <a:off x="3229378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8" name="pl9208"/>
            <p:cNvSpPr/>
            <p:nvPr/>
          </p:nvSpPr>
          <p:spPr>
            <a:xfrm>
              <a:off x="2392126" y="8575459"/>
              <a:ext cx="0" cy="136159"/>
            </a:xfrm>
            <a:custGeom>
              <a:avLst/>
              <a:pathLst>
                <a:path w="0" h="136159">
                  <a:moveTo>
                    <a:pt x="0" y="13615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9" name="pl9209"/>
            <p:cNvSpPr/>
            <p:nvPr/>
          </p:nvSpPr>
          <p:spPr>
            <a:xfrm>
              <a:off x="2392126" y="8971560"/>
              <a:ext cx="0" cy="99025"/>
            </a:xfrm>
            <a:custGeom>
              <a:avLst/>
              <a:pathLst>
                <a:path w="0" h="99025">
                  <a:moveTo>
                    <a:pt x="0" y="0"/>
                  </a:moveTo>
                  <a:lnTo>
                    <a:pt x="0" y="99025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0" name="pg9210"/>
            <p:cNvSpPr/>
            <p:nvPr/>
          </p:nvSpPr>
          <p:spPr>
            <a:xfrm>
              <a:off x="2318866" y="8711618"/>
              <a:ext cx="146519" cy="259941"/>
            </a:xfrm>
            <a:custGeom>
              <a:avLst/>
              <a:pathLst>
                <a:path w="146519" h="259941">
                  <a:moveTo>
                    <a:pt x="0" y="0"/>
                  </a:moveTo>
                  <a:lnTo>
                    <a:pt x="0" y="259941"/>
                  </a:lnTo>
                  <a:lnTo>
                    <a:pt x="146519" y="259941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1" name="pl9211"/>
            <p:cNvSpPr/>
            <p:nvPr/>
          </p:nvSpPr>
          <p:spPr>
            <a:xfrm>
              <a:off x="2318866" y="8872534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2" name="pl9212"/>
            <p:cNvSpPr/>
            <p:nvPr/>
          </p:nvSpPr>
          <p:spPr>
            <a:xfrm>
              <a:off x="2601439" y="8624971"/>
              <a:ext cx="0" cy="198050"/>
            </a:xfrm>
            <a:custGeom>
              <a:avLst/>
              <a:pathLst>
                <a:path w="0" h="198050">
                  <a:moveTo>
                    <a:pt x="0" y="19805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3" name="pl9213"/>
            <p:cNvSpPr/>
            <p:nvPr/>
          </p:nvSpPr>
          <p:spPr>
            <a:xfrm>
              <a:off x="2601439" y="8971560"/>
              <a:ext cx="0" cy="99025"/>
            </a:xfrm>
            <a:custGeom>
              <a:avLst/>
              <a:pathLst>
                <a:path w="0" h="99025">
                  <a:moveTo>
                    <a:pt x="0" y="0"/>
                  </a:moveTo>
                  <a:lnTo>
                    <a:pt x="0" y="99025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4" name="pg9214"/>
            <p:cNvSpPr/>
            <p:nvPr/>
          </p:nvSpPr>
          <p:spPr>
            <a:xfrm>
              <a:off x="2528179" y="8823022"/>
              <a:ext cx="146519" cy="148537"/>
            </a:xfrm>
            <a:custGeom>
              <a:avLst/>
              <a:pathLst>
                <a:path w="146519" h="148537">
                  <a:moveTo>
                    <a:pt x="0" y="0"/>
                  </a:moveTo>
                  <a:lnTo>
                    <a:pt x="0" y="148537"/>
                  </a:lnTo>
                  <a:lnTo>
                    <a:pt x="146519" y="14853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5" name="pl9215"/>
            <p:cNvSpPr/>
            <p:nvPr/>
          </p:nvSpPr>
          <p:spPr>
            <a:xfrm>
              <a:off x="2528179" y="8922047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6" name="pl9216"/>
            <p:cNvSpPr/>
            <p:nvPr/>
          </p:nvSpPr>
          <p:spPr>
            <a:xfrm>
              <a:off x="2810752" y="8624971"/>
              <a:ext cx="0" cy="198050"/>
            </a:xfrm>
            <a:custGeom>
              <a:avLst/>
              <a:pathLst>
                <a:path w="0" h="198050">
                  <a:moveTo>
                    <a:pt x="0" y="19805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7" name="pl9217"/>
            <p:cNvSpPr/>
            <p:nvPr/>
          </p:nvSpPr>
          <p:spPr>
            <a:xfrm>
              <a:off x="2810752" y="8971560"/>
              <a:ext cx="0" cy="99025"/>
            </a:xfrm>
            <a:custGeom>
              <a:avLst/>
              <a:pathLst>
                <a:path w="0" h="99025">
                  <a:moveTo>
                    <a:pt x="0" y="0"/>
                  </a:moveTo>
                  <a:lnTo>
                    <a:pt x="0" y="99025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8" name="pg9218"/>
            <p:cNvSpPr/>
            <p:nvPr/>
          </p:nvSpPr>
          <p:spPr>
            <a:xfrm>
              <a:off x="2737492" y="8823022"/>
              <a:ext cx="146519" cy="148537"/>
            </a:xfrm>
            <a:custGeom>
              <a:avLst/>
              <a:pathLst>
                <a:path w="146519" h="148537">
                  <a:moveTo>
                    <a:pt x="0" y="0"/>
                  </a:moveTo>
                  <a:lnTo>
                    <a:pt x="0" y="148537"/>
                  </a:lnTo>
                  <a:lnTo>
                    <a:pt x="146519" y="14853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19" name="pl9219"/>
            <p:cNvSpPr/>
            <p:nvPr/>
          </p:nvSpPr>
          <p:spPr>
            <a:xfrm>
              <a:off x="2737492" y="8922047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0" name="pl9220"/>
            <p:cNvSpPr/>
            <p:nvPr/>
          </p:nvSpPr>
          <p:spPr>
            <a:xfrm>
              <a:off x="3020065" y="8377409"/>
              <a:ext cx="0" cy="309453"/>
            </a:xfrm>
            <a:custGeom>
              <a:avLst/>
              <a:pathLst>
                <a:path w="0" h="309453">
                  <a:moveTo>
                    <a:pt x="0" y="30945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1" name="pl9221"/>
            <p:cNvSpPr/>
            <p:nvPr/>
          </p:nvSpPr>
          <p:spPr>
            <a:xfrm>
              <a:off x="3020065" y="8922047"/>
              <a:ext cx="0" cy="99025"/>
            </a:xfrm>
            <a:custGeom>
              <a:avLst/>
              <a:pathLst>
                <a:path w="0" h="99025">
                  <a:moveTo>
                    <a:pt x="0" y="0"/>
                  </a:moveTo>
                  <a:lnTo>
                    <a:pt x="0" y="99025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2" name="pg9222"/>
            <p:cNvSpPr/>
            <p:nvPr/>
          </p:nvSpPr>
          <p:spPr>
            <a:xfrm>
              <a:off x="2946806" y="8686862"/>
              <a:ext cx="146519" cy="235184"/>
            </a:xfrm>
            <a:custGeom>
              <a:avLst/>
              <a:pathLst>
                <a:path w="146519" h="235184">
                  <a:moveTo>
                    <a:pt x="0" y="0"/>
                  </a:moveTo>
                  <a:lnTo>
                    <a:pt x="0" y="235184"/>
                  </a:lnTo>
                  <a:lnTo>
                    <a:pt x="146519" y="23518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3" name="pl9223"/>
            <p:cNvSpPr/>
            <p:nvPr/>
          </p:nvSpPr>
          <p:spPr>
            <a:xfrm>
              <a:off x="2946806" y="8872534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4" name="pl9224"/>
            <p:cNvSpPr/>
            <p:nvPr/>
          </p:nvSpPr>
          <p:spPr>
            <a:xfrm>
              <a:off x="3229378" y="8476434"/>
              <a:ext cx="0" cy="297075"/>
            </a:xfrm>
            <a:custGeom>
              <a:avLst/>
              <a:pathLst>
                <a:path w="0" h="297075">
                  <a:moveTo>
                    <a:pt x="0" y="29707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5" name="pl9225"/>
            <p:cNvSpPr/>
            <p:nvPr/>
          </p:nvSpPr>
          <p:spPr>
            <a:xfrm>
              <a:off x="3229378" y="8971560"/>
              <a:ext cx="0" cy="99025"/>
            </a:xfrm>
            <a:custGeom>
              <a:avLst/>
              <a:pathLst>
                <a:path w="0" h="99025">
                  <a:moveTo>
                    <a:pt x="0" y="0"/>
                  </a:moveTo>
                  <a:lnTo>
                    <a:pt x="0" y="99025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6" name="pg9226"/>
            <p:cNvSpPr/>
            <p:nvPr/>
          </p:nvSpPr>
          <p:spPr>
            <a:xfrm>
              <a:off x="3156119" y="8773509"/>
              <a:ext cx="146519" cy="198050"/>
            </a:xfrm>
            <a:custGeom>
              <a:avLst/>
              <a:pathLst>
                <a:path w="146519" h="198050">
                  <a:moveTo>
                    <a:pt x="0" y="0"/>
                  </a:moveTo>
                  <a:lnTo>
                    <a:pt x="0" y="198050"/>
                  </a:lnTo>
                  <a:lnTo>
                    <a:pt x="146519" y="198050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7" name="pl9227"/>
            <p:cNvSpPr/>
            <p:nvPr/>
          </p:nvSpPr>
          <p:spPr>
            <a:xfrm>
              <a:off x="3156119" y="8872534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28" name="pl9228"/>
            <p:cNvSpPr/>
            <p:nvPr/>
          </p:nvSpPr>
          <p:spPr>
            <a:xfrm>
              <a:off x="2266538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9" name="tx9229"/>
            <p:cNvSpPr/>
            <p:nvPr/>
          </p:nvSpPr>
          <p:spPr>
            <a:xfrm>
              <a:off x="2156341" y="908306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9230" name="tx9230"/>
            <p:cNvSpPr/>
            <p:nvPr/>
          </p:nvSpPr>
          <p:spPr>
            <a:xfrm>
              <a:off x="2091693" y="8587938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9231" name="tx9231"/>
            <p:cNvSpPr/>
            <p:nvPr/>
          </p:nvSpPr>
          <p:spPr>
            <a:xfrm>
              <a:off x="2091693" y="809281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9232" name="tx9232"/>
            <p:cNvSpPr/>
            <p:nvPr/>
          </p:nvSpPr>
          <p:spPr>
            <a:xfrm>
              <a:off x="2091693" y="7597687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9233" name="pl9233"/>
            <p:cNvSpPr/>
            <p:nvPr/>
          </p:nvSpPr>
          <p:spPr>
            <a:xfrm>
              <a:off x="2241233" y="912009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4" name="pl9234"/>
            <p:cNvSpPr/>
            <p:nvPr/>
          </p:nvSpPr>
          <p:spPr>
            <a:xfrm>
              <a:off x="2241233" y="86249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5" name="pl9235"/>
            <p:cNvSpPr/>
            <p:nvPr/>
          </p:nvSpPr>
          <p:spPr>
            <a:xfrm>
              <a:off x="2241233" y="81298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6" name="pl9236"/>
            <p:cNvSpPr/>
            <p:nvPr/>
          </p:nvSpPr>
          <p:spPr>
            <a:xfrm>
              <a:off x="2241233" y="763472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7" name="pl9237"/>
            <p:cNvSpPr/>
            <p:nvPr/>
          </p:nvSpPr>
          <p:spPr>
            <a:xfrm>
              <a:off x="2266538" y="913990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8" name="pl9238"/>
            <p:cNvSpPr/>
            <p:nvPr/>
          </p:nvSpPr>
          <p:spPr>
            <a:xfrm>
              <a:off x="2392126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9" name="pl9239"/>
            <p:cNvSpPr/>
            <p:nvPr/>
          </p:nvSpPr>
          <p:spPr>
            <a:xfrm>
              <a:off x="2601439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0" name="pl9240"/>
            <p:cNvSpPr/>
            <p:nvPr/>
          </p:nvSpPr>
          <p:spPr>
            <a:xfrm>
              <a:off x="2810752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1" name="pl9241"/>
            <p:cNvSpPr/>
            <p:nvPr/>
          </p:nvSpPr>
          <p:spPr>
            <a:xfrm>
              <a:off x="3020065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2" name="pl9242"/>
            <p:cNvSpPr/>
            <p:nvPr/>
          </p:nvSpPr>
          <p:spPr>
            <a:xfrm>
              <a:off x="3229378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3" name="tx9243"/>
            <p:cNvSpPr/>
            <p:nvPr/>
          </p:nvSpPr>
          <p:spPr>
            <a:xfrm>
              <a:off x="2327661" y="9185451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244" name="tx9244"/>
            <p:cNvSpPr/>
            <p:nvPr/>
          </p:nvSpPr>
          <p:spPr>
            <a:xfrm>
              <a:off x="2507119" y="9185451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245" name="tx9245"/>
            <p:cNvSpPr/>
            <p:nvPr/>
          </p:nvSpPr>
          <p:spPr>
            <a:xfrm>
              <a:off x="2708294" y="9185451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246" name="tx9246"/>
            <p:cNvSpPr/>
            <p:nvPr/>
          </p:nvSpPr>
          <p:spPr>
            <a:xfrm>
              <a:off x="2954411" y="9185451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247" name="tx9247"/>
            <p:cNvSpPr/>
            <p:nvPr/>
          </p:nvSpPr>
          <p:spPr>
            <a:xfrm>
              <a:off x="3102322" y="9185451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248" name="tx9248"/>
            <p:cNvSpPr/>
            <p:nvPr/>
          </p:nvSpPr>
          <p:spPr>
            <a:xfrm>
              <a:off x="2535838" y="7519657"/>
              <a:ext cx="5498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Observed</a:t>
              </a:r>
            </a:p>
          </p:txBody>
        </p:sp>
        <p:sp>
          <p:nvSpPr>
            <p:cNvPr id="9249" name="rc9249"/>
            <p:cNvSpPr/>
            <p:nvPr/>
          </p:nvSpPr>
          <p:spPr>
            <a:xfrm>
              <a:off x="3589410" y="7614915"/>
              <a:ext cx="1088427" cy="15249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0" name="pl9250"/>
            <p:cNvSpPr/>
            <p:nvPr/>
          </p:nvSpPr>
          <p:spPr>
            <a:xfrm>
              <a:off x="3589410" y="9089840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1" name="pl9251"/>
            <p:cNvSpPr/>
            <p:nvPr/>
          </p:nvSpPr>
          <p:spPr>
            <a:xfrm>
              <a:off x="3589410" y="870474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2" name="pl9252"/>
            <p:cNvSpPr/>
            <p:nvPr/>
          </p:nvSpPr>
          <p:spPr>
            <a:xfrm>
              <a:off x="3589410" y="8319644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3" name="pl9253"/>
            <p:cNvSpPr/>
            <p:nvPr/>
          </p:nvSpPr>
          <p:spPr>
            <a:xfrm>
              <a:off x="3589410" y="7934546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4" name="pl9254"/>
            <p:cNvSpPr/>
            <p:nvPr/>
          </p:nvSpPr>
          <p:spPr>
            <a:xfrm>
              <a:off x="3714998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5" name="pl9255"/>
            <p:cNvSpPr/>
            <p:nvPr/>
          </p:nvSpPr>
          <p:spPr>
            <a:xfrm>
              <a:off x="3924311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6" name="pl9256"/>
            <p:cNvSpPr/>
            <p:nvPr/>
          </p:nvSpPr>
          <p:spPr>
            <a:xfrm>
              <a:off x="4133624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7" name="pl9257"/>
            <p:cNvSpPr/>
            <p:nvPr/>
          </p:nvSpPr>
          <p:spPr>
            <a:xfrm>
              <a:off x="4342937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8" name="pl9258"/>
            <p:cNvSpPr/>
            <p:nvPr/>
          </p:nvSpPr>
          <p:spPr>
            <a:xfrm>
              <a:off x="4552250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9" name="pl9259"/>
            <p:cNvSpPr/>
            <p:nvPr/>
          </p:nvSpPr>
          <p:spPr>
            <a:xfrm>
              <a:off x="3714998" y="8752879"/>
              <a:ext cx="0" cy="119861"/>
            </a:xfrm>
            <a:custGeom>
              <a:avLst/>
              <a:pathLst>
                <a:path w="0" h="119861">
                  <a:moveTo>
                    <a:pt x="0" y="11986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0" name="pl9260"/>
            <p:cNvSpPr/>
            <p:nvPr/>
          </p:nvSpPr>
          <p:spPr>
            <a:xfrm>
              <a:off x="3714998" y="9012820"/>
              <a:ext cx="0" cy="57764"/>
            </a:xfrm>
            <a:custGeom>
              <a:avLst/>
              <a:pathLst>
                <a:path w="0" h="57764">
                  <a:moveTo>
                    <a:pt x="0" y="0"/>
                  </a:moveTo>
                  <a:lnTo>
                    <a:pt x="0" y="57764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1" name="pg9261"/>
            <p:cNvSpPr/>
            <p:nvPr/>
          </p:nvSpPr>
          <p:spPr>
            <a:xfrm>
              <a:off x="3641738" y="8872741"/>
              <a:ext cx="146519" cy="140079"/>
            </a:xfrm>
            <a:custGeom>
              <a:avLst/>
              <a:pathLst>
                <a:path w="146519" h="140079">
                  <a:moveTo>
                    <a:pt x="0" y="0"/>
                  </a:moveTo>
                  <a:lnTo>
                    <a:pt x="0" y="140079"/>
                  </a:lnTo>
                  <a:lnTo>
                    <a:pt x="146519" y="14007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62" name="pl9262"/>
            <p:cNvSpPr/>
            <p:nvPr/>
          </p:nvSpPr>
          <p:spPr>
            <a:xfrm>
              <a:off x="3641738" y="8983938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63" name="pl9263"/>
            <p:cNvSpPr/>
            <p:nvPr/>
          </p:nvSpPr>
          <p:spPr>
            <a:xfrm>
              <a:off x="3924311" y="8839526"/>
              <a:ext cx="0" cy="113122"/>
            </a:xfrm>
            <a:custGeom>
              <a:avLst/>
              <a:pathLst>
                <a:path w="0" h="113122">
                  <a:moveTo>
                    <a:pt x="0" y="11312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4" name="pl9264"/>
            <p:cNvSpPr/>
            <p:nvPr/>
          </p:nvSpPr>
          <p:spPr>
            <a:xfrm>
              <a:off x="3924311" y="9032075"/>
              <a:ext cx="0" cy="38509"/>
            </a:xfrm>
            <a:custGeom>
              <a:avLst/>
              <a:pathLst>
                <a:path w="0" h="38509">
                  <a:moveTo>
                    <a:pt x="0" y="0"/>
                  </a:moveTo>
                  <a:lnTo>
                    <a:pt x="0" y="38509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5" name="pg9265"/>
            <p:cNvSpPr/>
            <p:nvPr/>
          </p:nvSpPr>
          <p:spPr>
            <a:xfrm>
              <a:off x="3851051" y="8952648"/>
              <a:ext cx="146519" cy="79426"/>
            </a:xfrm>
            <a:custGeom>
              <a:avLst/>
              <a:pathLst>
                <a:path w="146519" h="79426">
                  <a:moveTo>
                    <a:pt x="0" y="0"/>
                  </a:moveTo>
                  <a:lnTo>
                    <a:pt x="0" y="79426"/>
                  </a:lnTo>
                  <a:lnTo>
                    <a:pt x="146519" y="79426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66" name="pl9266"/>
            <p:cNvSpPr/>
            <p:nvPr/>
          </p:nvSpPr>
          <p:spPr>
            <a:xfrm>
              <a:off x="3851051" y="9003193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67" name="pl9267"/>
            <p:cNvSpPr/>
            <p:nvPr/>
          </p:nvSpPr>
          <p:spPr>
            <a:xfrm>
              <a:off x="4133624" y="8839526"/>
              <a:ext cx="0" cy="115529"/>
            </a:xfrm>
            <a:custGeom>
              <a:avLst/>
              <a:pathLst>
                <a:path w="0" h="115529">
                  <a:moveTo>
                    <a:pt x="0" y="11552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8" name="pl9268"/>
            <p:cNvSpPr/>
            <p:nvPr/>
          </p:nvSpPr>
          <p:spPr>
            <a:xfrm>
              <a:off x="4133624" y="9032075"/>
              <a:ext cx="0" cy="38509"/>
            </a:xfrm>
            <a:custGeom>
              <a:avLst/>
              <a:pathLst>
                <a:path w="0" h="38509">
                  <a:moveTo>
                    <a:pt x="0" y="0"/>
                  </a:moveTo>
                  <a:lnTo>
                    <a:pt x="0" y="38509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9" name="pg9269"/>
            <p:cNvSpPr/>
            <p:nvPr/>
          </p:nvSpPr>
          <p:spPr>
            <a:xfrm>
              <a:off x="4060364" y="8955055"/>
              <a:ext cx="146519" cy="77019"/>
            </a:xfrm>
            <a:custGeom>
              <a:avLst/>
              <a:pathLst>
                <a:path w="146519" h="77019">
                  <a:moveTo>
                    <a:pt x="0" y="0"/>
                  </a:moveTo>
                  <a:lnTo>
                    <a:pt x="0" y="77019"/>
                  </a:lnTo>
                  <a:lnTo>
                    <a:pt x="146519" y="7701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0" name="pl9270"/>
            <p:cNvSpPr/>
            <p:nvPr/>
          </p:nvSpPr>
          <p:spPr>
            <a:xfrm>
              <a:off x="4060364" y="9003193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1" name="pl9271"/>
            <p:cNvSpPr/>
            <p:nvPr/>
          </p:nvSpPr>
          <p:spPr>
            <a:xfrm>
              <a:off x="4342937" y="8762506"/>
              <a:ext cx="0" cy="144411"/>
            </a:xfrm>
            <a:custGeom>
              <a:avLst/>
              <a:pathLst>
                <a:path w="0" h="144411">
                  <a:moveTo>
                    <a:pt x="0" y="14441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2" name="pl9272"/>
            <p:cNvSpPr/>
            <p:nvPr/>
          </p:nvSpPr>
          <p:spPr>
            <a:xfrm>
              <a:off x="4342937" y="9012820"/>
              <a:ext cx="0" cy="38509"/>
            </a:xfrm>
            <a:custGeom>
              <a:avLst/>
              <a:pathLst>
                <a:path w="0" h="38509">
                  <a:moveTo>
                    <a:pt x="0" y="0"/>
                  </a:moveTo>
                  <a:lnTo>
                    <a:pt x="0" y="38509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3" name="pg9273"/>
            <p:cNvSpPr/>
            <p:nvPr/>
          </p:nvSpPr>
          <p:spPr>
            <a:xfrm>
              <a:off x="4269677" y="8906918"/>
              <a:ext cx="146519" cy="105901"/>
            </a:xfrm>
            <a:custGeom>
              <a:avLst/>
              <a:pathLst>
                <a:path w="146519" h="105901">
                  <a:moveTo>
                    <a:pt x="0" y="0"/>
                  </a:moveTo>
                  <a:lnTo>
                    <a:pt x="0" y="105901"/>
                  </a:lnTo>
                  <a:lnTo>
                    <a:pt x="146519" y="105901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4" name="pl9274"/>
            <p:cNvSpPr/>
            <p:nvPr/>
          </p:nvSpPr>
          <p:spPr>
            <a:xfrm>
              <a:off x="4269677" y="8979124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5" name="pl9275"/>
            <p:cNvSpPr/>
            <p:nvPr/>
          </p:nvSpPr>
          <p:spPr>
            <a:xfrm>
              <a:off x="4552250" y="8810644"/>
              <a:ext cx="0" cy="115529"/>
            </a:xfrm>
            <a:custGeom>
              <a:avLst/>
              <a:pathLst>
                <a:path w="0" h="115529">
                  <a:moveTo>
                    <a:pt x="0" y="11552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6" name="pl9276"/>
            <p:cNvSpPr/>
            <p:nvPr/>
          </p:nvSpPr>
          <p:spPr>
            <a:xfrm>
              <a:off x="4552250" y="9012820"/>
              <a:ext cx="0" cy="57764"/>
            </a:xfrm>
            <a:custGeom>
              <a:avLst/>
              <a:pathLst>
                <a:path w="0" h="57764">
                  <a:moveTo>
                    <a:pt x="0" y="0"/>
                  </a:moveTo>
                  <a:lnTo>
                    <a:pt x="0" y="57764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7" name="pg9277"/>
            <p:cNvSpPr/>
            <p:nvPr/>
          </p:nvSpPr>
          <p:spPr>
            <a:xfrm>
              <a:off x="4478990" y="8926173"/>
              <a:ext cx="146519" cy="86647"/>
            </a:xfrm>
            <a:custGeom>
              <a:avLst/>
              <a:pathLst>
                <a:path w="146519" h="86647">
                  <a:moveTo>
                    <a:pt x="0" y="0"/>
                  </a:moveTo>
                  <a:lnTo>
                    <a:pt x="0" y="86647"/>
                  </a:lnTo>
                  <a:lnTo>
                    <a:pt x="146519" y="8664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8" name="pl9278"/>
            <p:cNvSpPr/>
            <p:nvPr/>
          </p:nvSpPr>
          <p:spPr>
            <a:xfrm>
              <a:off x="4478990" y="8974310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79" name="pl9279"/>
            <p:cNvSpPr/>
            <p:nvPr/>
          </p:nvSpPr>
          <p:spPr>
            <a:xfrm>
              <a:off x="3589410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0" name="tx9280"/>
            <p:cNvSpPr/>
            <p:nvPr/>
          </p:nvSpPr>
          <p:spPr>
            <a:xfrm>
              <a:off x="3479212" y="905280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9281" name="tx9281"/>
            <p:cNvSpPr/>
            <p:nvPr/>
          </p:nvSpPr>
          <p:spPr>
            <a:xfrm>
              <a:off x="3414564" y="866770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9282" name="tx9282"/>
            <p:cNvSpPr/>
            <p:nvPr/>
          </p:nvSpPr>
          <p:spPr>
            <a:xfrm>
              <a:off x="3414564" y="828261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9283" name="tx9283"/>
            <p:cNvSpPr/>
            <p:nvPr/>
          </p:nvSpPr>
          <p:spPr>
            <a:xfrm>
              <a:off x="3414564" y="7897513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9284" name="pl9284"/>
            <p:cNvSpPr/>
            <p:nvPr/>
          </p:nvSpPr>
          <p:spPr>
            <a:xfrm>
              <a:off x="3564105" y="90898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5" name="pl9285"/>
            <p:cNvSpPr/>
            <p:nvPr/>
          </p:nvSpPr>
          <p:spPr>
            <a:xfrm>
              <a:off x="3564105" y="870474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6" name="pl9286"/>
            <p:cNvSpPr/>
            <p:nvPr/>
          </p:nvSpPr>
          <p:spPr>
            <a:xfrm>
              <a:off x="3564105" y="831964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7" name="pl9287"/>
            <p:cNvSpPr/>
            <p:nvPr/>
          </p:nvSpPr>
          <p:spPr>
            <a:xfrm>
              <a:off x="3564105" y="793454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8" name="pl9288"/>
            <p:cNvSpPr/>
            <p:nvPr/>
          </p:nvSpPr>
          <p:spPr>
            <a:xfrm>
              <a:off x="3589410" y="913990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9" name="pl9289"/>
            <p:cNvSpPr/>
            <p:nvPr/>
          </p:nvSpPr>
          <p:spPr>
            <a:xfrm>
              <a:off x="3714998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0" name="pl9290"/>
            <p:cNvSpPr/>
            <p:nvPr/>
          </p:nvSpPr>
          <p:spPr>
            <a:xfrm>
              <a:off x="3924311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1" name="pl9291"/>
            <p:cNvSpPr/>
            <p:nvPr/>
          </p:nvSpPr>
          <p:spPr>
            <a:xfrm>
              <a:off x="4133624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2" name="pl9292"/>
            <p:cNvSpPr/>
            <p:nvPr/>
          </p:nvSpPr>
          <p:spPr>
            <a:xfrm>
              <a:off x="4342937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3" name="pl9293"/>
            <p:cNvSpPr/>
            <p:nvPr/>
          </p:nvSpPr>
          <p:spPr>
            <a:xfrm>
              <a:off x="4552250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4" name="tx9294"/>
            <p:cNvSpPr/>
            <p:nvPr/>
          </p:nvSpPr>
          <p:spPr>
            <a:xfrm>
              <a:off x="3650532" y="9185451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295" name="tx9295"/>
            <p:cNvSpPr/>
            <p:nvPr/>
          </p:nvSpPr>
          <p:spPr>
            <a:xfrm>
              <a:off x="3829990" y="9185451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296" name="tx9296"/>
            <p:cNvSpPr/>
            <p:nvPr/>
          </p:nvSpPr>
          <p:spPr>
            <a:xfrm>
              <a:off x="4031165" y="9185451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297" name="tx9297"/>
            <p:cNvSpPr/>
            <p:nvPr/>
          </p:nvSpPr>
          <p:spPr>
            <a:xfrm>
              <a:off x="4277283" y="9185451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298" name="tx9298"/>
            <p:cNvSpPr/>
            <p:nvPr/>
          </p:nvSpPr>
          <p:spPr>
            <a:xfrm>
              <a:off x="4425194" y="9185451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299" name="tx9299"/>
            <p:cNvSpPr/>
            <p:nvPr/>
          </p:nvSpPr>
          <p:spPr>
            <a:xfrm>
              <a:off x="3951155" y="7519657"/>
              <a:ext cx="36493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Chao1</a:t>
              </a:r>
            </a:p>
          </p:txBody>
        </p:sp>
        <p:sp>
          <p:nvSpPr>
            <p:cNvPr id="9300" name="rc9300"/>
            <p:cNvSpPr/>
            <p:nvPr/>
          </p:nvSpPr>
          <p:spPr>
            <a:xfrm>
              <a:off x="4940526" y="7614915"/>
              <a:ext cx="1088427" cy="15249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1" name="pl9301"/>
            <p:cNvSpPr/>
            <p:nvPr/>
          </p:nvSpPr>
          <p:spPr>
            <a:xfrm>
              <a:off x="4940526" y="9070585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2" name="pl9302"/>
            <p:cNvSpPr/>
            <p:nvPr/>
          </p:nvSpPr>
          <p:spPr>
            <a:xfrm>
              <a:off x="4940526" y="8751754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3" name="pl9303"/>
            <p:cNvSpPr/>
            <p:nvPr/>
          </p:nvSpPr>
          <p:spPr>
            <a:xfrm>
              <a:off x="4940526" y="8432923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4" name="pl9304"/>
            <p:cNvSpPr/>
            <p:nvPr/>
          </p:nvSpPr>
          <p:spPr>
            <a:xfrm>
              <a:off x="4940526" y="8114093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5" name="pl9305"/>
            <p:cNvSpPr/>
            <p:nvPr/>
          </p:nvSpPr>
          <p:spPr>
            <a:xfrm>
              <a:off x="4940526" y="779526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6" name="pl9306"/>
            <p:cNvSpPr/>
            <p:nvPr/>
          </p:nvSpPr>
          <p:spPr>
            <a:xfrm>
              <a:off x="5066114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7" name="pl9307"/>
            <p:cNvSpPr/>
            <p:nvPr/>
          </p:nvSpPr>
          <p:spPr>
            <a:xfrm>
              <a:off x="5275427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8" name="pl9308"/>
            <p:cNvSpPr/>
            <p:nvPr/>
          </p:nvSpPr>
          <p:spPr>
            <a:xfrm>
              <a:off x="5484740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9" name="pl9309"/>
            <p:cNvSpPr/>
            <p:nvPr/>
          </p:nvSpPr>
          <p:spPr>
            <a:xfrm>
              <a:off x="5694053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0" name="pl9310"/>
            <p:cNvSpPr/>
            <p:nvPr/>
          </p:nvSpPr>
          <p:spPr>
            <a:xfrm>
              <a:off x="5903366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1" name="pl9311"/>
            <p:cNvSpPr/>
            <p:nvPr/>
          </p:nvSpPr>
          <p:spPr>
            <a:xfrm>
              <a:off x="5066114" y="7902779"/>
              <a:ext cx="0" cy="600064"/>
            </a:xfrm>
            <a:custGeom>
              <a:avLst/>
              <a:pathLst>
                <a:path w="0" h="600064">
                  <a:moveTo>
                    <a:pt x="0" y="60006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2" name="pl9312"/>
            <p:cNvSpPr/>
            <p:nvPr/>
          </p:nvSpPr>
          <p:spPr>
            <a:xfrm>
              <a:off x="5066114" y="8991152"/>
              <a:ext cx="0" cy="79432"/>
            </a:xfrm>
            <a:custGeom>
              <a:avLst/>
              <a:pathLst>
                <a:path w="0" h="79432">
                  <a:moveTo>
                    <a:pt x="0" y="0"/>
                  </a:moveTo>
                  <a:lnTo>
                    <a:pt x="0" y="79432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3" name="pg9313"/>
            <p:cNvSpPr/>
            <p:nvPr/>
          </p:nvSpPr>
          <p:spPr>
            <a:xfrm>
              <a:off x="4992854" y="8502843"/>
              <a:ext cx="146519" cy="488309"/>
            </a:xfrm>
            <a:custGeom>
              <a:avLst/>
              <a:pathLst>
                <a:path w="146519" h="488309">
                  <a:moveTo>
                    <a:pt x="0" y="0"/>
                  </a:moveTo>
                  <a:lnTo>
                    <a:pt x="0" y="488309"/>
                  </a:lnTo>
                  <a:lnTo>
                    <a:pt x="146519" y="48830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14" name="pl9314"/>
            <p:cNvSpPr/>
            <p:nvPr/>
          </p:nvSpPr>
          <p:spPr>
            <a:xfrm>
              <a:off x="4992854" y="8728303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15" name="pl9315"/>
            <p:cNvSpPr/>
            <p:nvPr/>
          </p:nvSpPr>
          <p:spPr>
            <a:xfrm>
              <a:off x="5275427" y="7990802"/>
              <a:ext cx="0" cy="600735"/>
            </a:xfrm>
            <a:custGeom>
              <a:avLst/>
              <a:pathLst>
                <a:path w="0" h="600735">
                  <a:moveTo>
                    <a:pt x="0" y="600735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6" name="pl9316"/>
            <p:cNvSpPr/>
            <p:nvPr/>
          </p:nvSpPr>
          <p:spPr>
            <a:xfrm>
              <a:off x="5275427" y="9025795"/>
              <a:ext cx="0" cy="44789"/>
            </a:xfrm>
            <a:custGeom>
              <a:avLst/>
              <a:pathLst>
                <a:path w="0" h="44789">
                  <a:moveTo>
                    <a:pt x="0" y="0"/>
                  </a:moveTo>
                  <a:lnTo>
                    <a:pt x="0" y="44789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7" name="pg9317"/>
            <p:cNvSpPr/>
            <p:nvPr/>
          </p:nvSpPr>
          <p:spPr>
            <a:xfrm>
              <a:off x="5202167" y="8591538"/>
              <a:ext cx="146519" cy="434257"/>
            </a:xfrm>
            <a:custGeom>
              <a:avLst/>
              <a:pathLst>
                <a:path w="146519" h="434257">
                  <a:moveTo>
                    <a:pt x="0" y="0"/>
                  </a:moveTo>
                  <a:lnTo>
                    <a:pt x="0" y="434257"/>
                  </a:lnTo>
                  <a:lnTo>
                    <a:pt x="146519" y="43425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18" name="pl9318"/>
            <p:cNvSpPr/>
            <p:nvPr/>
          </p:nvSpPr>
          <p:spPr>
            <a:xfrm>
              <a:off x="5202167" y="8838551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19" name="pl9319"/>
            <p:cNvSpPr/>
            <p:nvPr/>
          </p:nvSpPr>
          <p:spPr>
            <a:xfrm>
              <a:off x="5484740" y="7910633"/>
              <a:ext cx="0" cy="628373"/>
            </a:xfrm>
            <a:custGeom>
              <a:avLst/>
              <a:pathLst>
                <a:path w="0" h="628373">
                  <a:moveTo>
                    <a:pt x="0" y="62837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0" name="pl9320"/>
            <p:cNvSpPr/>
            <p:nvPr/>
          </p:nvSpPr>
          <p:spPr>
            <a:xfrm>
              <a:off x="5484740" y="9017670"/>
              <a:ext cx="0" cy="52914"/>
            </a:xfrm>
            <a:custGeom>
              <a:avLst/>
              <a:pathLst>
                <a:path w="0" h="52914">
                  <a:moveTo>
                    <a:pt x="0" y="0"/>
                  </a:moveTo>
                  <a:lnTo>
                    <a:pt x="0" y="52914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1" name="pg9321"/>
            <p:cNvSpPr/>
            <p:nvPr/>
          </p:nvSpPr>
          <p:spPr>
            <a:xfrm>
              <a:off x="5411481" y="8539006"/>
              <a:ext cx="146519" cy="478664"/>
            </a:xfrm>
            <a:custGeom>
              <a:avLst/>
              <a:pathLst>
                <a:path w="146519" h="478664">
                  <a:moveTo>
                    <a:pt x="0" y="0"/>
                  </a:moveTo>
                  <a:lnTo>
                    <a:pt x="0" y="478664"/>
                  </a:lnTo>
                  <a:lnTo>
                    <a:pt x="146519" y="47866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22" name="pl9322"/>
            <p:cNvSpPr/>
            <p:nvPr/>
          </p:nvSpPr>
          <p:spPr>
            <a:xfrm>
              <a:off x="5411481" y="8771544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23" name="pl9323"/>
            <p:cNvSpPr/>
            <p:nvPr/>
          </p:nvSpPr>
          <p:spPr>
            <a:xfrm>
              <a:off x="5694053" y="7946751"/>
              <a:ext cx="0" cy="509179"/>
            </a:xfrm>
            <a:custGeom>
              <a:avLst/>
              <a:pathLst>
                <a:path w="0" h="509179">
                  <a:moveTo>
                    <a:pt x="0" y="509179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4" name="pl9324"/>
            <p:cNvSpPr/>
            <p:nvPr/>
          </p:nvSpPr>
          <p:spPr>
            <a:xfrm>
              <a:off x="5694053" y="8962772"/>
              <a:ext cx="0" cy="94575"/>
            </a:xfrm>
            <a:custGeom>
              <a:avLst/>
              <a:pathLst>
                <a:path w="0" h="94575">
                  <a:moveTo>
                    <a:pt x="0" y="0"/>
                  </a:moveTo>
                  <a:lnTo>
                    <a:pt x="0" y="94575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5" name="pg9325"/>
            <p:cNvSpPr/>
            <p:nvPr/>
          </p:nvSpPr>
          <p:spPr>
            <a:xfrm>
              <a:off x="5620794" y="8455931"/>
              <a:ext cx="146519" cy="506840"/>
            </a:xfrm>
            <a:custGeom>
              <a:avLst/>
              <a:pathLst>
                <a:path w="146519" h="506840">
                  <a:moveTo>
                    <a:pt x="0" y="0"/>
                  </a:moveTo>
                  <a:lnTo>
                    <a:pt x="0" y="506840"/>
                  </a:lnTo>
                  <a:lnTo>
                    <a:pt x="146519" y="506840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26" name="pl9326"/>
            <p:cNvSpPr/>
            <p:nvPr/>
          </p:nvSpPr>
          <p:spPr>
            <a:xfrm>
              <a:off x="5620794" y="8679091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27" name="pl9327"/>
            <p:cNvSpPr/>
            <p:nvPr/>
          </p:nvSpPr>
          <p:spPr>
            <a:xfrm>
              <a:off x="5903366" y="7782552"/>
              <a:ext cx="0" cy="693273"/>
            </a:xfrm>
            <a:custGeom>
              <a:avLst/>
              <a:pathLst>
                <a:path w="0" h="693273">
                  <a:moveTo>
                    <a:pt x="0" y="693273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8" name="pl9328"/>
            <p:cNvSpPr/>
            <p:nvPr/>
          </p:nvSpPr>
          <p:spPr>
            <a:xfrm>
              <a:off x="5903366" y="8947275"/>
              <a:ext cx="0" cy="123309"/>
            </a:xfrm>
            <a:custGeom>
              <a:avLst/>
              <a:pathLst>
                <a:path w="0" h="123309">
                  <a:moveTo>
                    <a:pt x="0" y="0"/>
                  </a:moveTo>
                  <a:lnTo>
                    <a:pt x="0" y="123309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9" name="pg9329"/>
            <p:cNvSpPr/>
            <p:nvPr/>
          </p:nvSpPr>
          <p:spPr>
            <a:xfrm>
              <a:off x="5830107" y="8475825"/>
              <a:ext cx="146519" cy="471449"/>
            </a:xfrm>
            <a:custGeom>
              <a:avLst/>
              <a:pathLst>
                <a:path w="146519" h="471449">
                  <a:moveTo>
                    <a:pt x="0" y="0"/>
                  </a:moveTo>
                  <a:lnTo>
                    <a:pt x="0" y="471449"/>
                  </a:lnTo>
                  <a:lnTo>
                    <a:pt x="146519" y="47144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30" name="pl9330"/>
            <p:cNvSpPr/>
            <p:nvPr/>
          </p:nvSpPr>
          <p:spPr>
            <a:xfrm>
              <a:off x="5830107" y="8701206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31" name="pl9331"/>
            <p:cNvSpPr/>
            <p:nvPr/>
          </p:nvSpPr>
          <p:spPr>
            <a:xfrm>
              <a:off x="4940526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2" name="tx9332"/>
            <p:cNvSpPr/>
            <p:nvPr/>
          </p:nvSpPr>
          <p:spPr>
            <a:xfrm>
              <a:off x="4733402" y="903355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9333" name="tx9333"/>
            <p:cNvSpPr/>
            <p:nvPr/>
          </p:nvSpPr>
          <p:spPr>
            <a:xfrm>
              <a:off x="4733402" y="871472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9334" name="tx9334"/>
            <p:cNvSpPr/>
            <p:nvPr/>
          </p:nvSpPr>
          <p:spPr>
            <a:xfrm>
              <a:off x="4733402" y="8395890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9335" name="tx9335"/>
            <p:cNvSpPr/>
            <p:nvPr/>
          </p:nvSpPr>
          <p:spPr>
            <a:xfrm>
              <a:off x="4733402" y="8077060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9336" name="tx9336"/>
            <p:cNvSpPr/>
            <p:nvPr/>
          </p:nvSpPr>
          <p:spPr>
            <a:xfrm>
              <a:off x="4733402" y="7758229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9337" name="pl9337"/>
            <p:cNvSpPr/>
            <p:nvPr/>
          </p:nvSpPr>
          <p:spPr>
            <a:xfrm>
              <a:off x="4915221" y="90705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8" name="pl9338"/>
            <p:cNvSpPr/>
            <p:nvPr/>
          </p:nvSpPr>
          <p:spPr>
            <a:xfrm>
              <a:off x="4915221" y="875175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9" name="pl9339"/>
            <p:cNvSpPr/>
            <p:nvPr/>
          </p:nvSpPr>
          <p:spPr>
            <a:xfrm>
              <a:off x="4915221" y="843292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0" name="pl9340"/>
            <p:cNvSpPr/>
            <p:nvPr/>
          </p:nvSpPr>
          <p:spPr>
            <a:xfrm>
              <a:off x="4915221" y="811409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1" name="pl9341"/>
            <p:cNvSpPr/>
            <p:nvPr/>
          </p:nvSpPr>
          <p:spPr>
            <a:xfrm>
              <a:off x="4915221" y="779526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2" name="pl9342"/>
            <p:cNvSpPr/>
            <p:nvPr/>
          </p:nvSpPr>
          <p:spPr>
            <a:xfrm>
              <a:off x="4940526" y="913990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3" name="pl9343"/>
            <p:cNvSpPr/>
            <p:nvPr/>
          </p:nvSpPr>
          <p:spPr>
            <a:xfrm>
              <a:off x="5066114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4" name="pl9344"/>
            <p:cNvSpPr/>
            <p:nvPr/>
          </p:nvSpPr>
          <p:spPr>
            <a:xfrm>
              <a:off x="5275427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5" name="pl9345"/>
            <p:cNvSpPr/>
            <p:nvPr/>
          </p:nvSpPr>
          <p:spPr>
            <a:xfrm>
              <a:off x="5484740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6" name="pl9346"/>
            <p:cNvSpPr/>
            <p:nvPr/>
          </p:nvSpPr>
          <p:spPr>
            <a:xfrm>
              <a:off x="5694053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7" name="pl9347"/>
            <p:cNvSpPr/>
            <p:nvPr/>
          </p:nvSpPr>
          <p:spPr>
            <a:xfrm>
              <a:off x="5903366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8" name="tx9348"/>
            <p:cNvSpPr/>
            <p:nvPr/>
          </p:nvSpPr>
          <p:spPr>
            <a:xfrm>
              <a:off x="5001649" y="9185451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349" name="tx9349"/>
            <p:cNvSpPr/>
            <p:nvPr/>
          </p:nvSpPr>
          <p:spPr>
            <a:xfrm>
              <a:off x="5181107" y="9185451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350" name="tx9350"/>
            <p:cNvSpPr/>
            <p:nvPr/>
          </p:nvSpPr>
          <p:spPr>
            <a:xfrm>
              <a:off x="5382282" y="9185451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351" name="tx9351"/>
            <p:cNvSpPr/>
            <p:nvPr/>
          </p:nvSpPr>
          <p:spPr>
            <a:xfrm>
              <a:off x="5628399" y="9185451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352" name="tx9352"/>
            <p:cNvSpPr/>
            <p:nvPr/>
          </p:nvSpPr>
          <p:spPr>
            <a:xfrm>
              <a:off x="5776310" y="9185451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353" name="tx9353"/>
            <p:cNvSpPr/>
            <p:nvPr/>
          </p:nvSpPr>
          <p:spPr>
            <a:xfrm>
              <a:off x="5233646" y="7519657"/>
              <a:ext cx="50218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Shannon</a:t>
              </a:r>
            </a:p>
          </p:txBody>
        </p:sp>
        <p:sp>
          <p:nvSpPr>
            <p:cNvPr id="9354" name="rc9354"/>
            <p:cNvSpPr/>
            <p:nvPr/>
          </p:nvSpPr>
          <p:spPr>
            <a:xfrm>
              <a:off x="6291643" y="7614915"/>
              <a:ext cx="1088427" cy="15249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5" name="pl9355"/>
            <p:cNvSpPr/>
            <p:nvPr/>
          </p:nvSpPr>
          <p:spPr>
            <a:xfrm>
              <a:off x="6291643" y="9070585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6" name="pl9356"/>
            <p:cNvSpPr/>
            <p:nvPr/>
          </p:nvSpPr>
          <p:spPr>
            <a:xfrm>
              <a:off x="6291643" y="8736640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7" name="pl9357"/>
            <p:cNvSpPr/>
            <p:nvPr/>
          </p:nvSpPr>
          <p:spPr>
            <a:xfrm>
              <a:off x="6291643" y="8402696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8" name="pl9358"/>
            <p:cNvSpPr/>
            <p:nvPr/>
          </p:nvSpPr>
          <p:spPr>
            <a:xfrm>
              <a:off x="6291643" y="8068751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9" name="pl9359"/>
            <p:cNvSpPr/>
            <p:nvPr/>
          </p:nvSpPr>
          <p:spPr>
            <a:xfrm>
              <a:off x="6291643" y="7734807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  <a:lnTo>
                    <a:pt x="108842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0" name="pl9360"/>
            <p:cNvSpPr/>
            <p:nvPr/>
          </p:nvSpPr>
          <p:spPr>
            <a:xfrm>
              <a:off x="6417230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1" name="pl9361"/>
            <p:cNvSpPr/>
            <p:nvPr/>
          </p:nvSpPr>
          <p:spPr>
            <a:xfrm>
              <a:off x="6626543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2" name="pl9362"/>
            <p:cNvSpPr/>
            <p:nvPr/>
          </p:nvSpPr>
          <p:spPr>
            <a:xfrm>
              <a:off x="6835857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3" name="pl9363"/>
            <p:cNvSpPr/>
            <p:nvPr/>
          </p:nvSpPr>
          <p:spPr>
            <a:xfrm>
              <a:off x="7045170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4" name="pl9364"/>
            <p:cNvSpPr/>
            <p:nvPr/>
          </p:nvSpPr>
          <p:spPr>
            <a:xfrm>
              <a:off x="7254483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5" name="pl9365"/>
            <p:cNvSpPr/>
            <p:nvPr/>
          </p:nvSpPr>
          <p:spPr>
            <a:xfrm>
              <a:off x="6417230" y="7873364"/>
              <a:ext cx="0" cy="361890"/>
            </a:xfrm>
            <a:custGeom>
              <a:avLst/>
              <a:pathLst>
                <a:path w="0" h="361890">
                  <a:moveTo>
                    <a:pt x="0" y="36189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6" name="pl9366"/>
            <p:cNvSpPr/>
            <p:nvPr/>
          </p:nvSpPr>
          <p:spPr>
            <a:xfrm>
              <a:off x="6417230" y="8997865"/>
              <a:ext cx="0" cy="72720"/>
            </a:xfrm>
            <a:custGeom>
              <a:avLst/>
              <a:pathLst>
                <a:path w="0" h="72720">
                  <a:moveTo>
                    <a:pt x="0" y="0"/>
                  </a:moveTo>
                  <a:lnTo>
                    <a:pt x="0" y="7272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7" name="pg9367"/>
            <p:cNvSpPr/>
            <p:nvPr/>
          </p:nvSpPr>
          <p:spPr>
            <a:xfrm>
              <a:off x="6343971" y="8235255"/>
              <a:ext cx="146519" cy="762609"/>
            </a:xfrm>
            <a:custGeom>
              <a:avLst/>
              <a:pathLst>
                <a:path w="146519" h="762609">
                  <a:moveTo>
                    <a:pt x="0" y="0"/>
                  </a:moveTo>
                  <a:lnTo>
                    <a:pt x="0" y="762609"/>
                  </a:lnTo>
                  <a:lnTo>
                    <a:pt x="146519" y="762609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68" name="pl9368"/>
            <p:cNvSpPr/>
            <p:nvPr/>
          </p:nvSpPr>
          <p:spPr>
            <a:xfrm>
              <a:off x="6343971" y="8666056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69" name="pl9369"/>
            <p:cNvSpPr/>
            <p:nvPr/>
          </p:nvSpPr>
          <p:spPr>
            <a:xfrm>
              <a:off x="6626543" y="7820647"/>
              <a:ext cx="0" cy="567707"/>
            </a:xfrm>
            <a:custGeom>
              <a:avLst/>
              <a:pathLst>
                <a:path w="0" h="567707">
                  <a:moveTo>
                    <a:pt x="0" y="567707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0" name="pl9370"/>
            <p:cNvSpPr/>
            <p:nvPr/>
          </p:nvSpPr>
          <p:spPr>
            <a:xfrm>
              <a:off x="6626543" y="9032640"/>
              <a:ext cx="0" cy="37945"/>
            </a:xfrm>
            <a:custGeom>
              <a:avLst/>
              <a:pathLst>
                <a:path w="0" h="37945">
                  <a:moveTo>
                    <a:pt x="0" y="0"/>
                  </a:moveTo>
                  <a:lnTo>
                    <a:pt x="0" y="37945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1" name="pg9371"/>
            <p:cNvSpPr/>
            <p:nvPr/>
          </p:nvSpPr>
          <p:spPr>
            <a:xfrm>
              <a:off x="6553284" y="8388355"/>
              <a:ext cx="146519" cy="644284"/>
            </a:xfrm>
            <a:custGeom>
              <a:avLst/>
              <a:pathLst>
                <a:path w="146519" h="644284">
                  <a:moveTo>
                    <a:pt x="0" y="0"/>
                  </a:moveTo>
                  <a:lnTo>
                    <a:pt x="0" y="644284"/>
                  </a:lnTo>
                  <a:lnTo>
                    <a:pt x="146519" y="644284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72" name="pl9372"/>
            <p:cNvSpPr/>
            <p:nvPr/>
          </p:nvSpPr>
          <p:spPr>
            <a:xfrm>
              <a:off x="6553284" y="8782249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73" name="pl9373"/>
            <p:cNvSpPr/>
            <p:nvPr/>
          </p:nvSpPr>
          <p:spPr>
            <a:xfrm>
              <a:off x="6835857" y="7807999"/>
              <a:ext cx="0" cy="481511"/>
            </a:xfrm>
            <a:custGeom>
              <a:avLst/>
              <a:pathLst>
                <a:path w="0" h="481511">
                  <a:moveTo>
                    <a:pt x="0" y="481511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4" name="pl9374"/>
            <p:cNvSpPr/>
            <p:nvPr/>
          </p:nvSpPr>
          <p:spPr>
            <a:xfrm>
              <a:off x="6835857" y="9030048"/>
              <a:ext cx="0" cy="40537"/>
            </a:xfrm>
            <a:custGeom>
              <a:avLst/>
              <a:pathLst>
                <a:path w="0" h="40537">
                  <a:moveTo>
                    <a:pt x="0" y="0"/>
                  </a:moveTo>
                  <a:lnTo>
                    <a:pt x="0" y="40537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5" name="pg9375"/>
            <p:cNvSpPr/>
            <p:nvPr/>
          </p:nvSpPr>
          <p:spPr>
            <a:xfrm>
              <a:off x="6762597" y="8289510"/>
              <a:ext cx="146519" cy="740537"/>
            </a:xfrm>
            <a:custGeom>
              <a:avLst/>
              <a:pathLst>
                <a:path w="146519" h="740537">
                  <a:moveTo>
                    <a:pt x="0" y="0"/>
                  </a:moveTo>
                  <a:lnTo>
                    <a:pt x="0" y="740537"/>
                  </a:lnTo>
                  <a:lnTo>
                    <a:pt x="146519" y="74053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76" name="pl9376"/>
            <p:cNvSpPr/>
            <p:nvPr/>
          </p:nvSpPr>
          <p:spPr>
            <a:xfrm>
              <a:off x="6762597" y="8673302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77" name="pl9377"/>
            <p:cNvSpPr/>
            <p:nvPr/>
          </p:nvSpPr>
          <p:spPr>
            <a:xfrm>
              <a:off x="7045170" y="7732078"/>
              <a:ext cx="0" cy="427350"/>
            </a:xfrm>
            <a:custGeom>
              <a:avLst/>
              <a:pathLst>
                <a:path w="0" h="427350">
                  <a:moveTo>
                    <a:pt x="0" y="42735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8" name="pl9378"/>
            <p:cNvSpPr/>
            <p:nvPr/>
          </p:nvSpPr>
          <p:spPr>
            <a:xfrm>
              <a:off x="7045170" y="8970795"/>
              <a:ext cx="0" cy="89608"/>
            </a:xfrm>
            <a:custGeom>
              <a:avLst/>
              <a:pathLst>
                <a:path w="0" h="89608">
                  <a:moveTo>
                    <a:pt x="0" y="0"/>
                  </a:moveTo>
                  <a:lnTo>
                    <a:pt x="0" y="89608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9" name="pg9379"/>
            <p:cNvSpPr/>
            <p:nvPr/>
          </p:nvSpPr>
          <p:spPr>
            <a:xfrm>
              <a:off x="6971910" y="8159428"/>
              <a:ext cx="146519" cy="811367"/>
            </a:xfrm>
            <a:custGeom>
              <a:avLst/>
              <a:pathLst>
                <a:path w="146519" h="811367">
                  <a:moveTo>
                    <a:pt x="0" y="0"/>
                  </a:moveTo>
                  <a:lnTo>
                    <a:pt x="0" y="811367"/>
                  </a:lnTo>
                  <a:lnTo>
                    <a:pt x="146519" y="811367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80" name="pl9380"/>
            <p:cNvSpPr/>
            <p:nvPr/>
          </p:nvSpPr>
          <p:spPr>
            <a:xfrm>
              <a:off x="6971910" y="8561731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81" name="pl9381"/>
            <p:cNvSpPr/>
            <p:nvPr/>
          </p:nvSpPr>
          <p:spPr>
            <a:xfrm>
              <a:off x="7254483" y="7684232"/>
              <a:ext cx="0" cy="547470"/>
            </a:xfrm>
            <a:custGeom>
              <a:avLst/>
              <a:pathLst>
                <a:path w="0" h="547470">
                  <a:moveTo>
                    <a:pt x="0" y="54747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2" name="pl9382"/>
            <p:cNvSpPr/>
            <p:nvPr/>
          </p:nvSpPr>
          <p:spPr>
            <a:xfrm>
              <a:off x="7254483" y="8951378"/>
              <a:ext cx="0" cy="119206"/>
            </a:xfrm>
            <a:custGeom>
              <a:avLst/>
              <a:pathLst>
                <a:path w="0" h="119206">
                  <a:moveTo>
                    <a:pt x="0" y="0"/>
                  </a:moveTo>
                  <a:lnTo>
                    <a:pt x="0" y="119206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3" name="pg9383"/>
            <p:cNvSpPr/>
            <p:nvPr/>
          </p:nvSpPr>
          <p:spPr>
            <a:xfrm>
              <a:off x="7181223" y="8231703"/>
              <a:ext cx="146519" cy="719675"/>
            </a:xfrm>
            <a:custGeom>
              <a:avLst/>
              <a:pathLst>
                <a:path w="146519" h="719675">
                  <a:moveTo>
                    <a:pt x="0" y="0"/>
                  </a:moveTo>
                  <a:lnTo>
                    <a:pt x="0" y="719675"/>
                  </a:lnTo>
                  <a:lnTo>
                    <a:pt x="146519" y="719675"/>
                  </a:lnTo>
                  <a:lnTo>
                    <a:pt x="14651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84" name="pl9384"/>
            <p:cNvSpPr/>
            <p:nvPr/>
          </p:nvSpPr>
          <p:spPr>
            <a:xfrm>
              <a:off x="7181223" y="8582765"/>
              <a:ext cx="146519" cy="0"/>
            </a:xfrm>
            <a:custGeom>
              <a:avLst/>
              <a:pathLst>
                <a:path w="146519" h="0">
                  <a:moveTo>
                    <a:pt x="0" y="0"/>
                  </a:moveTo>
                  <a:lnTo>
                    <a:pt x="146519" y="0"/>
                  </a:lnTo>
                </a:path>
              </a:pathLst>
            </a:custGeom>
            <a:ln w="24391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85" name="pl9385"/>
            <p:cNvSpPr/>
            <p:nvPr/>
          </p:nvSpPr>
          <p:spPr>
            <a:xfrm>
              <a:off x="6291643" y="7614915"/>
              <a:ext cx="0" cy="1524987"/>
            </a:xfrm>
            <a:custGeom>
              <a:avLst/>
              <a:pathLst>
                <a:path w="0" h="1524987">
                  <a:moveTo>
                    <a:pt x="0" y="152498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6" name="tx9386"/>
            <p:cNvSpPr/>
            <p:nvPr/>
          </p:nvSpPr>
          <p:spPr>
            <a:xfrm>
              <a:off x="6084519" y="903355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9387" name="tx9387"/>
            <p:cNvSpPr/>
            <p:nvPr/>
          </p:nvSpPr>
          <p:spPr>
            <a:xfrm>
              <a:off x="6084519" y="8699607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9388" name="tx9388"/>
            <p:cNvSpPr/>
            <p:nvPr/>
          </p:nvSpPr>
          <p:spPr>
            <a:xfrm>
              <a:off x="6084519" y="8365663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9389" name="tx9389"/>
            <p:cNvSpPr/>
            <p:nvPr/>
          </p:nvSpPr>
          <p:spPr>
            <a:xfrm>
              <a:off x="6084519" y="803171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9390" name="tx9390"/>
            <p:cNvSpPr/>
            <p:nvPr/>
          </p:nvSpPr>
          <p:spPr>
            <a:xfrm>
              <a:off x="6084519" y="7697774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9391" name="pl9391"/>
            <p:cNvSpPr/>
            <p:nvPr/>
          </p:nvSpPr>
          <p:spPr>
            <a:xfrm>
              <a:off x="6266337" y="90705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2" name="pl9392"/>
            <p:cNvSpPr/>
            <p:nvPr/>
          </p:nvSpPr>
          <p:spPr>
            <a:xfrm>
              <a:off x="6266337" y="87366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3" name="pl9393"/>
            <p:cNvSpPr/>
            <p:nvPr/>
          </p:nvSpPr>
          <p:spPr>
            <a:xfrm>
              <a:off x="6266337" y="84026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4" name="pl9394"/>
            <p:cNvSpPr/>
            <p:nvPr/>
          </p:nvSpPr>
          <p:spPr>
            <a:xfrm>
              <a:off x="6266337" y="80687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5" name="pl9395"/>
            <p:cNvSpPr/>
            <p:nvPr/>
          </p:nvSpPr>
          <p:spPr>
            <a:xfrm>
              <a:off x="6266337" y="773480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6" name="pl9396"/>
            <p:cNvSpPr/>
            <p:nvPr/>
          </p:nvSpPr>
          <p:spPr>
            <a:xfrm>
              <a:off x="6291643" y="9139902"/>
              <a:ext cx="1088427" cy="0"/>
            </a:xfrm>
            <a:custGeom>
              <a:avLst/>
              <a:pathLst>
                <a:path w="1088427" h="0">
                  <a:moveTo>
                    <a:pt x="0" y="0"/>
                  </a:moveTo>
                  <a:lnTo>
                    <a:pt x="108842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7" name="pl9397"/>
            <p:cNvSpPr/>
            <p:nvPr/>
          </p:nvSpPr>
          <p:spPr>
            <a:xfrm>
              <a:off x="6417230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8" name="pl9398"/>
            <p:cNvSpPr/>
            <p:nvPr/>
          </p:nvSpPr>
          <p:spPr>
            <a:xfrm>
              <a:off x="6626543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9" name="pl9399"/>
            <p:cNvSpPr/>
            <p:nvPr/>
          </p:nvSpPr>
          <p:spPr>
            <a:xfrm>
              <a:off x="6835857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0" name="pl9400"/>
            <p:cNvSpPr/>
            <p:nvPr/>
          </p:nvSpPr>
          <p:spPr>
            <a:xfrm>
              <a:off x="7045170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1" name="pl9401"/>
            <p:cNvSpPr/>
            <p:nvPr/>
          </p:nvSpPr>
          <p:spPr>
            <a:xfrm>
              <a:off x="7254483" y="9139902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2" name="tx9402"/>
            <p:cNvSpPr/>
            <p:nvPr/>
          </p:nvSpPr>
          <p:spPr>
            <a:xfrm>
              <a:off x="6352765" y="9185451"/>
              <a:ext cx="12893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403" name="tx9403"/>
            <p:cNvSpPr/>
            <p:nvPr/>
          </p:nvSpPr>
          <p:spPr>
            <a:xfrm>
              <a:off x="6532223" y="9185451"/>
              <a:ext cx="188640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404" name="tx9404"/>
            <p:cNvSpPr/>
            <p:nvPr/>
          </p:nvSpPr>
          <p:spPr>
            <a:xfrm>
              <a:off x="6733398" y="9185451"/>
              <a:ext cx="20491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405" name="tx9405"/>
            <p:cNvSpPr/>
            <p:nvPr/>
          </p:nvSpPr>
          <p:spPr>
            <a:xfrm>
              <a:off x="6979516" y="9185451"/>
              <a:ext cx="131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406" name="tx9406"/>
            <p:cNvSpPr/>
            <p:nvPr/>
          </p:nvSpPr>
          <p:spPr>
            <a:xfrm>
              <a:off x="7127427" y="9185451"/>
              <a:ext cx="254111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407" name="tx9407"/>
            <p:cNvSpPr/>
            <p:nvPr/>
          </p:nvSpPr>
          <p:spPr>
            <a:xfrm>
              <a:off x="6590843" y="7519657"/>
              <a:ext cx="49002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Simpson</a:t>
              </a:r>
            </a:p>
          </p:txBody>
        </p:sp>
        <p:sp>
          <p:nvSpPr>
            <p:cNvPr id="9408" name="rc9408"/>
            <p:cNvSpPr/>
            <p:nvPr/>
          </p:nvSpPr>
          <p:spPr>
            <a:xfrm>
              <a:off x="7481291" y="8045372"/>
              <a:ext cx="745059" cy="6640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9" name="tx9409"/>
            <p:cNvSpPr/>
            <p:nvPr/>
          </p:nvSpPr>
          <p:spPr>
            <a:xfrm>
              <a:off x="7531901" y="8106600"/>
              <a:ext cx="72383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genetic_group</a:t>
              </a:r>
            </a:p>
          </p:txBody>
        </p:sp>
        <p:sp>
          <p:nvSpPr>
            <p:cNvPr id="9410" name="rc9410"/>
            <p:cNvSpPr/>
            <p:nvPr/>
          </p:nvSpPr>
          <p:spPr>
            <a:xfrm>
              <a:off x="7531901" y="8241894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1" name="pl9411"/>
            <p:cNvSpPr/>
            <p:nvPr/>
          </p:nvSpPr>
          <p:spPr>
            <a:xfrm>
              <a:off x="7562267" y="8304435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2" name="pl9412"/>
            <p:cNvSpPr/>
            <p:nvPr/>
          </p:nvSpPr>
          <p:spPr>
            <a:xfrm>
              <a:off x="7562267" y="8250232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3" name="rc9413"/>
            <p:cNvSpPr/>
            <p:nvPr/>
          </p:nvSpPr>
          <p:spPr>
            <a:xfrm>
              <a:off x="7539493" y="8262741"/>
              <a:ext cx="45549" cy="41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4" name="pl9414"/>
            <p:cNvSpPr/>
            <p:nvPr/>
          </p:nvSpPr>
          <p:spPr>
            <a:xfrm>
              <a:off x="7539493" y="8283588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5" name="pl9415"/>
            <p:cNvSpPr/>
            <p:nvPr/>
          </p:nvSpPr>
          <p:spPr>
            <a:xfrm>
              <a:off x="7562267" y="83169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6" name="pl9416"/>
            <p:cNvSpPr/>
            <p:nvPr/>
          </p:nvSpPr>
          <p:spPr>
            <a:xfrm>
              <a:off x="7562267" y="82502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1B9E7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7" name="rc9417"/>
            <p:cNvSpPr/>
            <p:nvPr/>
          </p:nvSpPr>
          <p:spPr>
            <a:xfrm>
              <a:off x="7531901" y="8325282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8" name="pl9418"/>
            <p:cNvSpPr/>
            <p:nvPr/>
          </p:nvSpPr>
          <p:spPr>
            <a:xfrm>
              <a:off x="7562267" y="8387823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9" name="pl9419"/>
            <p:cNvSpPr/>
            <p:nvPr/>
          </p:nvSpPr>
          <p:spPr>
            <a:xfrm>
              <a:off x="7562267" y="8333621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0" name="rc9420"/>
            <p:cNvSpPr/>
            <p:nvPr/>
          </p:nvSpPr>
          <p:spPr>
            <a:xfrm>
              <a:off x="7539493" y="8346129"/>
              <a:ext cx="45549" cy="41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1" name="pl9421"/>
            <p:cNvSpPr/>
            <p:nvPr/>
          </p:nvSpPr>
          <p:spPr>
            <a:xfrm>
              <a:off x="7539493" y="8366976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2" name="pl9422"/>
            <p:cNvSpPr/>
            <p:nvPr/>
          </p:nvSpPr>
          <p:spPr>
            <a:xfrm>
              <a:off x="7562267" y="8400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3" name="pl9423"/>
            <p:cNvSpPr/>
            <p:nvPr/>
          </p:nvSpPr>
          <p:spPr>
            <a:xfrm>
              <a:off x="7562267" y="83336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95F0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4" name="rc9424"/>
            <p:cNvSpPr/>
            <p:nvPr/>
          </p:nvSpPr>
          <p:spPr>
            <a:xfrm>
              <a:off x="7531901" y="8408670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5" name="pl9425"/>
            <p:cNvSpPr/>
            <p:nvPr/>
          </p:nvSpPr>
          <p:spPr>
            <a:xfrm>
              <a:off x="7562267" y="8471211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6" name="pl9426"/>
            <p:cNvSpPr/>
            <p:nvPr/>
          </p:nvSpPr>
          <p:spPr>
            <a:xfrm>
              <a:off x="7562267" y="8417009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7" name="rc9427"/>
            <p:cNvSpPr/>
            <p:nvPr/>
          </p:nvSpPr>
          <p:spPr>
            <a:xfrm>
              <a:off x="7539493" y="8429517"/>
              <a:ext cx="45549" cy="41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8" name="pl9428"/>
            <p:cNvSpPr/>
            <p:nvPr/>
          </p:nvSpPr>
          <p:spPr>
            <a:xfrm>
              <a:off x="7539493" y="8450364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9" name="pl9429"/>
            <p:cNvSpPr/>
            <p:nvPr/>
          </p:nvSpPr>
          <p:spPr>
            <a:xfrm>
              <a:off x="7562267" y="84837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0" name="pl9430"/>
            <p:cNvSpPr/>
            <p:nvPr/>
          </p:nvSpPr>
          <p:spPr>
            <a:xfrm>
              <a:off x="7562267" y="84170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7570B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1" name="rc9431"/>
            <p:cNvSpPr/>
            <p:nvPr/>
          </p:nvSpPr>
          <p:spPr>
            <a:xfrm>
              <a:off x="7531901" y="8492058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2" name="pl9432"/>
            <p:cNvSpPr/>
            <p:nvPr/>
          </p:nvSpPr>
          <p:spPr>
            <a:xfrm>
              <a:off x="7562267" y="8554599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3" name="pl9433"/>
            <p:cNvSpPr/>
            <p:nvPr/>
          </p:nvSpPr>
          <p:spPr>
            <a:xfrm>
              <a:off x="7562267" y="8500397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4" name="rc9434"/>
            <p:cNvSpPr/>
            <p:nvPr/>
          </p:nvSpPr>
          <p:spPr>
            <a:xfrm>
              <a:off x="7539493" y="8512905"/>
              <a:ext cx="45549" cy="41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5" name="pl9435"/>
            <p:cNvSpPr/>
            <p:nvPr/>
          </p:nvSpPr>
          <p:spPr>
            <a:xfrm>
              <a:off x="7539493" y="8533752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6" name="pl9436"/>
            <p:cNvSpPr/>
            <p:nvPr/>
          </p:nvSpPr>
          <p:spPr>
            <a:xfrm>
              <a:off x="7562267" y="85671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7" name="pl9437"/>
            <p:cNvSpPr/>
            <p:nvPr/>
          </p:nvSpPr>
          <p:spPr>
            <a:xfrm>
              <a:off x="7562267" y="85003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7298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8" name="rc9438"/>
            <p:cNvSpPr/>
            <p:nvPr/>
          </p:nvSpPr>
          <p:spPr>
            <a:xfrm>
              <a:off x="7531901" y="8575446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9" name="pl9439"/>
            <p:cNvSpPr/>
            <p:nvPr/>
          </p:nvSpPr>
          <p:spPr>
            <a:xfrm>
              <a:off x="7562267" y="8637988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0" name="pl9440"/>
            <p:cNvSpPr/>
            <p:nvPr/>
          </p:nvSpPr>
          <p:spPr>
            <a:xfrm>
              <a:off x="7562267" y="8583785"/>
              <a:ext cx="0" cy="12508"/>
            </a:xfrm>
            <a:custGeom>
              <a:avLst/>
              <a:pathLst>
                <a:path w="0" h="12508">
                  <a:moveTo>
                    <a:pt x="0" y="12508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1" name="rc9441"/>
            <p:cNvSpPr/>
            <p:nvPr/>
          </p:nvSpPr>
          <p:spPr>
            <a:xfrm>
              <a:off x="7539493" y="8596293"/>
              <a:ext cx="45549" cy="41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2" name="pl9442"/>
            <p:cNvSpPr/>
            <p:nvPr/>
          </p:nvSpPr>
          <p:spPr>
            <a:xfrm>
              <a:off x="7539493" y="8617140"/>
              <a:ext cx="45549" cy="0"/>
            </a:xfrm>
            <a:custGeom>
              <a:avLst/>
              <a:pathLst>
                <a:path w="45549" h="0">
                  <a:moveTo>
                    <a:pt x="0" y="0"/>
                  </a:moveTo>
                  <a:lnTo>
                    <a:pt x="45549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3" name="pl9443"/>
            <p:cNvSpPr/>
            <p:nvPr/>
          </p:nvSpPr>
          <p:spPr>
            <a:xfrm>
              <a:off x="7562267" y="8650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4" name="pl9444"/>
            <p:cNvSpPr/>
            <p:nvPr/>
          </p:nvSpPr>
          <p:spPr>
            <a:xfrm>
              <a:off x="7562267" y="85837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A61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5" name="tx9445"/>
            <p:cNvSpPr/>
            <p:nvPr/>
          </p:nvSpPr>
          <p:spPr>
            <a:xfrm>
              <a:off x="7643244" y="8251172"/>
              <a:ext cx="11283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SS</a:t>
              </a:r>
            </a:p>
          </p:txBody>
        </p:sp>
        <p:sp>
          <p:nvSpPr>
            <p:cNvPr id="9446" name="tx9446"/>
            <p:cNvSpPr/>
            <p:nvPr/>
          </p:nvSpPr>
          <p:spPr>
            <a:xfrm>
              <a:off x="7643244" y="8334560"/>
              <a:ext cx="16504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TST</a:t>
              </a:r>
            </a:p>
          </p:txBody>
        </p:sp>
        <p:sp>
          <p:nvSpPr>
            <p:cNvPr id="9447" name="tx9447"/>
            <p:cNvSpPr/>
            <p:nvPr/>
          </p:nvSpPr>
          <p:spPr>
            <a:xfrm>
              <a:off x="7643244" y="8417949"/>
              <a:ext cx="17931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NSS</a:t>
              </a:r>
            </a:p>
          </p:txBody>
        </p:sp>
        <p:sp>
          <p:nvSpPr>
            <p:cNvPr id="9448" name="tx9448"/>
            <p:cNvSpPr/>
            <p:nvPr/>
          </p:nvSpPr>
          <p:spPr>
            <a:xfrm>
              <a:off x="7643244" y="8501337"/>
              <a:ext cx="11475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3K</a:t>
              </a:r>
            </a:p>
          </p:txBody>
        </p:sp>
        <p:sp>
          <p:nvSpPr>
            <p:cNvPr id="9449" name="tx9449"/>
            <p:cNvSpPr/>
            <p:nvPr/>
          </p:nvSpPr>
          <p:spPr>
            <a:xfrm>
              <a:off x="7643244" y="8584725"/>
              <a:ext cx="22219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Tibet</a:t>
              </a:r>
            </a:p>
          </p:txBody>
        </p:sp>
        <p:sp>
          <p:nvSpPr>
            <p:cNvPr id="9450" name="tx9450"/>
            <p:cNvSpPr/>
            <p:nvPr/>
          </p:nvSpPr>
          <p:spPr>
            <a:xfrm>
              <a:off x="2121042" y="74712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9451" name="rc9451"/>
            <p:cNvSpPr/>
            <p:nvPr/>
          </p:nvSpPr>
          <p:spPr>
            <a:xfrm>
              <a:off x="8327571" y="5349081"/>
              <a:ext cx="4702628" cy="4114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2" name="pl9452"/>
            <p:cNvSpPr/>
            <p:nvPr/>
          </p:nvSpPr>
          <p:spPr>
            <a:xfrm>
              <a:off x="9981997" y="6671940"/>
              <a:ext cx="323689" cy="202618"/>
            </a:xfrm>
            <a:custGeom>
              <a:avLst/>
              <a:pathLst>
                <a:path w="323689" h="202618">
                  <a:moveTo>
                    <a:pt x="323689" y="0"/>
                  </a:moveTo>
                  <a:lnTo>
                    <a:pt x="320420" y="2046"/>
                  </a:lnTo>
                  <a:lnTo>
                    <a:pt x="317150" y="4093"/>
                  </a:lnTo>
                  <a:lnTo>
                    <a:pt x="313881" y="6139"/>
                  </a:lnTo>
                  <a:lnTo>
                    <a:pt x="310611" y="8186"/>
                  </a:lnTo>
                  <a:lnTo>
                    <a:pt x="307341" y="10233"/>
                  </a:lnTo>
                  <a:lnTo>
                    <a:pt x="304072" y="12279"/>
                  </a:lnTo>
                  <a:lnTo>
                    <a:pt x="300802" y="14326"/>
                  </a:lnTo>
                  <a:lnTo>
                    <a:pt x="297533" y="16373"/>
                  </a:lnTo>
                  <a:lnTo>
                    <a:pt x="294263" y="18419"/>
                  </a:lnTo>
                  <a:lnTo>
                    <a:pt x="290993" y="20466"/>
                  </a:lnTo>
                  <a:lnTo>
                    <a:pt x="287724" y="22513"/>
                  </a:lnTo>
                  <a:lnTo>
                    <a:pt x="284454" y="24559"/>
                  </a:lnTo>
                  <a:lnTo>
                    <a:pt x="281185" y="26606"/>
                  </a:lnTo>
                  <a:lnTo>
                    <a:pt x="277915" y="28653"/>
                  </a:lnTo>
                  <a:lnTo>
                    <a:pt x="274646" y="30699"/>
                  </a:lnTo>
                  <a:lnTo>
                    <a:pt x="271376" y="32746"/>
                  </a:lnTo>
                  <a:lnTo>
                    <a:pt x="268106" y="34793"/>
                  </a:lnTo>
                  <a:lnTo>
                    <a:pt x="264837" y="36839"/>
                  </a:lnTo>
                  <a:lnTo>
                    <a:pt x="261567" y="38886"/>
                  </a:lnTo>
                  <a:lnTo>
                    <a:pt x="258298" y="40933"/>
                  </a:lnTo>
                  <a:lnTo>
                    <a:pt x="255028" y="42979"/>
                  </a:lnTo>
                  <a:lnTo>
                    <a:pt x="251758" y="45026"/>
                  </a:lnTo>
                  <a:lnTo>
                    <a:pt x="248489" y="47073"/>
                  </a:lnTo>
                  <a:lnTo>
                    <a:pt x="245219" y="49119"/>
                  </a:lnTo>
                  <a:lnTo>
                    <a:pt x="241950" y="51166"/>
                  </a:lnTo>
                  <a:lnTo>
                    <a:pt x="238680" y="53213"/>
                  </a:lnTo>
                  <a:lnTo>
                    <a:pt x="235410" y="55259"/>
                  </a:lnTo>
                  <a:lnTo>
                    <a:pt x="232141" y="57306"/>
                  </a:lnTo>
                  <a:lnTo>
                    <a:pt x="228871" y="59352"/>
                  </a:lnTo>
                  <a:lnTo>
                    <a:pt x="225602" y="61399"/>
                  </a:lnTo>
                  <a:lnTo>
                    <a:pt x="222332" y="63446"/>
                  </a:lnTo>
                  <a:lnTo>
                    <a:pt x="219062" y="65492"/>
                  </a:lnTo>
                  <a:lnTo>
                    <a:pt x="215793" y="67539"/>
                  </a:lnTo>
                  <a:lnTo>
                    <a:pt x="212523" y="69586"/>
                  </a:lnTo>
                  <a:lnTo>
                    <a:pt x="209254" y="71632"/>
                  </a:lnTo>
                  <a:lnTo>
                    <a:pt x="205984" y="73679"/>
                  </a:lnTo>
                  <a:lnTo>
                    <a:pt x="202714" y="75726"/>
                  </a:lnTo>
                  <a:lnTo>
                    <a:pt x="199445" y="77772"/>
                  </a:lnTo>
                  <a:lnTo>
                    <a:pt x="196175" y="79819"/>
                  </a:lnTo>
                  <a:lnTo>
                    <a:pt x="192906" y="81866"/>
                  </a:lnTo>
                  <a:lnTo>
                    <a:pt x="189636" y="83912"/>
                  </a:lnTo>
                  <a:lnTo>
                    <a:pt x="186366" y="85959"/>
                  </a:lnTo>
                  <a:lnTo>
                    <a:pt x="183097" y="88006"/>
                  </a:lnTo>
                  <a:lnTo>
                    <a:pt x="179827" y="90052"/>
                  </a:lnTo>
                  <a:lnTo>
                    <a:pt x="176558" y="92099"/>
                  </a:lnTo>
                  <a:lnTo>
                    <a:pt x="173288" y="94146"/>
                  </a:lnTo>
                  <a:lnTo>
                    <a:pt x="170018" y="96192"/>
                  </a:lnTo>
                  <a:lnTo>
                    <a:pt x="166749" y="98239"/>
                  </a:lnTo>
                  <a:lnTo>
                    <a:pt x="163479" y="100286"/>
                  </a:lnTo>
                  <a:lnTo>
                    <a:pt x="160210" y="102332"/>
                  </a:lnTo>
                  <a:lnTo>
                    <a:pt x="156940" y="104379"/>
                  </a:lnTo>
                  <a:lnTo>
                    <a:pt x="153670" y="106426"/>
                  </a:lnTo>
                  <a:lnTo>
                    <a:pt x="150401" y="108472"/>
                  </a:lnTo>
                  <a:lnTo>
                    <a:pt x="147131" y="110519"/>
                  </a:lnTo>
                  <a:lnTo>
                    <a:pt x="143862" y="112566"/>
                  </a:lnTo>
                  <a:lnTo>
                    <a:pt x="140592" y="114612"/>
                  </a:lnTo>
                  <a:lnTo>
                    <a:pt x="137323" y="116659"/>
                  </a:lnTo>
                  <a:lnTo>
                    <a:pt x="134053" y="118705"/>
                  </a:lnTo>
                  <a:lnTo>
                    <a:pt x="130783" y="120752"/>
                  </a:lnTo>
                  <a:lnTo>
                    <a:pt x="127514" y="122799"/>
                  </a:lnTo>
                  <a:lnTo>
                    <a:pt x="124244" y="124845"/>
                  </a:lnTo>
                  <a:lnTo>
                    <a:pt x="120975" y="126892"/>
                  </a:lnTo>
                  <a:lnTo>
                    <a:pt x="117705" y="128939"/>
                  </a:lnTo>
                  <a:lnTo>
                    <a:pt x="114435" y="130985"/>
                  </a:lnTo>
                  <a:lnTo>
                    <a:pt x="111166" y="133032"/>
                  </a:lnTo>
                  <a:lnTo>
                    <a:pt x="107896" y="135079"/>
                  </a:lnTo>
                  <a:lnTo>
                    <a:pt x="104627" y="137125"/>
                  </a:lnTo>
                  <a:lnTo>
                    <a:pt x="101357" y="139172"/>
                  </a:lnTo>
                  <a:lnTo>
                    <a:pt x="98087" y="141219"/>
                  </a:lnTo>
                  <a:lnTo>
                    <a:pt x="94818" y="143265"/>
                  </a:lnTo>
                  <a:lnTo>
                    <a:pt x="91548" y="145312"/>
                  </a:lnTo>
                  <a:lnTo>
                    <a:pt x="88279" y="147359"/>
                  </a:lnTo>
                  <a:lnTo>
                    <a:pt x="85009" y="149405"/>
                  </a:lnTo>
                  <a:lnTo>
                    <a:pt x="81739" y="151452"/>
                  </a:lnTo>
                  <a:lnTo>
                    <a:pt x="78470" y="153499"/>
                  </a:lnTo>
                  <a:lnTo>
                    <a:pt x="75200" y="155545"/>
                  </a:lnTo>
                  <a:lnTo>
                    <a:pt x="71931" y="157592"/>
                  </a:lnTo>
                  <a:lnTo>
                    <a:pt x="68661" y="159639"/>
                  </a:lnTo>
                  <a:lnTo>
                    <a:pt x="65391" y="161685"/>
                  </a:lnTo>
                  <a:lnTo>
                    <a:pt x="62122" y="163732"/>
                  </a:lnTo>
                  <a:lnTo>
                    <a:pt x="58852" y="165779"/>
                  </a:lnTo>
                  <a:lnTo>
                    <a:pt x="55583" y="167825"/>
                  </a:lnTo>
                  <a:lnTo>
                    <a:pt x="52313" y="169872"/>
                  </a:lnTo>
                  <a:lnTo>
                    <a:pt x="49043" y="171918"/>
                  </a:lnTo>
                  <a:lnTo>
                    <a:pt x="45774" y="173965"/>
                  </a:lnTo>
                  <a:lnTo>
                    <a:pt x="42504" y="176012"/>
                  </a:lnTo>
                  <a:lnTo>
                    <a:pt x="39235" y="178058"/>
                  </a:lnTo>
                  <a:lnTo>
                    <a:pt x="35965" y="180105"/>
                  </a:lnTo>
                  <a:lnTo>
                    <a:pt x="32695" y="182152"/>
                  </a:lnTo>
                  <a:lnTo>
                    <a:pt x="29426" y="184198"/>
                  </a:lnTo>
                  <a:lnTo>
                    <a:pt x="26156" y="186245"/>
                  </a:lnTo>
                  <a:lnTo>
                    <a:pt x="22887" y="188292"/>
                  </a:lnTo>
                  <a:lnTo>
                    <a:pt x="19617" y="190338"/>
                  </a:lnTo>
                  <a:lnTo>
                    <a:pt x="16347" y="192385"/>
                  </a:lnTo>
                  <a:lnTo>
                    <a:pt x="13078" y="194432"/>
                  </a:lnTo>
                  <a:lnTo>
                    <a:pt x="9808" y="196478"/>
                  </a:lnTo>
                  <a:lnTo>
                    <a:pt x="6539" y="198525"/>
                  </a:lnTo>
                  <a:lnTo>
                    <a:pt x="3269" y="200572"/>
                  </a:lnTo>
                  <a:lnTo>
                    <a:pt x="0" y="202618"/>
                  </a:lnTo>
                </a:path>
              </a:pathLst>
            </a:custGeom>
            <a:ln w="44011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3" name="pl9453"/>
            <p:cNvSpPr/>
            <p:nvPr/>
          </p:nvSpPr>
          <p:spPr>
            <a:xfrm>
              <a:off x="10110143" y="6208036"/>
              <a:ext cx="195543" cy="463904"/>
            </a:xfrm>
            <a:custGeom>
              <a:avLst/>
              <a:pathLst>
                <a:path w="195543" h="463904">
                  <a:moveTo>
                    <a:pt x="195543" y="463904"/>
                  </a:moveTo>
                  <a:lnTo>
                    <a:pt x="193568" y="459218"/>
                  </a:lnTo>
                  <a:lnTo>
                    <a:pt x="191593" y="454532"/>
                  </a:lnTo>
                  <a:lnTo>
                    <a:pt x="189618" y="449846"/>
                  </a:lnTo>
                  <a:lnTo>
                    <a:pt x="187642" y="445160"/>
                  </a:lnTo>
                  <a:lnTo>
                    <a:pt x="185667" y="440474"/>
                  </a:lnTo>
                  <a:lnTo>
                    <a:pt x="183692" y="435788"/>
                  </a:lnTo>
                  <a:lnTo>
                    <a:pt x="181717" y="431103"/>
                  </a:lnTo>
                  <a:lnTo>
                    <a:pt x="179742" y="426417"/>
                  </a:lnTo>
                  <a:lnTo>
                    <a:pt x="177767" y="421731"/>
                  </a:lnTo>
                  <a:lnTo>
                    <a:pt x="175791" y="417045"/>
                  </a:lnTo>
                  <a:lnTo>
                    <a:pt x="173816" y="412359"/>
                  </a:lnTo>
                  <a:lnTo>
                    <a:pt x="171841" y="407673"/>
                  </a:lnTo>
                  <a:lnTo>
                    <a:pt x="169866" y="402987"/>
                  </a:lnTo>
                  <a:lnTo>
                    <a:pt x="167891" y="398301"/>
                  </a:lnTo>
                  <a:lnTo>
                    <a:pt x="165915" y="393615"/>
                  </a:lnTo>
                  <a:lnTo>
                    <a:pt x="163940" y="388929"/>
                  </a:lnTo>
                  <a:lnTo>
                    <a:pt x="161965" y="384243"/>
                  </a:lnTo>
                  <a:lnTo>
                    <a:pt x="159990" y="379558"/>
                  </a:lnTo>
                  <a:lnTo>
                    <a:pt x="158015" y="374872"/>
                  </a:lnTo>
                  <a:lnTo>
                    <a:pt x="156039" y="370186"/>
                  </a:lnTo>
                  <a:lnTo>
                    <a:pt x="154064" y="365500"/>
                  </a:lnTo>
                  <a:lnTo>
                    <a:pt x="152089" y="360814"/>
                  </a:lnTo>
                  <a:lnTo>
                    <a:pt x="150114" y="356128"/>
                  </a:lnTo>
                  <a:lnTo>
                    <a:pt x="148139" y="351442"/>
                  </a:lnTo>
                  <a:lnTo>
                    <a:pt x="146164" y="346756"/>
                  </a:lnTo>
                  <a:lnTo>
                    <a:pt x="144188" y="342070"/>
                  </a:lnTo>
                  <a:lnTo>
                    <a:pt x="142213" y="337384"/>
                  </a:lnTo>
                  <a:lnTo>
                    <a:pt x="140238" y="332699"/>
                  </a:lnTo>
                  <a:lnTo>
                    <a:pt x="138263" y="328013"/>
                  </a:lnTo>
                  <a:lnTo>
                    <a:pt x="136288" y="323327"/>
                  </a:lnTo>
                  <a:lnTo>
                    <a:pt x="134312" y="318641"/>
                  </a:lnTo>
                  <a:lnTo>
                    <a:pt x="132337" y="313955"/>
                  </a:lnTo>
                  <a:lnTo>
                    <a:pt x="130362" y="309269"/>
                  </a:lnTo>
                  <a:lnTo>
                    <a:pt x="128387" y="304583"/>
                  </a:lnTo>
                  <a:lnTo>
                    <a:pt x="126412" y="299897"/>
                  </a:lnTo>
                  <a:lnTo>
                    <a:pt x="124436" y="295211"/>
                  </a:lnTo>
                  <a:lnTo>
                    <a:pt x="122461" y="290525"/>
                  </a:lnTo>
                  <a:lnTo>
                    <a:pt x="120486" y="285840"/>
                  </a:lnTo>
                  <a:lnTo>
                    <a:pt x="118511" y="281154"/>
                  </a:lnTo>
                  <a:lnTo>
                    <a:pt x="116536" y="276468"/>
                  </a:lnTo>
                  <a:lnTo>
                    <a:pt x="114560" y="271782"/>
                  </a:lnTo>
                  <a:lnTo>
                    <a:pt x="112585" y="267096"/>
                  </a:lnTo>
                  <a:lnTo>
                    <a:pt x="110610" y="262410"/>
                  </a:lnTo>
                  <a:lnTo>
                    <a:pt x="108635" y="257724"/>
                  </a:lnTo>
                  <a:lnTo>
                    <a:pt x="106660" y="253038"/>
                  </a:lnTo>
                  <a:lnTo>
                    <a:pt x="104685" y="248352"/>
                  </a:lnTo>
                  <a:lnTo>
                    <a:pt x="102709" y="243666"/>
                  </a:lnTo>
                  <a:lnTo>
                    <a:pt x="100734" y="238981"/>
                  </a:lnTo>
                  <a:lnTo>
                    <a:pt x="98759" y="234295"/>
                  </a:lnTo>
                  <a:lnTo>
                    <a:pt x="96784" y="229609"/>
                  </a:lnTo>
                  <a:lnTo>
                    <a:pt x="94809" y="224923"/>
                  </a:lnTo>
                  <a:lnTo>
                    <a:pt x="92833" y="220237"/>
                  </a:lnTo>
                  <a:lnTo>
                    <a:pt x="90858" y="215551"/>
                  </a:lnTo>
                  <a:lnTo>
                    <a:pt x="88883" y="210865"/>
                  </a:lnTo>
                  <a:lnTo>
                    <a:pt x="86908" y="206179"/>
                  </a:lnTo>
                  <a:lnTo>
                    <a:pt x="84933" y="201493"/>
                  </a:lnTo>
                  <a:lnTo>
                    <a:pt x="82957" y="196807"/>
                  </a:lnTo>
                  <a:lnTo>
                    <a:pt x="80982" y="192121"/>
                  </a:lnTo>
                  <a:lnTo>
                    <a:pt x="79007" y="187436"/>
                  </a:lnTo>
                  <a:lnTo>
                    <a:pt x="77032" y="182750"/>
                  </a:lnTo>
                  <a:lnTo>
                    <a:pt x="75057" y="178064"/>
                  </a:lnTo>
                  <a:lnTo>
                    <a:pt x="73082" y="173378"/>
                  </a:lnTo>
                  <a:lnTo>
                    <a:pt x="71106" y="168692"/>
                  </a:lnTo>
                  <a:lnTo>
                    <a:pt x="69131" y="164006"/>
                  </a:lnTo>
                  <a:lnTo>
                    <a:pt x="67156" y="159320"/>
                  </a:lnTo>
                  <a:lnTo>
                    <a:pt x="65181" y="154634"/>
                  </a:lnTo>
                  <a:lnTo>
                    <a:pt x="63206" y="149948"/>
                  </a:lnTo>
                  <a:lnTo>
                    <a:pt x="61230" y="145262"/>
                  </a:lnTo>
                  <a:lnTo>
                    <a:pt x="59255" y="140577"/>
                  </a:lnTo>
                  <a:lnTo>
                    <a:pt x="57280" y="135891"/>
                  </a:lnTo>
                  <a:lnTo>
                    <a:pt x="55305" y="131205"/>
                  </a:lnTo>
                  <a:lnTo>
                    <a:pt x="53330" y="126519"/>
                  </a:lnTo>
                  <a:lnTo>
                    <a:pt x="51354" y="121833"/>
                  </a:lnTo>
                  <a:lnTo>
                    <a:pt x="49379" y="117147"/>
                  </a:lnTo>
                  <a:lnTo>
                    <a:pt x="47404" y="112461"/>
                  </a:lnTo>
                  <a:lnTo>
                    <a:pt x="45429" y="107775"/>
                  </a:lnTo>
                  <a:lnTo>
                    <a:pt x="43454" y="103089"/>
                  </a:lnTo>
                  <a:lnTo>
                    <a:pt x="41478" y="98403"/>
                  </a:lnTo>
                  <a:lnTo>
                    <a:pt x="39503" y="93718"/>
                  </a:lnTo>
                  <a:lnTo>
                    <a:pt x="37528" y="89032"/>
                  </a:lnTo>
                  <a:lnTo>
                    <a:pt x="35553" y="84346"/>
                  </a:lnTo>
                  <a:lnTo>
                    <a:pt x="33578" y="79660"/>
                  </a:lnTo>
                  <a:lnTo>
                    <a:pt x="31603" y="74974"/>
                  </a:lnTo>
                  <a:lnTo>
                    <a:pt x="29627" y="70288"/>
                  </a:lnTo>
                  <a:lnTo>
                    <a:pt x="27652" y="65602"/>
                  </a:lnTo>
                  <a:lnTo>
                    <a:pt x="25677" y="60916"/>
                  </a:lnTo>
                  <a:lnTo>
                    <a:pt x="23702" y="56230"/>
                  </a:lnTo>
                  <a:lnTo>
                    <a:pt x="21727" y="51544"/>
                  </a:lnTo>
                  <a:lnTo>
                    <a:pt x="19751" y="46859"/>
                  </a:lnTo>
                  <a:lnTo>
                    <a:pt x="17776" y="42173"/>
                  </a:lnTo>
                  <a:lnTo>
                    <a:pt x="15801" y="37487"/>
                  </a:lnTo>
                  <a:lnTo>
                    <a:pt x="13826" y="32801"/>
                  </a:lnTo>
                  <a:lnTo>
                    <a:pt x="11851" y="28115"/>
                  </a:lnTo>
                  <a:lnTo>
                    <a:pt x="9875" y="23429"/>
                  </a:lnTo>
                  <a:lnTo>
                    <a:pt x="7900" y="18743"/>
                  </a:lnTo>
                  <a:lnTo>
                    <a:pt x="5925" y="14057"/>
                  </a:lnTo>
                  <a:lnTo>
                    <a:pt x="3950" y="9371"/>
                  </a:lnTo>
                  <a:lnTo>
                    <a:pt x="1975" y="4685"/>
                  </a:lnTo>
                  <a:lnTo>
                    <a:pt x="0" y="0"/>
                  </a:lnTo>
                </a:path>
              </a:pathLst>
            </a:custGeom>
            <a:ln w="29991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4" name="pl9454"/>
            <p:cNvSpPr/>
            <p:nvPr/>
          </p:nvSpPr>
          <p:spPr>
            <a:xfrm>
              <a:off x="10305687" y="6559128"/>
              <a:ext cx="518605" cy="112812"/>
            </a:xfrm>
            <a:custGeom>
              <a:avLst/>
              <a:pathLst>
                <a:path w="518605" h="112812">
                  <a:moveTo>
                    <a:pt x="0" y="112812"/>
                  </a:moveTo>
                  <a:lnTo>
                    <a:pt x="5238" y="111672"/>
                  </a:lnTo>
                  <a:lnTo>
                    <a:pt x="10476" y="110533"/>
                  </a:lnTo>
                  <a:lnTo>
                    <a:pt x="15715" y="109393"/>
                  </a:lnTo>
                  <a:lnTo>
                    <a:pt x="20953" y="108254"/>
                  </a:lnTo>
                  <a:lnTo>
                    <a:pt x="26192" y="107114"/>
                  </a:lnTo>
                  <a:lnTo>
                    <a:pt x="31430" y="105975"/>
                  </a:lnTo>
                  <a:lnTo>
                    <a:pt x="36669" y="104835"/>
                  </a:lnTo>
                  <a:lnTo>
                    <a:pt x="41907" y="103696"/>
                  </a:lnTo>
                  <a:lnTo>
                    <a:pt x="47145" y="102556"/>
                  </a:lnTo>
                  <a:lnTo>
                    <a:pt x="52384" y="101416"/>
                  </a:lnTo>
                  <a:lnTo>
                    <a:pt x="57622" y="100277"/>
                  </a:lnTo>
                  <a:lnTo>
                    <a:pt x="62861" y="99137"/>
                  </a:lnTo>
                  <a:lnTo>
                    <a:pt x="68099" y="97998"/>
                  </a:lnTo>
                  <a:lnTo>
                    <a:pt x="73338" y="96858"/>
                  </a:lnTo>
                  <a:lnTo>
                    <a:pt x="78576" y="95719"/>
                  </a:lnTo>
                  <a:lnTo>
                    <a:pt x="83815" y="94579"/>
                  </a:lnTo>
                  <a:lnTo>
                    <a:pt x="89053" y="93440"/>
                  </a:lnTo>
                  <a:lnTo>
                    <a:pt x="94291" y="92300"/>
                  </a:lnTo>
                  <a:lnTo>
                    <a:pt x="99530" y="91161"/>
                  </a:lnTo>
                  <a:lnTo>
                    <a:pt x="104768" y="90021"/>
                  </a:lnTo>
                  <a:lnTo>
                    <a:pt x="110007" y="88882"/>
                  </a:lnTo>
                  <a:lnTo>
                    <a:pt x="115245" y="87742"/>
                  </a:lnTo>
                  <a:lnTo>
                    <a:pt x="120484" y="86603"/>
                  </a:lnTo>
                  <a:lnTo>
                    <a:pt x="125722" y="85463"/>
                  </a:lnTo>
                  <a:lnTo>
                    <a:pt x="130961" y="84324"/>
                  </a:lnTo>
                  <a:lnTo>
                    <a:pt x="136199" y="83184"/>
                  </a:lnTo>
                  <a:lnTo>
                    <a:pt x="141437" y="82045"/>
                  </a:lnTo>
                  <a:lnTo>
                    <a:pt x="146676" y="80905"/>
                  </a:lnTo>
                  <a:lnTo>
                    <a:pt x="151914" y="79766"/>
                  </a:lnTo>
                  <a:lnTo>
                    <a:pt x="157153" y="78626"/>
                  </a:lnTo>
                  <a:lnTo>
                    <a:pt x="162391" y="77487"/>
                  </a:lnTo>
                  <a:lnTo>
                    <a:pt x="167630" y="76347"/>
                  </a:lnTo>
                  <a:lnTo>
                    <a:pt x="172868" y="75208"/>
                  </a:lnTo>
                  <a:lnTo>
                    <a:pt x="178107" y="74068"/>
                  </a:lnTo>
                  <a:lnTo>
                    <a:pt x="183345" y="72929"/>
                  </a:lnTo>
                  <a:lnTo>
                    <a:pt x="188583" y="71789"/>
                  </a:lnTo>
                  <a:lnTo>
                    <a:pt x="193822" y="70650"/>
                  </a:lnTo>
                  <a:lnTo>
                    <a:pt x="199060" y="69510"/>
                  </a:lnTo>
                  <a:lnTo>
                    <a:pt x="204299" y="68370"/>
                  </a:lnTo>
                  <a:lnTo>
                    <a:pt x="209537" y="67231"/>
                  </a:lnTo>
                  <a:lnTo>
                    <a:pt x="214776" y="66091"/>
                  </a:lnTo>
                  <a:lnTo>
                    <a:pt x="220014" y="64952"/>
                  </a:lnTo>
                  <a:lnTo>
                    <a:pt x="225253" y="63812"/>
                  </a:lnTo>
                  <a:lnTo>
                    <a:pt x="230491" y="62673"/>
                  </a:lnTo>
                  <a:lnTo>
                    <a:pt x="235729" y="61533"/>
                  </a:lnTo>
                  <a:lnTo>
                    <a:pt x="240968" y="60394"/>
                  </a:lnTo>
                  <a:lnTo>
                    <a:pt x="246206" y="59254"/>
                  </a:lnTo>
                  <a:lnTo>
                    <a:pt x="251445" y="58115"/>
                  </a:lnTo>
                  <a:lnTo>
                    <a:pt x="256683" y="56975"/>
                  </a:lnTo>
                  <a:lnTo>
                    <a:pt x="261922" y="55836"/>
                  </a:lnTo>
                  <a:lnTo>
                    <a:pt x="267160" y="54696"/>
                  </a:lnTo>
                  <a:lnTo>
                    <a:pt x="272399" y="53557"/>
                  </a:lnTo>
                  <a:lnTo>
                    <a:pt x="277637" y="52417"/>
                  </a:lnTo>
                  <a:lnTo>
                    <a:pt x="282875" y="51278"/>
                  </a:lnTo>
                  <a:lnTo>
                    <a:pt x="288114" y="50138"/>
                  </a:lnTo>
                  <a:lnTo>
                    <a:pt x="293352" y="48999"/>
                  </a:lnTo>
                  <a:lnTo>
                    <a:pt x="298591" y="47859"/>
                  </a:lnTo>
                  <a:lnTo>
                    <a:pt x="303829" y="46720"/>
                  </a:lnTo>
                  <a:lnTo>
                    <a:pt x="309068" y="45580"/>
                  </a:lnTo>
                  <a:lnTo>
                    <a:pt x="314306" y="44441"/>
                  </a:lnTo>
                  <a:lnTo>
                    <a:pt x="319545" y="43301"/>
                  </a:lnTo>
                  <a:lnTo>
                    <a:pt x="324783" y="42162"/>
                  </a:lnTo>
                  <a:lnTo>
                    <a:pt x="330021" y="41022"/>
                  </a:lnTo>
                  <a:lnTo>
                    <a:pt x="335260" y="39883"/>
                  </a:lnTo>
                  <a:lnTo>
                    <a:pt x="340498" y="38743"/>
                  </a:lnTo>
                  <a:lnTo>
                    <a:pt x="345737" y="37604"/>
                  </a:lnTo>
                  <a:lnTo>
                    <a:pt x="350975" y="36464"/>
                  </a:lnTo>
                  <a:lnTo>
                    <a:pt x="356214" y="35325"/>
                  </a:lnTo>
                  <a:lnTo>
                    <a:pt x="361452" y="34185"/>
                  </a:lnTo>
                  <a:lnTo>
                    <a:pt x="366691" y="33045"/>
                  </a:lnTo>
                  <a:lnTo>
                    <a:pt x="371929" y="31906"/>
                  </a:lnTo>
                  <a:lnTo>
                    <a:pt x="377167" y="30766"/>
                  </a:lnTo>
                  <a:lnTo>
                    <a:pt x="382406" y="29627"/>
                  </a:lnTo>
                  <a:lnTo>
                    <a:pt x="387644" y="28487"/>
                  </a:lnTo>
                  <a:lnTo>
                    <a:pt x="392883" y="27348"/>
                  </a:lnTo>
                  <a:lnTo>
                    <a:pt x="398121" y="26208"/>
                  </a:lnTo>
                  <a:lnTo>
                    <a:pt x="403360" y="25069"/>
                  </a:lnTo>
                  <a:lnTo>
                    <a:pt x="408598" y="23929"/>
                  </a:lnTo>
                  <a:lnTo>
                    <a:pt x="413837" y="22790"/>
                  </a:lnTo>
                  <a:lnTo>
                    <a:pt x="419075" y="21650"/>
                  </a:lnTo>
                  <a:lnTo>
                    <a:pt x="424313" y="20511"/>
                  </a:lnTo>
                  <a:lnTo>
                    <a:pt x="429552" y="19371"/>
                  </a:lnTo>
                  <a:lnTo>
                    <a:pt x="434790" y="18232"/>
                  </a:lnTo>
                  <a:lnTo>
                    <a:pt x="440029" y="17092"/>
                  </a:lnTo>
                  <a:lnTo>
                    <a:pt x="445267" y="15953"/>
                  </a:lnTo>
                  <a:lnTo>
                    <a:pt x="450506" y="14813"/>
                  </a:lnTo>
                  <a:lnTo>
                    <a:pt x="455744" y="13674"/>
                  </a:lnTo>
                  <a:lnTo>
                    <a:pt x="460983" y="12534"/>
                  </a:lnTo>
                  <a:lnTo>
                    <a:pt x="466221" y="11395"/>
                  </a:lnTo>
                  <a:lnTo>
                    <a:pt x="471459" y="10255"/>
                  </a:lnTo>
                  <a:lnTo>
                    <a:pt x="476698" y="9116"/>
                  </a:lnTo>
                  <a:lnTo>
                    <a:pt x="481936" y="7976"/>
                  </a:lnTo>
                  <a:lnTo>
                    <a:pt x="487175" y="6837"/>
                  </a:lnTo>
                  <a:lnTo>
                    <a:pt x="492413" y="5697"/>
                  </a:lnTo>
                  <a:lnTo>
                    <a:pt x="497652" y="4558"/>
                  </a:lnTo>
                  <a:lnTo>
                    <a:pt x="502890" y="3418"/>
                  </a:lnTo>
                  <a:lnTo>
                    <a:pt x="508129" y="2279"/>
                  </a:lnTo>
                  <a:lnTo>
                    <a:pt x="513367" y="1139"/>
                  </a:lnTo>
                  <a:lnTo>
                    <a:pt x="518605" y="0"/>
                  </a:lnTo>
                </a:path>
              </a:pathLst>
            </a:custGeom>
            <a:ln w="29709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5" name="pl9455"/>
            <p:cNvSpPr/>
            <p:nvPr/>
          </p:nvSpPr>
          <p:spPr>
            <a:xfrm>
              <a:off x="10305687" y="6671940"/>
              <a:ext cx="431432" cy="388016"/>
            </a:xfrm>
            <a:custGeom>
              <a:avLst/>
              <a:pathLst>
                <a:path w="431432" h="388016">
                  <a:moveTo>
                    <a:pt x="0" y="0"/>
                  </a:moveTo>
                  <a:lnTo>
                    <a:pt x="4357" y="3919"/>
                  </a:lnTo>
                  <a:lnTo>
                    <a:pt x="8715" y="7838"/>
                  </a:lnTo>
                  <a:lnTo>
                    <a:pt x="13073" y="11758"/>
                  </a:lnTo>
                  <a:lnTo>
                    <a:pt x="17431" y="15677"/>
                  </a:lnTo>
                  <a:lnTo>
                    <a:pt x="21789" y="19596"/>
                  </a:lnTo>
                  <a:lnTo>
                    <a:pt x="26147" y="23516"/>
                  </a:lnTo>
                  <a:lnTo>
                    <a:pt x="30505" y="27435"/>
                  </a:lnTo>
                  <a:lnTo>
                    <a:pt x="34863" y="31354"/>
                  </a:lnTo>
                  <a:lnTo>
                    <a:pt x="39221" y="35274"/>
                  </a:lnTo>
                  <a:lnTo>
                    <a:pt x="43578" y="39193"/>
                  </a:lnTo>
                  <a:lnTo>
                    <a:pt x="47936" y="43112"/>
                  </a:lnTo>
                  <a:lnTo>
                    <a:pt x="52294" y="47032"/>
                  </a:lnTo>
                  <a:lnTo>
                    <a:pt x="56652" y="50951"/>
                  </a:lnTo>
                  <a:lnTo>
                    <a:pt x="61010" y="54870"/>
                  </a:lnTo>
                  <a:lnTo>
                    <a:pt x="65368" y="58790"/>
                  </a:lnTo>
                  <a:lnTo>
                    <a:pt x="69726" y="62709"/>
                  </a:lnTo>
                  <a:lnTo>
                    <a:pt x="74084" y="66629"/>
                  </a:lnTo>
                  <a:lnTo>
                    <a:pt x="78442" y="70548"/>
                  </a:lnTo>
                  <a:lnTo>
                    <a:pt x="82800" y="74467"/>
                  </a:lnTo>
                  <a:lnTo>
                    <a:pt x="87157" y="78387"/>
                  </a:lnTo>
                  <a:lnTo>
                    <a:pt x="91515" y="82306"/>
                  </a:lnTo>
                  <a:lnTo>
                    <a:pt x="95873" y="86225"/>
                  </a:lnTo>
                  <a:lnTo>
                    <a:pt x="100231" y="90145"/>
                  </a:lnTo>
                  <a:lnTo>
                    <a:pt x="104589" y="94064"/>
                  </a:lnTo>
                  <a:lnTo>
                    <a:pt x="108947" y="97983"/>
                  </a:lnTo>
                  <a:lnTo>
                    <a:pt x="113305" y="101903"/>
                  </a:lnTo>
                  <a:lnTo>
                    <a:pt x="117663" y="105822"/>
                  </a:lnTo>
                  <a:lnTo>
                    <a:pt x="122021" y="109741"/>
                  </a:lnTo>
                  <a:lnTo>
                    <a:pt x="126379" y="113661"/>
                  </a:lnTo>
                  <a:lnTo>
                    <a:pt x="130736" y="117580"/>
                  </a:lnTo>
                  <a:lnTo>
                    <a:pt x="135094" y="121500"/>
                  </a:lnTo>
                  <a:lnTo>
                    <a:pt x="139452" y="125419"/>
                  </a:lnTo>
                  <a:lnTo>
                    <a:pt x="143810" y="129338"/>
                  </a:lnTo>
                  <a:lnTo>
                    <a:pt x="148168" y="133258"/>
                  </a:lnTo>
                  <a:lnTo>
                    <a:pt x="152526" y="137177"/>
                  </a:lnTo>
                  <a:lnTo>
                    <a:pt x="156884" y="141096"/>
                  </a:lnTo>
                  <a:lnTo>
                    <a:pt x="161242" y="145016"/>
                  </a:lnTo>
                  <a:lnTo>
                    <a:pt x="165600" y="148935"/>
                  </a:lnTo>
                  <a:lnTo>
                    <a:pt x="169958" y="152854"/>
                  </a:lnTo>
                  <a:lnTo>
                    <a:pt x="174315" y="156774"/>
                  </a:lnTo>
                  <a:lnTo>
                    <a:pt x="178673" y="160693"/>
                  </a:lnTo>
                  <a:lnTo>
                    <a:pt x="183031" y="164612"/>
                  </a:lnTo>
                  <a:lnTo>
                    <a:pt x="187389" y="168532"/>
                  </a:lnTo>
                  <a:lnTo>
                    <a:pt x="191747" y="172451"/>
                  </a:lnTo>
                  <a:lnTo>
                    <a:pt x="196105" y="176371"/>
                  </a:lnTo>
                  <a:lnTo>
                    <a:pt x="200463" y="180290"/>
                  </a:lnTo>
                  <a:lnTo>
                    <a:pt x="204821" y="184209"/>
                  </a:lnTo>
                  <a:lnTo>
                    <a:pt x="209179" y="188129"/>
                  </a:lnTo>
                  <a:lnTo>
                    <a:pt x="213537" y="192048"/>
                  </a:lnTo>
                  <a:lnTo>
                    <a:pt x="217894" y="195967"/>
                  </a:lnTo>
                  <a:lnTo>
                    <a:pt x="222252" y="199887"/>
                  </a:lnTo>
                  <a:lnTo>
                    <a:pt x="226610" y="203806"/>
                  </a:lnTo>
                  <a:lnTo>
                    <a:pt x="230968" y="207725"/>
                  </a:lnTo>
                  <a:lnTo>
                    <a:pt x="235326" y="211645"/>
                  </a:lnTo>
                  <a:lnTo>
                    <a:pt x="239684" y="215564"/>
                  </a:lnTo>
                  <a:lnTo>
                    <a:pt x="244042" y="219483"/>
                  </a:lnTo>
                  <a:lnTo>
                    <a:pt x="248400" y="223403"/>
                  </a:lnTo>
                  <a:lnTo>
                    <a:pt x="252758" y="227322"/>
                  </a:lnTo>
                  <a:lnTo>
                    <a:pt x="257116" y="231242"/>
                  </a:lnTo>
                  <a:lnTo>
                    <a:pt x="261473" y="235161"/>
                  </a:lnTo>
                  <a:lnTo>
                    <a:pt x="265831" y="239080"/>
                  </a:lnTo>
                  <a:lnTo>
                    <a:pt x="270189" y="243000"/>
                  </a:lnTo>
                  <a:lnTo>
                    <a:pt x="274547" y="246919"/>
                  </a:lnTo>
                  <a:lnTo>
                    <a:pt x="278905" y="250838"/>
                  </a:lnTo>
                  <a:lnTo>
                    <a:pt x="283263" y="254758"/>
                  </a:lnTo>
                  <a:lnTo>
                    <a:pt x="287621" y="258677"/>
                  </a:lnTo>
                  <a:lnTo>
                    <a:pt x="291979" y="262596"/>
                  </a:lnTo>
                  <a:lnTo>
                    <a:pt x="296337" y="266516"/>
                  </a:lnTo>
                  <a:lnTo>
                    <a:pt x="300695" y="270435"/>
                  </a:lnTo>
                  <a:lnTo>
                    <a:pt x="305052" y="274354"/>
                  </a:lnTo>
                  <a:lnTo>
                    <a:pt x="309410" y="278274"/>
                  </a:lnTo>
                  <a:lnTo>
                    <a:pt x="313768" y="282193"/>
                  </a:lnTo>
                  <a:lnTo>
                    <a:pt x="318126" y="286113"/>
                  </a:lnTo>
                  <a:lnTo>
                    <a:pt x="322484" y="290032"/>
                  </a:lnTo>
                  <a:lnTo>
                    <a:pt x="326842" y="293951"/>
                  </a:lnTo>
                  <a:lnTo>
                    <a:pt x="331200" y="297871"/>
                  </a:lnTo>
                  <a:lnTo>
                    <a:pt x="335558" y="301790"/>
                  </a:lnTo>
                  <a:lnTo>
                    <a:pt x="339916" y="305709"/>
                  </a:lnTo>
                  <a:lnTo>
                    <a:pt x="344274" y="309629"/>
                  </a:lnTo>
                  <a:lnTo>
                    <a:pt x="348631" y="313548"/>
                  </a:lnTo>
                  <a:lnTo>
                    <a:pt x="352989" y="317467"/>
                  </a:lnTo>
                  <a:lnTo>
                    <a:pt x="357347" y="321387"/>
                  </a:lnTo>
                  <a:lnTo>
                    <a:pt x="361705" y="325306"/>
                  </a:lnTo>
                  <a:lnTo>
                    <a:pt x="366063" y="329225"/>
                  </a:lnTo>
                  <a:lnTo>
                    <a:pt x="370421" y="333145"/>
                  </a:lnTo>
                  <a:lnTo>
                    <a:pt x="374779" y="337064"/>
                  </a:lnTo>
                  <a:lnTo>
                    <a:pt x="379137" y="340984"/>
                  </a:lnTo>
                  <a:lnTo>
                    <a:pt x="383495" y="344903"/>
                  </a:lnTo>
                  <a:lnTo>
                    <a:pt x="387853" y="348822"/>
                  </a:lnTo>
                  <a:lnTo>
                    <a:pt x="392210" y="352742"/>
                  </a:lnTo>
                  <a:lnTo>
                    <a:pt x="396568" y="356661"/>
                  </a:lnTo>
                  <a:lnTo>
                    <a:pt x="400926" y="360580"/>
                  </a:lnTo>
                  <a:lnTo>
                    <a:pt x="405284" y="364500"/>
                  </a:lnTo>
                  <a:lnTo>
                    <a:pt x="409642" y="368419"/>
                  </a:lnTo>
                  <a:lnTo>
                    <a:pt x="414000" y="372338"/>
                  </a:lnTo>
                  <a:lnTo>
                    <a:pt x="418358" y="376258"/>
                  </a:lnTo>
                  <a:lnTo>
                    <a:pt x="422716" y="380177"/>
                  </a:lnTo>
                  <a:lnTo>
                    <a:pt x="427074" y="384096"/>
                  </a:lnTo>
                  <a:lnTo>
                    <a:pt x="431432" y="388016"/>
                  </a:lnTo>
                </a:path>
              </a:pathLst>
            </a:custGeom>
            <a:ln w="2197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6" name="pl9456"/>
            <p:cNvSpPr/>
            <p:nvPr/>
          </p:nvSpPr>
          <p:spPr>
            <a:xfrm>
              <a:off x="9715952" y="6464551"/>
              <a:ext cx="589735" cy="207388"/>
            </a:xfrm>
            <a:custGeom>
              <a:avLst/>
              <a:pathLst>
                <a:path w="589735" h="207388">
                  <a:moveTo>
                    <a:pt x="589735" y="207388"/>
                  </a:moveTo>
                  <a:lnTo>
                    <a:pt x="583778" y="205294"/>
                  </a:lnTo>
                  <a:lnTo>
                    <a:pt x="577821" y="203199"/>
                  </a:lnTo>
                  <a:lnTo>
                    <a:pt x="571864" y="201104"/>
                  </a:lnTo>
                  <a:lnTo>
                    <a:pt x="565907" y="199009"/>
                  </a:lnTo>
                  <a:lnTo>
                    <a:pt x="559950" y="196914"/>
                  </a:lnTo>
                  <a:lnTo>
                    <a:pt x="553993" y="194819"/>
                  </a:lnTo>
                  <a:lnTo>
                    <a:pt x="548036" y="192724"/>
                  </a:lnTo>
                  <a:lnTo>
                    <a:pt x="542079" y="190630"/>
                  </a:lnTo>
                  <a:lnTo>
                    <a:pt x="536122" y="188535"/>
                  </a:lnTo>
                  <a:lnTo>
                    <a:pt x="530166" y="186440"/>
                  </a:lnTo>
                  <a:lnTo>
                    <a:pt x="524209" y="184345"/>
                  </a:lnTo>
                  <a:lnTo>
                    <a:pt x="518252" y="182250"/>
                  </a:lnTo>
                  <a:lnTo>
                    <a:pt x="512295" y="180155"/>
                  </a:lnTo>
                  <a:lnTo>
                    <a:pt x="506338" y="178061"/>
                  </a:lnTo>
                  <a:lnTo>
                    <a:pt x="500381" y="175966"/>
                  </a:lnTo>
                  <a:lnTo>
                    <a:pt x="494424" y="173871"/>
                  </a:lnTo>
                  <a:lnTo>
                    <a:pt x="488467" y="171776"/>
                  </a:lnTo>
                  <a:lnTo>
                    <a:pt x="482510" y="169681"/>
                  </a:lnTo>
                  <a:lnTo>
                    <a:pt x="476553" y="167586"/>
                  </a:lnTo>
                  <a:lnTo>
                    <a:pt x="470596" y="165492"/>
                  </a:lnTo>
                  <a:lnTo>
                    <a:pt x="464639" y="163397"/>
                  </a:lnTo>
                  <a:lnTo>
                    <a:pt x="458682" y="161302"/>
                  </a:lnTo>
                  <a:lnTo>
                    <a:pt x="452726" y="159207"/>
                  </a:lnTo>
                  <a:lnTo>
                    <a:pt x="446769" y="157112"/>
                  </a:lnTo>
                  <a:lnTo>
                    <a:pt x="440812" y="155017"/>
                  </a:lnTo>
                  <a:lnTo>
                    <a:pt x="434855" y="152923"/>
                  </a:lnTo>
                  <a:lnTo>
                    <a:pt x="428898" y="150828"/>
                  </a:lnTo>
                  <a:lnTo>
                    <a:pt x="422941" y="148733"/>
                  </a:lnTo>
                  <a:lnTo>
                    <a:pt x="416984" y="146638"/>
                  </a:lnTo>
                  <a:lnTo>
                    <a:pt x="411027" y="144543"/>
                  </a:lnTo>
                  <a:lnTo>
                    <a:pt x="405070" y="142448"/>
                  </a:lnTo>
                  <a:lnTo>
                    <a:pt x="399113" y="140354"/>
                  </a:lnTo>
                  <a:lnTo>
                    <a:pt x="393156" y="138259"/>
                  </a:lnTo>
                  <a:lnTo>
                    <a:pt x="387199" y="136164"/>
                  </a:lnTo>
                  <a:lnTo>
                    <a:pt x="381242" y="134069"/>
                  </a:lnTo>
                  <a:lnTo>
                    <a:pt x="375286" y="131974"/>
                  </a:lnTo>
                  <a:lnTo>
                    <a:pt x="369329" y="129879"/>
                  </a:lnTo>
                  <a:lnTo>
                    <a:pt x="363372" y="127785"/>
                  </a:lnTo>
                  <a:lnTo>
                    <a:pt x="357415" y="125690"/>
                  </a:lnTo>
                  <a:lnTo>
                    <a:pt x="351458" y="123595"/>
                  </a:lnTo>
                  <a:lnTo>
                    <a:pt x="345501" y="121500"/>
                  </a:lnTo>
                  <a:lnTo>
                    <a:pt x="339544" y="119405"/>
                  </a:lnTo>
                  <a:lnTo>
                    <a:pt x="333587" y="117310"/>
                  </a:lnTo>
                  <a:lnTo>
                    <a:pt x="327630" y="115216"/>
                  </a:lnTo>
                  <a:lnTo>
                    <a:pt x="321673" y="113121"/>
                  </a:lnTo>
                  <a:lnTo>
                    <a:pt x="315716" y="111026"/>
                  </a:lnTo>
                  <a:lnTo>
                    <a:pt x="309759" y="108931"/>
                  </a:lnTo>
                  <a:lnTo>
                    <a:pt x="303803" y="106836"/>
                  </a:lnTo>
                  <a:lnTo>
                    <a:pt x="297846" y="104741"/>
                  </a:lnTo>
                  <a:lnTo>
                    <a:pt x="291889" y="102647"/>
                  </a:lnTo>
                  <a:lnTo>
                    <a:pt x="285932" y="100552"/>
                  </a:lnTo>
                  <a:lnTo>
                    <a:pt x="279975" y="98457"/>
                  </a:lnTo>
                  <a:lnTo>
                    <a:pt x="274018" y="96362"/>
                  </a:lnTo>
                  <a:lnTo>
                    <a:pt x="268061" y="94267"/>
                  </a:lnTo>
                  <a:lnTo>
                    <a:pt x="262104" y="92172"/>
                  </a:lnTo>
                  <a:lnTo>
                    <a:pt x="256147" y="90077"/>
                  </a:lnTo>
                  <a:lnTo>
                    <a:pt x="250190" y="87983"/>
                  </a:lnTo>
                  <a:lnTo>
                    <a:pt x="244233" y="85888"/>
                  </a:lnTo>
                  <a:lnTo>
                    <a:pt x="238276" y="83793"/>
                  </a:lnTo>
                  <a:lnTo>
                    <a:pt x="232319" y="81698"/>
                  </a:lnTo>
                  <a:lnTo>
                    <a:pt x="226363" y="79603"/>
                  </a:lnTo>
                  <a:lnTo>
                    <a:pt x="220406" y="77508"/>
                  </a:lnTo>
                  <a:lnTo>
                    <a:pt x="214449" y="75414"/>
                  </a:lnTo>
                  <a:lnTo>
                    <a:pt x="208492" y="73319"/>
                  </a:lnTo>
                  <a:lnTo>
                    <a:pt x="202535" y="71224"/>
                  </a:lnTo>
                  <a:lnTo>
                    <a:pt x="196578" y="69129"/>
                  </a:lnTo>
                  <a:lnTo>
                    <a:pt x="190621" y="67034"/>
                  </a:lnTo>
                  <a:lnTo>
                    <a:pt x="184664" y="64939"/>
                  </a:lnTo>
                  <a:lnTo>
                    <a:pt x="178707" y="62845"/>
                  </a:lnTo>
                  <a:lnTo>
                    <a:pt x="172750" y="60750"/>
                  </a:lnTo>
                  <a:lnTo>
                    <a:pt x="166793" y="58655"/>
                  </a:lnTo>
                  <a:lnTo>
                    <a:pt x="160836" y="56560"/>
                  </a:lnTo>
                  <a:lnTo>
                    <a:pt x="154879" y="54465"/>
                  </a:lnTo>
                  <a:lnTo>
                    <a:pt x="148923" y="52370"/>
                  </a:lnTo>
                  <a:lnTo>
                    <a:pt x="142966" y="50276"/>
                  </a:lnTo>
                  <a:lnTo>
                    <a:pt x="137009" y="48181"/>
                  </a:lnTo>
                  <a:lnTo>
                    <a:pt x="131052" y="46086"/>
                  </a:lnTo>
                  <a:lnTo>
                    <a:pt x="125095" y="43991"/>
                  </a:lnTo>
                  <a:lnTo>
                    <a:pt x="119138" y="41896"/>
                  </a:lnTo>
                  <a:lnTo>
                    <a:pt x="113181" y="39801"/>
                  </a:lnTo>
                  <a:lnTo>
                    <a:pt x="107224" y="37707"/>
                  </a:lnTo>
                  <a:lnTo>
                    <a:pt x="101267" y="35612"/>
                  </a:lnTo>
                  <a:lnTo>
                    <a:pt x="95310" y="33517"/>
                  </a:lnTo>
                  <a:lnTo>
                    <a:pt x="89353" y="31422"/>
                  </a:lnTo>
                  <a:lnTo>
                    <a:pt x="83396" y="29327"/>
                  </a:lnTo>
                  <a:lnTo>
                    <a:pt x="77439" y="27232"/>
                  </a:lnTo>
                  <a:lnTo>
                    <a:pt x="71483" y="25138"/>
                  </a:lnTo>
                  <a:lnTo>
                    <a:pt x="65526" y="23043"/>
                  </a:lnTo>
                  <a:lnTo>
                    <a:pt x="59569" y="20948"/>
                  </a:lnTo>
                  <a:lnTo>
                    <a:pt x="53612" y="18853"/>
                  </a:lnTo>
                  <a:lnTo>
                    <a:pt x="47655" y="16758"/>
                  </a:lnTo>
                  <a:lnTo>
                    <a:pt x="41698" y="14663"/>
                  </a:lnTo>
                  <a:lnTo>
                    <a:pt x="35741" y="12569"/>
                  </a:lnTo>
                  <a:lnTo>
                    <a:pt x="29784" y="10474"/>
                  </a:lnTo>
                  <a:lnTo>
                    <a:pt x="23827" y="8379"/>
                  </a:lnTo>
                  <a:lnTo>
                    <a:pt x="17870" y="6284"/>
                  </a:lnTo>
                  <a:lnTo>
                    <a:pt x="11913" y="4189"/>
                  </a:lnTo>
                  <a:lnTo>
                    <a:pt x="5956" y="2094"/>
                  </a:lnTo>
                  <a:lnTo>
                    <a:pt x="0" y="0"/>
                  </a:lnTo>
                </a:path>
              </a:pathLst>
            </a:custGeom>
            <a:ln w="24080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7" name="pl9457"/>
            <p:cNvSpPr/>
            <p:nvPr/>
          </p:nvSpPr>
          <p:spPr>
            <a:xfrm>
              <a:off x="10305687" y="6208078"/>
              <a:ext cx="268350" cy="463861"/>
            </a:xfrm>
            <a:custGeom>
              <a:avLst/>
              <a:pathLst>
                <a:path w="268350" h="463861">
                  <a:moveTo>
                    <a:pt x="0" y="463861"/>
                  </a:moveTo>
                  <a:lnTo>
                    <a:pt x="2710" y="459176"/>
                  </a:lnTo>
                  <a:lnTo>
                    <a:pt x="5421" y="454490"/>
                  </a:lnTo>
                  <a:lnTo>
                    <a:pt x="8131" y="449805"/>
                  </a:lnTo>
                  <a:lnTo>
                    <a:pt x="10842" y="445119"/>
                  </a:lnTo>
                  <a:lnTo>
                    <a:pt x="13553" y="440434"/>
                  </a:lnTo>
                  <a:lnTo>
                    <a:pt x="16263" y="435749"/>
                  </a:lnTo>
                  <a:lnTo>
                    <a:pt x="18974" y="431063"/>
                  </a:lnTo>
                  <a:lnTo>
                    <a:pt x="21684" y="426378"/>
                  </a:lnTo>
                  <a:lnTo>
                    <a:pt x="24395" y="421692"/>
                  </a:lnTo>
                  <a:lnTo>
                    <a:pt x="27106" y="417007"/>
                  </a:lnTo>
                  <a:lnTo>
                    <a:pt x="29816" y="412321"/>
                  </a:lnTo>
                  <a:lnTo>
                    <a:pt x="32527" y="407636"/>
                  </a:lnTo>
                  <a:lnTo>
                    <a:pt x="35237" y="402950"/>
                  </a:lnTo>
                  <a:lnTo>
                    <a:pt x="37948" y="398265"/>
                  </a:lnTo>
                  <a:lnTo>
                    <a:pt x="40659" y="393579"/>
                  </a:lnTo>
                  <a:lnTo>
                    <a:pt x="43369" y="388894"/>
                  </a:lnTo>
                  <a:lnTo>
                    <a:pt x="46080" y="384208"/>
                  </a:lnTo>
                  <a:lnTo>
                    <a:pt x="48790" y="379523"/>
                  </a:lnTo>
                  <a:lnTo>
                    <a:pt x="51501" y="374837"/>
                  </a:lnTo>
                  <a:lnTo>
                    <a:pt x="54212" y="370152"/>
                  </a:lnTo>
                  <a:lnTo>
                    <a:pt x="56922" y="365466"/>
                  </a:lnTo>
                  <a:lnTo>
                    <a:pt x="59633" y="360781"/>
                  </a:lnTo>
                  <a:lnTo>
                    <a:pt x="62344" y="356095"/>
                  </a:lnTo>
                  <a:lnTo>
                    <a:pt x="65054" y="351410"/>
                  </a:lnTo>
                  <a:lnTo>
                    <a:pt x="67765" y="346725"/>
                  </a:lnTo>
                  <a:lnTo>
                    <a:pt x="70475" y="342039"/>
                  </a:lnTo>
                  <a:lnTo>
                    <a:pt x="73186" y="337354"/>
                  </a:lnTo>
                  <a:lnTo>
                    <a:pt x="75897" y="332668"/>
                  </a:lnTo>
                  <a:lnTo>
                    <a:pt x="78607" y="327983"/>
                  </a:lnTo>
                  <a:lnTo>
                    <a:pt x="81318" y="323297"/>
                  </a:lnTo>
                  <a:lnTo>
                    <a:pt x="84028" y="318612"/>
                  </a:lnTo>
                  <a:lnTo>
                    <a:pt x="86739" y="313926"/>
                  </a:lnTo>
                  <a:lnTo>
                    <a:pt x="89450" y="309241"/>
                  </a:lnTo>
                  <a:lnTo>
                    <a:pt x="92160" y="304555"/>
                  </a:lnTo>
                  <a:lnTo>
                    <a:pt x="94871" y="299870"/>
                  </a:lnTo>
                  <a:lnTo>
                    <a:pt x="97581" y="295184"/>
                  </a:lnTo>
                  <a:lnTo>
                    <a:pt x="100292" y="290499"/>
                  </a:lnTo>
                  <a:lnTo>
                    <a:pt x="103003" y="285813"/>
                  </a:lnTo>
                  <a:lnTo>
                    <a:pt x="105713" y="281128"/>
                  </a:lnTo>
                  <a:lnTo>
                    <a:pt x="108424" y="276442"/>
                  </a:lnTo>
                  <a:lnTo>
                    <a:pt x="111135" y="271757"/>
                  </a:lnTo>
                  <a:lnTo>
                    <a:pt x="113845" y="267071"/>
                  </a:lnTo>
                  <a:lnTo>
                    <a:pt x="116556" y="262386"/>
                  </a:lnTo>
                  <a:lnTo>
                    <a:pt x="119266" y="257701"/>
                  </a:lnTo>
                  <a:lnTo>
                    <a:pt x="121977" y="253015"/>
                  </a:lnTo>
                  <a:lnTo>
                    <a:pt x="124688" y="248330"/>
                  </a:lnTo>
                  <a:lnTo>
                    <a:pt x="127398" y="243644"/>
                  </a:lnTo>
                  <a:lnTo>
                    <a:pt x="130109" y="238959"/>
                  </a:lnTo>
                  <a:lnTo>
                    <a:pt x="132819" y="234273"/>
                  </a:lnTo>
                  <a:lnTo>
                    <a:pt x="135530" y="229588"/>
                  </a:lnTo>
                  <a:lnTo>
                    <a:pt x="138241" y="224902"/>
                  </a:lnTo>
                  <a:lnTo>
                    <a:pt x="140951" y="220217"/>
                  </a:lnTo>
                  <a:lnTo>
                    <a:pt x="143662" y="215531"/>
                  </a:lnTo>
                  <a:lnTo>
                    <a:pt x="146372" y="210846"/>
                  </a:lnTo>
                  <a:lnTo>
                    <a:pt x="149083" y="206160"/>
                  </a:lnTo>
                  <a:lnTo>
                    <a:pt x="151794" y="201475"/>
                  </a:lnTo>
                  <a:lnTo>
                    <a:pt x="154504" y="196789"/>
                  </a:lnTo>
                  <a:lnTo>
                    <a:pt x="157215" y="192104"/>
                  </a:lnTo>
                  <a:lnTo>
                    <a:pt x="159926" y="187418"/>
                  </a:lnTo>
                  <a:lnTo>
                    <a:pt x="162636" y="182733"/>
                  </a:lnTo>
                  <a:lnTo>
                    <a:pt x="165347" y="178047"/>
                  </a:lnTo>
                  <a:lnTo>
                    <a:pt x="168057" y="173362"/>
                  </a:lnTo>
                  <a:lnTo>
                    <a:pt x="170768" y="168677"/>
                  </a:lnTo>
                  <a:lnTo>
                    <a:pt x="173479" y="163991"/>
                  </a:lnTo>
                  <a:lnTo>
                    <a:pt x="176189" y="159306"/>
                  </a:lnTo>
                  <a:lnTo>
                    <a:pt x="178900" y="154620"/>
                  </a:lnTo>
                  <a:lnTo>
                    <a:pt x="181610" y="149935"/>
                  </a:lnTo>
                  <a:lnTo>
                    <a:pt x="184321" y="145249"/>
                  </a:lnTo>
                  <a:lnTo>
                    <a:pt x="187032" y="140564"/>
                  </a:lnTo>
                  <a:lnTo>
                    <a:pt x="189742" y="135878"/>
                  </a:lnTo>
                  <a:lnTo>
                    <a:pt x="192453" y="131193"/>
                  </a:lnTo>
                  <a:lnTo>
                    <a:pt x="195163" y="126507"/>
                  </a:lnTo>
                  <a:lnTo>
                    <a:pt x="197874" y="121822"/>
                  </a:lnTo>
                  <a:lnTo>
                    <a:pt x="200585" y="117136"/>
                  </a:lnTo>
                  <a:lnTo>
                    <a:pt x="203295" y="112451"/>
                  </a:lnTo>
                  <a:lnTo>
                    <a:pt x="206006" y="107765"/>
                  </a:lnTo>
                  <a:lnTo>
                    <a:pt x="208717" y="103080"/>
                  </a:lnTo>
                  <a:lnTo>
                    <a:pt x="211427" y="98394"/>
                  </a:lnTo>
                  <a:lnTo>
                    <a:pt x="214138" y="93709"/>
                  </a:lnTo>
                  <a:lnTo>
                    <a:pt x="216848" y="89023"/>
                  </a:lnTo>
                  <a:lnTo>
                    <a:pt x="219559" y="84338"/>
                  </a:lnTo>
                  <a:lnTo>
                    <a:pt x="222270" y="79653"/>
                  </a:lnTo>
                  <a:lnTo>
                    <a:pt x="224980" y="74967"/>
                  </a:lnTo>
                  <a:lnTo>
                    <a:pt x="227691" y="70282"/>
                  </a:lnTo>
                  <a:lnTo>
                    <a:pt x="230401" y="65596"/>
                  </a:lnTo>
                  <a:lnTo>
                    <a:pt x="233112" y="60911"/>
                  </a:lnTo>
                  <a:lnTo>
                    <a:pt x="235823" y="56225"/>
                  </a:lnTo>
                  <a:lnTo>
                    <a:pt x="238533" y="51540"/>
                  </a:lnTo>
                  <a:lnTo>
                    <a:pt x="241244" y="46854"/>
                  </a:lnTo>
                  <a:lnTo>
                    <a:pt x="243954" y="42169"/>
                  </a:lnTo>
                  <a:lnTo>
                    <a:pt x="246665" y="37483"/>
                  </a:lnTo>
                  <a:lnTo>
                    <a:pt x="249376" y="32798"/>
                  </a:lnTo>
                  <a:lnTo>
                    <a:pt x="252086" y="28112"/>
                  </a:lnTo>
                  <a:lnTo>
                    <a:pt x="254797" y="23427"/>
                  </a:lnTo>
                  <a:lnTo>
                    <a:pt x="257507" y="18741"/>
                  </a:lnTo>
                  <a:lnTo>
                    <a:pt x="260218" y="14056"/>
                  </a:lnTo>
                  <a:lnTo>
                    <a:pt x="262929" y="9370"/>
                  </a:lnTo>
                  <a:lnTo>
                    <a:pt x="265639" y="4685"/>
                  </a:lnTo>
                  <a:lnTo>
                    <a:pt x="268350" y="0"/>
                  </a:lnTo>
                </a:path>
              </a:pathLst>
            </a:custGeom>
            <a:ln w="2439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8" name="pl9458"/>
            <p:cNvSpPr/>
            <p:nvPr/>
          </p:nvSpPr>
          <p:spPr>
            <a:xfrm>
              <a:off x="10224603" y="6671940"/>
              <a:ext cx="81084" cy="711589"/>
            </a:xfrm>
            <a:custGeom>
              <a:avLst/>
              <a:pathLst>
                <a:path w="81084" h="711589">
                  <a:moveTo>
                    <a:pt x="81084" y="0"/>
                  </a:moveTo>
                  <a:lnTo>
                    <a:pt x="80265" y="7187"/>
                  </a:lnTo>
                  <a:lnTo>
                    <a:pt x="79446" y="14375"/>
                  </a:lnTo>
                  <a:lnTo>
                    <a:pt x="78627" y="21563"/>
                  </a:lnTo>
                  <a:lnTo>
                    <a:pt x="77808" y="28751"/>
                  </a:lnTo>
                  <a:lnTo>
                    <a:pt x="76988" y="35938"/>
                  </a:lnTo>
                  <a:lnTo>
                    <a:pt x="76169" y="43126"/>
                  </a:lnTo>
                  <a:lnTo>
                    <a:pt x="75350" y="50314"/>
                  </a:lnTo>
                  <a:lnTo>
                    <a:pt x="74531" y="57502"/>
                  </a:lnTo>
                  <a:lnTo>
                    <a:pt x="73712" y="64689"/>
                  </a:lnTo>
                  <a:lnTo>
                    <a:pt x="72893" y="71877"/>
                  </a:lnTo>
                  <a:lnTo>
                    <a:pt x="72074" y="79065"/>
                  </a:lnTo>
                  <a:lnTo>
                    <a:pt x="71255" y="86253"/>
                  </a:lnTo>
                  <a:lnTo>
                    <a:pt x="70436" y="93441"/>
                  </a:lnTo>
                  <a:lnTo>
                    <a:pt x="69617" y="100628"/>
                  </a:lnTo>
                  <a:lnTo>
                    <a:pt x="68798" y="107816"/>
                  </a:lnTo>
                  <a:lnTo>
                    <a:pt x="67979" y="115004"/>
                  </a:lnTo>
                  <a:lnTo>
                    <a:pt x="67160" y="122192"/>
                  </a:lnTo>
                  <a:lnTo>
                    <a:pt x="66341" y="129379"/>
                  </a:lnTo>
                  <a:lnTo>
                    <a:pt x="65522" y="136567"/>
                  </a:lnTo>
                  <a:lnTo>
                    <a:pt x="64703" y="143755"/>
                  </a:lnTo>
                  <a:lnTo>
                    <a:pt x="63884" y="150943"/>
                  </a:lnTo>
                  <a:lnTo>
                    <a:pt x="63065" y="158130"/>
                  </a:lnTo>
                  <a:lnTo>
                    <a:pt x="62246" y="165318"/>
                  </a:lnTo>
                  <a:lnTo>
                    <a:pt x="61427" y="172506"/>
                  </a:lnTo>
                  <a:lnTo>
                    <a:pt x="60608" y="179694"/>
                  </a:lnTo>
                  <a:lnTo>
                    <a:pt x="59789" y="186882"/>
                  </a:lnTo>
                  <a:lnTo>
                    <a:pt x="58970" y="194069"/>
                  </a:lnTo>
                  <a:lnTo>
                    <a:pt x="58151" y="201257"/>
                  </a:lnTo>
                  <a:lnTo>
                    <a:pt x="57332" y="208445"/>
                  </a:lnTo>
                  <a:lnTo>
                    <a:pt x="56513" y="215633"/>
                  </a:lnTo>
                  <a:lnTo>
                    <a:pt x="55694" y="222820"/>
                  </a:lnTo>
                  <a:lnTo>
                    <a:pt x="54875" y="230008"/>
                  </a:lnTo>
                  <a:lnTo>
                    <a:pt x="54056" y="237196"/>
                  </a:lnTo>
                  <a:lnTo>
                    <a:pt x="53237" y="244384"/>
                  </a:lnTo>
                  <a:lnTo>
                    <a:pt x="52418" y="251572"/>
                  </a:lnTo>
                  <a:lnTo>
                    <a:pt x="51599" y="258759"/>
                  </a:lnTo>
                  <a:lnTo>
                    <a:pt x="50779" y="265947"/>
                  </a:lnTo>
                  <a:lnTo>
                    <a:pt x="49960" y="273135"/>
                  </a:lnTo>
                  <a:lnTo>
                    <a:pt x="49141" y="280323"/>
                  </a:lnTo>
                  <a:lnTo>
                    <a:pt x="48322" y="287510"/>
                  </a:lnTo>
                  <a:lnTo>
                    <a:pt x="47503" y="294698"/>
                  </a:lnTo>
                  <a:lnTo>
                    <a:pt x="46684" y="301886"/>
                  </a:lnTo>
                  <a:lnTo>
                    <a:pt x="45865" y="309074"/>
                  </a:lnTo>
                  <a:lnTo>
                    <a:pt x="45046" y="316261"/>
                  </a:lnTo>
                  <a:lnTo>
                    <a:pt x="44227" y="323449"/>
                  </a:lnTo>
                  <a:lnTo>
                    <a:pt x="43408" y="330637"/>
                  </a:lnTo>
                  <a:lnTo>
                    <a:pt x="42589" y="337825"/>
                  </a:lnTo>
                  <a:lnTo>
                    <a:pt x="41770" y="345013"/>
                  </a:lnTo>
                  <a:lnTo>
                    <a:pt x="40951" y="352200"/>
                  </a:lnTo>
                  <a:lnTo>
                    <a:pt x="40132" y="359388"/>
                  </a:lnTo>
                  <a:lnTo>
                    <a:pt x="39313" y="366576"/>
                  </a:lnTo>
                  <a:lnTo>
                    <a:pt x="38494" y="373764"/>
                  </a:lnTo>
                  <a:lnTo>
                    <a:pt x="37675" y="380951"/>
                  </a:lnTo>
                  <a:lnTo>
                    <a:pt x="36856" y="388139"/>
                  </a:lnTo>
                  <a:lnTo>
                    <a:pt x="36037" y="395327"/>
                  </a:lnTo>
                  <a:lnTo>
                    <a:pt x="35218" y="402515"/>
                  </a:lnTo>
                  <a:lnTo>
                    <a:pt x="34399" y="409703"/>
                  </a:lnTo>
                  <a:lnTo>
                    <a:pt x="33580" y="416890"/>
                  </a:lnTo>
                  <a:lnTo>
                    <a:pt x="32761" y="424078"/>
                  </a:lnTo>
                  <a:lnTo>
                    <a:pt x="31942" y="431266"/>
                  </a:lnTo>
                  <a:lnTo>
                    <a:pt x="31123" y="438454"/>
                  </a:lnTo>
                  <a:lnTo>
                    <a:pt x="30304" y="445641"/>
                  </a:lnTo>
                  <a:lnTo>
                    <a:pt x="29485" y="452829"/>
                  </a:lnTo>
                  <a:lnTo>
                    <a:pt x="28666" y="460017"/>
                  </a:lnTo>
                  <a:lnTo>
                    <a:pt x="27847" y="467205"/>
                  </a:lnTo>
                  <a:lnTo>
                    <a:pt x="27028" y="474392"/>
                  </a:lnTo>
                  <a:lnTo>
                    <a:pt x="26209" y="481580"/>
                  </a:lnTo>
                  <a:lnTo>
                    <a:pt x="25389" y="488768"/>
                  </a:lnTo>
                  <a:lnTo>
                    <a:pt x="24570" y="495956"/>
                  </a:lnTo>
                  <a:lnTo>
                    <a:pt x="23751" y="503144"/>
                  </a:lnTo>
                  <a:lnTo>
                    <a:pt x="22932" y="510331"/>
                  </a:lnTo>
                  <a:lnTo>
                    <a:pt x="22113" y="517519"/>
                  </a:lnTo>
                  <a:lnTo>
                    <a:pt x="21294" y="524707"/>
                  </a:lnTo>
                  <a:lnTo>
                    <a:pt x="20475" y="531895"/>
                  </a:lnTo>
                  <a:lnTo>
                    <a:pt x="19656" y="539082"/>
                  </a:lnTo>
                  <a:lnTo>
                    <a:pt x="18837" y="546270"/>
                  </a:lnTo>
                  <a:lnTo>
                    <a:pt x="18018" y="553458"/>
                  </a:lnTo>
                  <a:lnTo>
                    <a:pt x="17199" y="560646"/>
                  </a:lnTo>
                  <a:lnTo>
                    <a:pt x="16380" y="567833"/>
                  </a:lnTo>
                  <a:lnTo>
                    <a:pt x="15561" y="575021"/>
                  </a:lnTo>
                  <a:lnTo>
                    <a:pt x="14742" y="582209"/>
                  </a:lnTo>
                  <a:lnTo>
                    <a:pt x="13923" y="589397"/>
                  </a:lnTo>
                  <a:lnTo>
                    <a:pt x="13104" y="596585"/>
                  </a:lnTo>
                  <a:lnTo>
                    <a:pt x="12285" y="603772"/>
                  </a:lnTo>
                  <a:lnTo>
                    <a:pt x="11466" y="610960"/>
                  </a:lnTo>
                  <a:lnTo>
                    <a:pt x="10647" y="618148"/>
                  </a:lnTo>
                  <a:lnTo>
                    <a:pt x="9828" y="625336"/>
                  </a:lnTo>
                  <a:lnTo>
                    <a:pt x="9009" y="632523"/>
                  </a:lnTo>
                  <a:lnTo>
                    <a:pt x="8190" y="639711"/>
                  </a:lnTo>
                  <a:lnTo>
                    <a:pt x="7371" y="646899"/>
                  </a:lnTo>
                  <a:lnTo>
                    <a:pt x="6552" y="654087"/>
                  </a:lnTo>
                  <a:lnTo>
                    <a:pt x="5733" y="661275"/>
                  </a:lnTo>
                  <a:lnTo>
                    <a:pt x="4914" y="668462"/>
                  </a:lnTo>
                  <a:lnTo>
                    <a:pt x="4095" y="675650"/>
                  </a:lnTo>
                  <a:lnTo>
                    <a:pt x="3276" y="682838"/>
                  </a:lnTo>
                  <a:lnTo>
                    <a:pt x="2457" y="690026"/>
                  </a:lnTo>
                  <a:lnTo>
                    <a:pt x="1638" y="697213"/>
                  </a:lnTo>
                  <a:lnTo>
                    <a:pt x="819" y="704401"/>
                  </a:lnTo>
                  <a:lnTo>
                    <a:pt x="0" y="711589"/>
                  </a:lnTo>
                </a:path>
              </a:pathLst>
            </a:custGeom>
            <a:ln w="2327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9" name="pl9459"/>
            <p:cNvSpPr/>
            <p:nvPr/>
          </p:nvSpPr>
          <p:spPr>
            <a:xfrm>
              <a:off x="9325459" y="6464551"/>
              <a:ext cx="390493" cy="134411"/>
            </a:xfrm>
            <a:custGeom>
              <a:avLst/>
              <a:pathLst>
                <a:path w="390493" h="134411">
                  <a:moveTo>
                    <a:pt x="390493" y="0"/>
                  </a:moveTo>
                  <a:lnTo>
                    <a:pt x="386548" y="1357"/>
                  </a:lnTo>
                  <a:lnTo>
                    <a:pt x="382604" y="2715"/>
                  </a:lnTo>
                  <a:lnTo>
                    <a:pt x="378659" y="4073"/>
                  </a:lnTo>
                  <a:lnTo>
                    <a:pt x="374715" y="5430"/>
                  </a:lnTo>
                  <a:lnTo>
                    <a:pt x="370771" y="6788"/>
                  </a:lnTo>
                  <a:lnTo>
                    <a:pt x="366826" y="8146"/>
                  </a:lnTo>
                  <a:lnTo>
                    <a:pt x="362882" y="9503"/>
                  </a:lnTo>
                  <a:lnTo>
                    <a:pt x="358938" y="10861"/>
                  </a:lnTo>
                  <a:lnTo>
                    <a:pt x="354993" y="12219"/>
                  </a:lnTo>
                  <a:lnTo>
                    <a:pt x="351049" y="13576"/>
                  </a:lnTo>
                  <a:lnTo>
                    <a:pt x="347104" y="14934"/>
                  </a:lnTo>
                  <a:lnTo>
                    <a:pt x="343160" y="16292"/>
                  </a:lnTo>
                  <a:lnTo>
                    <a:pt x="339216" y="17649"/>
                  </a:lnTo>
                  <a:lnTo>
                    <a:pt x="335271" y="19007"/>
                  </a:lnTo>
                  <a:lnTo>
                    <a:pt x="331327" y="20365"/>
                  </a:lnTo>
                  <a:lnTo>
                    <a:pt x="327383" y="21723"/>
                  </a:lnTo>
                  <a:lnTo>
                    <a:pt x="323438" y="23080"/>
                  </a:lnTo>
                  <a:lnTo>
                    <a:pt x="319494" y="24438"/>
                  </a:lnTo>
                  <a:lnTo>
                    <a:pt x="315549" y="25796"/>
                  </a:lnTo>
                  <a:lnTo>
                    <a:pt x="311605" y="27153"/>
                  </a:lnTo>
                  <a:lnTo>
                    <a:pt x="307661" y="28511"/>
                  </a:lnTo>
                  <a:lnTo>
                    <a:pt x="303716" y="29869"/>
                  </a:lnTo>
                  <a:lnTo>
                    <a:pt x="299772" y="31226"/>
                  </a:lnTo>
                  <a:lnTo>
                    <a:pt x="295828" y="32584"/>
                  </a:lnTo>
                  <a:lnTo>
                    <a:pt x="291883" y="33942"/>
                  </a:lnTo>
                  <a:lnTo>
                    <a:pt x="287939" y="35299"/>
                  </a:lnTo>
                  <a:lnTo>
                    <a:pt x="283994" y="36657"/>
                  </a:lnTo>
                  <a:lnTo>
                    <a:pt x="280050" y="38015"/>
                  </a:lnTo>
                  <a:lnTo>
                    <a:pt x="276106" y="39372"/>
                  </a:lnTo>
                  <a:lnTo>
                    <a:pt x="272161" y="40730"/>
                  </a:lnTo>
                  <a:lnTo>
                    <a:pt x="268217" y="42088"/>
                  </a:lnTo>
                  <a:lnTo>
                    <a:pt x="264273" y="43446"/>
                  </a:lnTo>
                  <a:lnTo>
                    <a:pt x="260328" y="44803"/>
                  </a:lnTo>
                  <a:lnTo>
                    <a:pt x="256384" y="46161"/>
                  </a:lnTo>
                  <a:lnTo>
                    <a:pt x="252439" y="47519"/>
                  </a:lnTo>
                  <a:lnTo>
                    <a:pt x="248495" y="48876"/>
                  </a:lnTo>
                  <a:lnTo>
                    <a:pt x="244551" y="50234"/>
                  </a:lnTo>
                  <a:lnTo>
                    <a:pt x="240606" y="51592"/>
                  </a:lnTo>
                  <a:lnTo>
                    <a:pt x="236662" y="52949"/>
                  </a:lnTo>
                  <a:lnTo>
                    <a:pt x="232718" y="54307"/>
                  </a:lnTo>
                  <a:lnTo>
                    <a:pt x="228773" y="55665"/>
                  </a:lnTo>
                  <a:lnTo>
                    <a:pt x="224829" y="57022"/>
                  </a:lnTo>
                  <a:lnTo>
                    <a:pt x="220884" y="58380"/>
                  </a:lnTo>
                  <a:lnTo>
                    <a:pt x="216940" y="59738"/>
                  </a:lnTo>
                  <a:lnTo>
                    <a:pt x="212996" y="61095"/>
                  </a:lnTo>
                  <a:lnTo>
                    <a:pt x="209051" y="62453"/>
                  </a:lnTo>
                  <a:lnTo>
                    <a:pt x="205107" y="63811"/>
                  </a:lnTo>
                  <a:lnTo>
                    <a:pt x="201163" y="65169"/>
                  </a:lnTo>
                  <a:lnTo>
                    <a:pt x="197218" y="66526"/>
                  </a:lnTo>
                  <a:lnTo>
                    <a:pt x="193274" y="67884"/>
                  </a:lnTo>
                  <a:lnTo>
                    <a:pt x="189329" y="69242"/>
                  </a:lnTo>
                  <a:lnTo>
                    <a:pt x="185385" y="70599"/>
                  </a:lnTo>
                  <a:lnTo>
                    <a:pt x="181441" y="71957"/>
                  </a:lnTo>
                  <a:lnTo>
                    <a:pt x="177496" y="73315"/>
                  </a:lnTo>
                  <a:lnTo>
                    <a:pt x="173552" y="74672"/>
                  </a:lnTo>
                  <a:lnTo>
                    <a:pt x="169608" y="76030"/>
                  </a:lnTo>
                  <a:lnTo>
                    <a:pt x="165663" y="77388"/>
                  </a:lnTo>
                  <a:lnTo>
                    <a:pt x="161719" y="78745"/>
                  </a:lnTo>
                  <a:lnTo>
                    <a:pt x="157774" y="80103"/>
                  </a:lnTo>
                  <a:lnTo>
                    <a:pt x="153830" y="81461"/>
                  </a:lnTo>
                  <a:lnTo>
                    <a:pt x="149886" y="82818"/>
                  </a:lnTo>
                  <a:lnTo>
                    <a:pt x="145941" y="84176"/>
                  </a:lnTo>
                  <a:lnTo>
                    <a:pt x="141997" y="85534"/>
                  </a:lnTo>
                  <a:lnTo>
                    <a:pt x="138053" y="86892"/>
                  </a:lnTo>
                  <a:lnTo>
                    <a:pt x="134108" y="88249"/>
                  </a:lnTo>
                  <a:lnTo>
                    <a:pt x="130164" y="89607"/>
                  </a:lnTo>
                  <a:lnTo>
                    <a:pt x="126219" y="90965"/>
                  </a:lnTo>
                  <a:lnTo>
                    <a:pt x="122275" y="92322"/>
                  </a:lnTo>
                  <a:lnTo>
                    <a:pt x="118331" y="93680"/>
                  </a:lnTo>
                  <a:lnTo>
                    <a:pt x="114386" y="95038"/>
                  </a:lnTo>
                  <a:lnTo>
                    <a:pt x="110442" y="96395"/>
                  </a:lnTo>
                  <a:lnTo>
                    <a:pt x="106498" y="97753"/>
                  </a:lnTo>
                  <a:lnTo>
                    <a:pt x="102553" y="99111"/>
                  </a:lnTo>
                  <a:lnTo>
                    <a:pt x="98609" y="100468"/>
                  </a:lnTo>
                  <a:lnTo>
                    <a:pt x="94664" y="101826"/>
                  </a:lnTo>
                  <a:lnTo>
                    <a:pt x="90720" y="103184"/>
                  </a:lnTo>
                  <a:lnTo>
                    <a:pt x="86776" y="104542"/>
                  </a:lnTo>
                  <a:lnTo>
                    <a:pt x="82831" y="105899"/>
                  </a:lnTo>
                  <a:lnTo>
                    <a:pt x="78887" y="107257"/>
                  </a:lnTo>
                  <a:lnTo>
                    <a:pt x="74943" y="108615"/>
                  </a:lnTo>
                  <a:lnTo>
                    <a:pt x="70998" y="109972"/>
                  </a:lnTo>
                  <a:lnTo>
                    <a:pt x="67054" y="111330"/>
                  </a:lnTo>
                  <a:lnTo>
                    <a:pt x="63109" y="112688"/>
                  </a:lnTo>
                  <a:lnTo>
                    <a:pt x="59165" y="114045"/>
                  </a:lnTo>
                  <a:lnTo>
                    <a:pt x="55221" y="115403"/>
                  </a:lnTo>
                  <a:lnTo>
                    <a:pt x="51276" y="116761"/>
                  </a:lnTo>
                  <a:lnTo>
                    <a:pt x="47332" y="118118"/>
                  </a:lnTo>
                  <a:lnTo>
                    <a:pt x="43388" y="119476"/>
                  </a:lnTo>
                  <a:lnTo>
                    <a:pt x="39443" y="120834"/>
                  </a:lnTo>
                  <a:lnTo>
                    <a:pt x="35499" y="122191"/>
                  </a:lnTo>
                  <a:lnTo>
                    <a:pt x="31554" y="123549"/>
                  </a:lnTo>
                  <a:lnTo>
                    <a:pt x="27610" y="124907"/>
                  </a:lnTo>
                  <a:lnTo>
                    <a:pt x="23666" y="126265"/>
                  </a:lnTo>
                  <a:lnTo>
                    <a:pt x="19721" y="127622"/>
                  </a:lnTo>
                  <a:lnTo>
                    <a:pt x="15777" y="128980"/>
                  </a:lnTo>
                  <a:lnTo>
                    <a:pt x="11833" y="130338"/>
                  </a:lnTo>
                  <a:lnTo>
                    <a:pt x="7888" y="131695"/>
                  </a:lnTo>
                  <a:lnTo>
                    <a:pt x="3944" y="133053"/>
                  </a:lnTo>
                  <a:lnTo>
                    <a:pt x="0" y="134411"/>
                  </a:lnTo>
                </a:path>
              </a:pathLst>
            </a:custGeom>
            <a:ln w="23306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0" name="pl9460"/>
            <p:cNvSpPr/>
            <p:nvPr/>
          </p:nvSpPr>
          <p:spPr>
            <a:xfrm>
              <a:off x="11052852" y="7877964"/>
              <a:ext cx="134068" cy="337223"/>
            </a:xfrm>
            <a:custGeom>
              <a:avLst/>
              <a:pathLst>
                <a:path w="134068" h="337223">
                  <a:moveTo>
                    <a:pt x="134068" y="0"/>
                  </a:moveTo>
                  <a:lnTo>
                    <a:pt x="132714" y="3406"/>
                  </a:lnTo>
                  <a:lnTo>
                    <a:pt x="131360" y="6812"/>
                  </a:lnTo>
                  <a:lnTo>
                    <a:pt x="130005" y="10218"/>
                  </a:lnTo>
                  <a:lnTo>
                    <a:pt x="128651" y="13625"/>
                  </a:lnTo>
                  <a:lnTo>
                    <a:pt x="127297" y="17031"/>
                  </a:lnTo>
                  <a:lnTo>
                    <a:pt x="125943" y="20437"/>
                  </a:lnTo>
                  <a:lnTo>
                    <a:pt x="124589" y="23844"/>
                  </a:lnTo>
                  <a:lnTo>
                    <a:pt x="123234" y="27250"/>
                  </a:lnTo>
                  <a:lnTo>
                    <a:pt x="121880" y="30656"/>
                  </a:lnTo>
                  <a:lnTo>
                    <a:pt x="120526" y="34063"/>
                  </a:lnTo>
                  <a:lnTo>
                    <a:pt x="119172" y="37469"/>
                  </a:lnTo>
                  <a:lnTo>
                    <a:pt x="117817" y="40875"/>
                  </a:lnTo>
                  <a:lnTo>
                    <a:pt x="116463" y="44281"/>
                  </a:lnTo>
                  <a:lnTo>
                    <a:pt x="115109" y="47688"/>
                  </a:lnTo>
                  <a:lnTo>
                    <a:pt x="113755" y="51094"/>
                  </a:lnTo>
                  <a:lnTo>
                    <a:pt x="112400" y="54500"/>
                  </a:lnTo>
                  <a:lnTo>
                    <a:pt x="111046" y="57907"/>
                  </a:lnTo>
                  <a:lnTo>
                    <a:pt x="109692" y="61313"/>
                  </a:lnTo>
                  <a:lnTo>
                    <a:pt x="108338" y="64719"/>
                  </a:lnTo>
                  <a:lnTo>
                    <a:pt x="106984" y="68126"/>
                  </a:lnTo>
                  <a:lnTo>
                    <a:pt x="105629" y="71532"/>
                  </a:lnTo>
                  <a:lnTo>
                    <a:pt x="104275" y="74938"/>
                  </a:lnTo>
                  <a:lnTo>
                    <a:pt x="102921" y="78344"/>
                  </a:lnTo>
                  <a:lnTo>
                    <a:pt x="101567" y="81751"/>
                  </a:lnTo>
                  <a:lnTo>
                    <a:pt x="100212" y="85157"/>
                  </a:lnTo>
                  <a:lnTo>
                    <a:pt x="98858" y="88563"/>
                  </a:lnTo>
                  <a:lnTo>
                    <a:pt x="97504" y="91970"/>
                  </a:lnTo>
                  <a:lnTo>
                    <a:pt x="96150" y="95376"/>
                  </a:lnTo>
                  <a:lnTo>
                    <a:pt x="94795" y="98782"/>
                  </a:lnTo>
                  <a:lnTo>
                    <a:pt x="93441" y="102189"/>
                  </a:lnTo>
                  <a:lnTo>
                    <a:pt x="92087" y="105595"/>
                  </a:lnTo>
                  <a:lnTo>
                    <a:pt x="90733" y="109001"/>
                  </a:lnTo>
                  <a:lnTo>
                    <a:pt x="89379" y="112407"/>
                  </a:lnTo>
                  <a:lnTo>
                    <a:pt x="88024" y="115814"/>
                  </a:lnTo>
                  <a:lnTo>
                    <a:pt x="86670" y="119220"/>
                  </a:lnTo>
                  <a:lnTo>
                    <a:pt x="85316" y="122626"/>
                  </a:lnTo>
                  <a:lnTo>
                    <a:pt x="83962" y="126033"/>
                  </a:lnTo>
                  <a:lnTo>
                    <a:pt x="82607" y="129439"/>
                  </a:lnTo>
                  <a:lnTo>
                    <a:pt x="81253" y="132845"/>
                  </a:lnTo>
                  <a:lnTo>
                    <a:pt x="79899" y="136252"/>
                  </a:lnTo>
                  <a:lnTo>
                    <a:pt x="78545" y="139658"/>
                  </a:lnTo>
                  <a:lnTo>
                    <a:pt x="77191" y="143064"/>
                  </a:lnTo>
                  <a:lnTo>
                    <a:pt x="75836" y="146470"/>
                  </a:lnTo>
                  <a:lnTo>
                    <a:pt x="74482" y="149877"/>
                  </a:lnTo>
                  <a:lnTo>
                    <a:pt x="73128" y="153283"/>
                  </a:lnTo>
                  <a:lnTo>
                    <a:pt x="71774" y="156689"/>
                  </a:lnTo>
                  <a:lnTo>
                    <a:pt x="70419" y="160096"/>
                  </a:lnTo>
                  <a:lnTo>
                    <a:pt x="69065" y="163502"/>
                  </a:lnTo>
                  <a:lnTo>
                    <a:pt x="67711" y="166908"/>
                  </a:lnTo>
                  <a:lnTo>
                    <a:pt x="66357" y="170315"/>
                  </a:lnTo>
                  <a:lnTo>
                    <a:pt x="65002" y="173721"/>
                  </a:lnTo>
                  <a:lnTo>
                    <a:pt x="63648" y="177127"/>
                  </a:lnTo>
                  <a:lnTo>
                    <a:pt x="62294" y="180533"/>
                  </a:lnTo>
                  <a:lnTo>
                    <a:pt x="60940" y="183940"/>
                  </a:lnTo>
                  <a:lnTo>
                    <a:pt x="59586" y="187346"/>
                  </a:lnTo>
                  <a:lnTo>
                    <a:pt x="58231" y="190752"/>
                  </a:lnTo>
                  <a:lnTo>
                    <a:pt x="56877" y="194159"/>
                  </a:lnTo>
                  <a:lnTo>
                    <a:pt x="55523" y="197565"/>
                  </a:lnTo>
                  <a:lnTo>
                    <a:pt x="54169" y="200971"/>
                  </a:lnTo>
                  <a:lnTo>
                    <a:pt x="52814" y="204378"/>
                  </a:lnTo>
                  <a:lnTo>
                    <a:pt x="51460" y="207784"/>
                  </a:lnTo>
                  <a:lnTo>
                    <a:pt x="50106" y="211190"/>
                  </a:lnTo>
                  <a:lnTo>
                    <a:pt x="48752" y="214596"/>
                  </a:lnTo>
                  <a:lnTo>
                    <a:pt x="47397" y="218003"/>
                  </a:lnTo>
                  <a:lnTo>
                    <a:pt x="46043" y="221409"/>
                  </a:lnTo>
                  <a:lnTo>
                    <a:pt x="44689" y="224815"/>
                  </a:lnTo>
                  <a:lnTo>
                    <a:pt x="43335" y="228222"/>
                  </a:lnTo>
                  <a:lnTo>
                    <a:pt x="41981" y="231628"/>
                  </a:lnTo>
                  <a:lnTo>
                    <a:pt x="40626" y="235034"/>
                  </a:lnTo>
                  <a:lnTo>
                    <a:pt x="39272" y="238441"/>
                  </a:lnTo>
                  <a:lnTo>
                    <a:pt x="37918" y="241847"/>
                  </a:lnTo>
                  <a:lnTo>
                    <a:pt x="36564" y="245253"/>
                  </a:lnTo>
                  <a:lnTo>
                    <a:pt x="35209" y="248659"/>
                  </a:lnTo>
                  <a:lnTo>
                    <a:pt x="33855" y="252066"/>
                  </a:lnTo>
                  <a:lnTo>
                    <a:pt x="32501" y="255472"/>
                  </a:lnTo>
                  <a:lnTo>
                    <a:pt x="31147" y="258878"/>
                  </a:lnTo>
                  <a:lnTo>
                    <a:pt x="29793" y="262285"/>
                  </a:lnTo>
                  <a:lnTo>
                    <a:pt x="28438" y="265691"/>
                  </a:lnTo>
                  <a:lnTo>
                    <a:pt x="27084" y="269097"/>
                  </a:lnTo>
                  <a:lnTo>
                    <a:pt x="25730" y="272504"/>
                  </a:lnTo>
                  <a:lnTo>
                    <a:pt x="24376" y="275910"/>
                  </a:lnTo>
                  <a:lnTo>
                    <a:pt x="23021" y="279316"/>
                  </a:lnTo>
                  <a:lnTo>
                    <a:pt x="21667" y="282722"/>
                  </a:lnTo>
                  <a:lnTo>
                    <a:pt x="20313" y="286129"/>
                  </a:lnTo>
                  <a:lnTo>
                    <a:pt x="18959" y="289535"/>
                  </a:lnTo>
                  <a:lnTo>
                    <a:pt x="17604" y="292941"/>
                  </a:lnTo>
                  <a:lnTo>
                    <a:pt x="16250" y="296348"/>
                  </a:lnTo>
                  <a:lnTo>
                    <a:pt x="14896" y="299754"/>
                  </a:lnTo>
                  <a:lnTo>
                    <a:pt x="13542" y="303160"/>
                  </a:lnTo>
                  <a:lnTo>
                    <a:pt x="12188" y="306567"/>
                  </a:lnTo>
                  <a:lnTo>
                    <a:pt x="10833" y="309973"/>
                  </a:lnTo>
                  <a:lnTo>
                    <a:pt x="9479" y="313379"/>
                  </a:lnTo>
                  <a:lnTo>
                    <a:pt x="8125" y="316785"/>
                  </a:lnTo>
                  <a:lnTo>
                    <a:pt x="6771" y="320192"/>
                  </a:lnTo>
                  <a:lnTo>
                    <a:pt x="5416" y="323598"/>
                  </a:lnTo>
                  <a:lnTo>
                    <a:pt x="4062" y="327004"/>
                  </a:lnTo>
                  <a:lnTo>
                    <a:pt x="2708" y="330411"/>
                  </a:lnTo>
                  <a:lnTo>
                    <a:pt x="1354" y="333817"/>
                  </a:lnTo>
                  <a:lnTo>
                    <a:pt x="0" y="337223"/>
                  </a:lnTo>
                </a:path>
              </a:pathLst>
            </a:custGeom>
            <a:ln w="36842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1" name="pl9461"/>
            <p:cNvSpPr/>
            <p:nvPr/>
          </p:nvSpPr>
          <p:spPr>
            <a:xfrm>
              <a:off x="10224603" y="7383529"/>
              <a:ext cx="266639" cy="477950"/>
            </a:xfrm>
            <a:custGeom>
              <a:avLst/>
              <a:pathLst>
                <a:path w="266639" h="477950">
                  <a:moveTo>
                    <a:pt x="0" y="0"/>
                  </a:moveTo>
                  <a:lnTo>
                    <a:pt x="2693" y="4827"/>
                  </a:lnTo>
                  <a:lnTo>
                    <a:pt x="5386" y="9655"/>
                  </a:lnTo>
                  <a:lnTo>
                    <a:pt x="8079" y="14483"/>
                  </a:lnTo>
                  <a:lnTo>
                    <a:pt x="10773" y="19311"/>
                  </a:lnTo>
                  <a:lnTo>
                    <a:pt x="13466" y="24138"/>
                  </a:lnTo>
                  <a:lnTo>
                    <a:pt x="16159" y="28966"/>
                  </a:lnTo>
                  <a:lnTo>
                    <a:pt x="18853" y="33794"/>
                  </a:lnTo>
                  <a:lnTo>
                    <a:pt x="21546" y="38622"/>
                  </a:lnTo>
                  <a:lnTo>
                    <a:pt x="24239" y="43450"/>
                  </a:lnTo>
                  <a:lnTo>
                    <a:pt x="26933" y="48277"/>
                  </a:lnTo>
                  <a:lnTo>
                    <a:pt x="29626" y="53105"/>
                  </a:lnTo>
                  <a:lnTo>
                    <a:pt x="32319" y="57933"/>
                  </a:lnTo>
                  <a:lnTo>
                    <a:pt x="35013" y="62761"/>
                  </a:lnTo>
                  <a:lnTo>
                    <a:pt x="37706" y="67588"/>
                  </a:lnTo>
                  <a:lnTo>
                    <a:pt x="40399" y="72416"/>
                  </a:lnTo>
                  <a:lnTo>
                    <a:pt x="43093" y="77244"/>
                  </a:lnTo>
                  <a:lnTo>
                    <a:pt x="45786" y="82072"/>
                  </a:lnTo>
                  <a:lnTo>
                    <a:pt x="48479" y="86900"/>
                  </a:lnTo>
                  <a:lnTo>
                    <a:pt x="51173" y="91727"/>
                  </a:lnTo>
                  <a:lnTo>
                    <a:pt x="53866" y="96555"/>
                  </a:lnTo>
                  <a:lnTo>
                    <a:pt x="56559" y="101383"/>
                  </a:lnTo>
                  <a:lnTo>
                    <a:pt x="59253" y="106211"/>
                  </a:lnTo>
                  <a:lnTo>
                    <a:pt x="61946" y="111038"/>
                  </a:lnTo>
                  <a:lnTo>
                    <a:pt x="64639" y="115866"/>
                  </a:lnTo>
                  <a:lnTo>
                    <a:pt x="67333" y="120694"/>
                  </a:lnTo>
                  <a:lnTo>
                    <a:pt x="70026" y="125522"/>
                  </a:lnTo>
                  <a:lnTo>
                    <a:pt x="72719" y="130350"/>
                  </a:lnTo>
                  <a:lnTo>
                    <a:pt x="75413" y="135177"/>
                  </a:lnTo>
                  <a:lnTo>
                    <a:pt x="78106" y="140005"/>
                  </a:lnTo>
                  <a:lnTo>
                    <a:pt x="80799" y="144833"/>
                  </a:lnTo>
                  <a:lnTo>
                    <a:pt x="83493" y="149661"/>
                  </a:lnTo>
                  <a:lnTo>
                    <a:pt x="86186" y="154488"/>
                  </a:lnTo>
                  <a:lnTo>
                    <a:pt x="88879" y="159316"/>
                  </a:lnTo>
                  <a:lnTo>
                    <a:pt x="91573" y="164144"/>
                  </a:lnTo>
                  <a:lnTo>
                    <a:pt x="94266" y="168972"/>
                  </a:lnTo>
                  <a:lnTo>
                    <a:pt x="96959" y="173800"/>
                  </a:lnTo>
                  <a:lnTo>
                    <a:pt x="99653" y="178627"/>
                  </a:lnTo>
                  <a:lnTo>
                    <a:pt x="102346" y="183455"/>
                  </a:lnTo>
                  <a:lnTo>
                    <a:pt x="105039" y="188283"/>
                  </a:lnTo>
                  <a:lnTo>
                    <a:pt x="107733" y="193111"/>
                  </a:lnTo>
                  <a:lnTo>
                    <a:pt x="110426" y="197938"/>
                  </a:lnTo>
                  <a:lnTo>
                    <a:pt x="113119" y="202766"/>
                  </a:lnTo>
                  <a:lnTo>
                    <a:pt x="115813" y="207594"/>
                  </a:lnTo>
                  <a:lnTo>
                    <a:pt x="118506" y="212422"/>
                  </a:lnTo>
                  <a:lnTo>
                    <a:pt x="121199" y="217250"/>
                  </a:lnTo>
                  <a:lnTo>
                    <a:pt x="123893" y="222077"/>
                  </a:lnTo>
                  <a:lnTo>
                    <a:pt x="126586" y="226905"/>
                  </a:lnTo>
                  <a:lnTo>
                    <a:pt x="129279" y="231733"/>
                  </a:lnTo>
                  <a:lnTo>
                    <a:pt x="131973" y="236561"/>
                  </a:lnTo>
                  <a:lnTo>
                    <a:pt x="134666" y="241388"/>
                  </a:lnTo>
                  <a:lnTo>
                    <a:pt x="137359" y="246216"/>
                  </a:lnTo>
                  <a:lnTo>
                    <a:pt x="140053" y="251044"/>
                  </a:lnTo>
                  <a:lnTo>
                    <a:pt x="142746" y="255872"/>
                  </a:lnTo>
                  <a:lnTo>
                    <a:pt x="145439" y="260700"/>
                  </a:lnTo>
                  <a:lnTo>
                    <a:pt x="148133" y="265527"/>
                  </a:lnTo>
                  <a:lnTo>
                    <a:pt x="150826" y="270355"/>
                  </a:lnTo>
                  <a:lnTo>
                    <a:pt x="153519" y="275183"/>
                  </a:lnTo>
                  <a:lnTo>
                    <a:pt x="156213" y="280011"/>
                  </a:lnTo>
                  <a:lnTo>
                    <a:pt x="158906" y="284838"/>
                  </a:lnTo>
                  <a:lnTo>
                    <a:pt x="161599" y="289666"/>
                  </a:lnTo>
                  <a:lnTo>
                    <a:pt x="164293" y="294494"/>
                  </a:lnTo>
                  <a:lnTo>
                    <a:pt x="166986" y="299322"/>
                  </a:lnTo>
                  <a:lnTo>
                    <a:pt x="169679" y="304150"/>
                  </a:lnTo>
                  <a:lnTo>
                    <a:pt x="172373" y="308977"/>
                  </a:lnTo>
                  <a:lnTo>
                    <a:pt x="175066" y="313805"/>
                  </a:lnTo>
                  <a:lnTo>
                    <a:pt x="177759" y="318633"/>
                  </a:lnTo>
                  <a:lnTo>
                    <a:pt x="180453" y="323461"/>
                  </a:lnTo>
                  <a:lnTo>
                    <a:pt x="183146" y="328288"/>
                  </a:lnTo>
                  <a:lnTo>
                    <a:pt x="185839" y="333116"/>
                  </a:lnTo>
                  <a:lnTo>
                    <a:pt x="188532" y="337944"/>
                  </a:lnTo>
                  <a:lnTo>
                    <a:pt x="191226" y="342772"/>
                  </a:lnTo>
                  <a:lnTo>
                    <a:pt x="193919" y="347600"/>
                  </a:lnTo>
                  <a:lnTo>
                    <a:pt x="196612" y="352427"/>
                  </a:lnTo>
                  <a:lnTo>
                    <a:pt x="199306" y="357255"/>
                  </a:lnTo>
                  <a:lnTo>
                    <a:pt x="201999" y="362083"/>
                  </a:lnTo>
                  <a:lnTo>
                    <a:pt x="204692" y="366911"/>
                  </a:lnTo>
                  <a:lnTo>
                    <a:pt x="207386" y="371738"/>
                  </a:lnTo>
                  <a:lnTo>
                    <a:pt x="210079" y="376566"/>
                  </a:lnTo>
                  <a:lnTo>
                    <a:pt x="212772" y="381394"/>
                  </a:lnTo>
                  <a:lnTo>
                    <a:pt x="215466" y="386222"/>
                  </a:lnTo>
                  <a:lnTo>
                    <a:pt x="218159" y="391050"/>
                  </a:lnTo>
                  <a:lnTo>
                    <a:pt x="220852" y="395877"/>
                  </a:lnTo>
                  <a:lnTo>
                    <a:pt x="223546" y="400705"/>
                  </a:lnTo>
                  <a:lnTo>
                    <a:pt x="226239" y="405533"/>
                  </a:lnTo>
                  <a:lnTo>
                    <a:pt x="228932" y="410361"/>
                  </a:lnTo>
                  <a:lnTo>
                    <a:pt x="231626" y="415188"/>
                  </a:lnTo>
                  <a:lnTo>
                    <a:pt x="234319" y="420016"/>
                  </a:lnTo>
                  <a:lnTo>
                    <a:pt x="237012" y="424844"/>
                  </a:lnTo>
                  <a:lnTo>
                    <a:pt x="239706" y="429672"/>
                  </a:lnTo>
                  <a:lnTo>
                    <a:pt x="242399" y="434500"/>
                  </a:lnTo>
                  <a:lnTo>
                    <a:pt x="245092" y="439327"/>
                  </a:lnTo>
                  <a:lnTo>
                    <a:pt x="247786" y="444155"/>
                  </a:lnTo>
                  <a:lnTo>
                    <a:pt x="250479" y="448983"/>
                  </a:lnTo>
                  <a:lnTo>
                    <a:pt x="253172" y="453811"/>
                  </a:lnTo>
                  <a:lnTo>
                    <a:pt x="255866" y="458638"/>
                  </a:lnTo>
                  <a:lnTo>
                    <a:pt x="258559" y="463466"/>
                  </a:lnTo>
                  <a:lnTo>
                    <a:pt x="261252" y="468294"/>
                  </a:lnTo>
                  <a:lnTo>
                    <a:pt x="263946" y="473122"/>
                  </a:lnTo>
                  <a:lnTo>
                    <a:pt x="266639" y="477950"/>
                  </a:lnTo>
                </a:path>
              </a:pathLst>
            </a:custGeom>
            <a:ln w="22581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2" name="pl9462"/>
            <p:cNvSpPr/>
            <p:nvPr/>
          </p:nvSpPr>
          <p:spPr>
            <a:xfrm>
              <a:off x="9873817" y="7383529"/>
              <a:ext cx="350786" cy="235855"/>
            </a:xfrm>
            <a:custGeom>
              <a:avLst/>
              <a:pathLst>
                <a:path w="350786" h="235855">
                  <a:moveTo>
                    <a:pt x="350786" y="0"/>
                  </a:moveTo>
                  <a:lnTo>
                    <a:pt x="347242" y="2382"/>
                  </a:lnTo>
                  <a:lnTo>
                    <a:pt x="343699" y="4764"/>
                  </a:lnTo>
                  <a:lnTo>
                    <a:pt x="340156" y="7147"/>
                  </a:lnTo>
                  <a:lnTo>
                    <a:pt x="336612" y="9529"/>
                  </a:lnTo>
                  <a:lnTo>
                    <a:pt x="333069" y="11911"/>
                  </a:lnTo>
                  <a:lnTo>
                    <a:pt x="329526" y="14294"/>
                  </a:lnTo>
                  <a:lnTo>
                    <a:pt x="325983" y="16676"/>
                  </a:lnTo>
                  <a:lnTo>
                    <a:pt x="322439" y="19059"/>
                  </a:lnTo>
                  <a:lnTo>
                    <a:pt x="318896" y="21441"/>
                  </a:lnTo>
                  <a:lnTo>
                    <a:pt x="315353" y="23823"/>
                  </a:lnTo>
                  <a:lnTo>
                    <a:pt x="311809" y="26206"/>
                  </a:lnTo>
                  <a:lnTo>
                    <a:pt x="308266" y="28588"/>
                  </a:lnTo>
                  <a:lnTo>
                    <a:pt x="304723" y="30970"/>
                  </a:lnTo>
                  <a:lnTo>
                    <a:pt x="301179" y="33353"/>
                  </a:lnTo>
                  <a:lnTo>
                    <a:pt x="297636" y="35735"/>
                  </a:lnTo>
                  <a:lnTo>
                    <a:pt x="294093" y="38118"/>
                  </a:lnTo>
                  <a:lnTo>
                    <a:pt x="290550" y="40500"/>
                  </a:lnTo>
                  <a:lnTo>
                    <a:pt x="287006" y="42882"/>
                  </a:lnTo>
                  <a:lnTo>
                    <a:pt x="283463" y="45265"/>
                  </a:lnTo>
                  <a:lnTo>
                    <a:pt x="279920" y="47647"/>
                  </a:lnTo>
                  <a:lnTo>
                    <a:pt x="276376" y="50030"/>
                  </a:lnTo>
                  <a:lnTo>
                    <a:pt x="272833" y="52412"/>
                  </a:lnTo>
                  <a:lnTo>
                    <a:pt x="269290" y="54794"/>
                  </a:lnTo>
                  <a:lnTo>
                    <a:pt x="265747" y="57177"/>
                  </a:lnTo>
                  <a:lnTo>
                    <a:pt x="262203" y="59559"/>
                  </a:lnTo>
                  <a:lnTo>
                    <a:pt x="258660" y="61941"/>
                  </a:lnTo>
                  <a:lnTo>
                    <a:pt x="255117" y="64324"/>
                  </a:lnTo>
                  <a:lnTo>
                    <a:pt x="251573" y="66706"/>
                  </a:lnTo>
                  <a:lnTo>
                    <a:pt x="248030" y="69089"/>
                  </a:lnTo>
                  <a:lnTo>
                    <a:pt x="244487" y="71471"/>
                  </a:lnTo>
                  <a:lnTo>
                    <a:pt x="240943" y="73853"/>
                  </a:lnTo>
                  <a:lnTo>
                    <a:pt x="237400" y="76236"/>
                  </a:lnTo>
                  <a:lnTo>
                    <a:pt x="233857" y="78618"/>
                  </a:lnTo>
                  <a:lnTo>
                    <a:pt x="230314" y="81001"/>
                  </a:lnTo>
                  <a:lnTo>
                    <a:pt x="226770" y="83383"/>
                  </a:lnTo>
                  <a:lnTo>
                    <a:pt x="223227" y="85765"/>
                  </a:lnTo>
                  <a:lnTo>
                    <a:pt x="219684" y="88148"/>
                  </a:lnTo>
                  <a:lnTo>
                    <a:pt x="216140" y="90530"/>
                  </a:lnTo>
                  <a:lnTo>
                    <a:pt x="212597" y="92912"/>
                  </a:lnTo>
                  <a:lnTo>
                    <a:pt x="209054" y="95295"/>
                  </a:lnTo>
                  <a:lnTo>
                    <a:pt x="205511" y="97677"/>
                  </a:lnTo>
                  <a:lnTo>
                    <a:pt x="201967" y="100060"/>
                  </a:lnTo>
                  <a:lnTo>
                    <a:pt x="198424" y="102442"/>
                  </a:lnTo>
                  <a:lnTo>
                    <a:pt x="194881" y="104824"/>
                  </a:lnTo>
                  <a:lnTo>
                    <a:pt x="191337" y="107207"/>
                  </a:lnTo>
                  <a:lnTo>
                    <a:pt x="187794" y="109589"/>
                  </a:lnTo>
                  <a:lnTo>
                    <a:pt x="184251" y="111972"/>
                  </a:lnTo>
                  <a:lnTo>
                    <a:pt x="180707" y="114354"/>
                  </a:lnTo>
                  <a:lnTo>
                    <a:pt x="177164" y="116736"/>
                  </a:lnTo>
                  <a:lnTo>
                    <a:pt x="173621" y="119119"/>
                  </a:lnTo>
                  <a:lnTo>
                    <a:pt x="170078" y="121501"/>
                  </a:lnTo>
                  <a:lnTo>
                    <a:pt x="166534" y="123883"/>
                  </a:lnTo>
                  <a:lnTo>
                    <a:pt x="162991" y="126266"/>
                  </a:lnTo>
                  <a:lnTo>
                    <a:pt x="159448" y="128648"/>
                  </a:lnTo>
                  <a:lnTo>
                    <a:pt x="155904" y="131031"/>
                  </a:lnTo>
                  <a:lnTo>
                    <a:pt x="152361" y="133413"/>
                  </a:lnTo>
                  <a:lnTo>
                    <a:pt x="148818" y="135795"/>
                  </a:lnTo>
                  <a:lnTo>
                    <a:pt x="145275" y="138178"/>
                  </a:lnTo>
                  <a:lnTo>
                    <a:pt x="141731" y="140560"/>
                  </a:lnTo>
                  <a:lnTo>
                    <a:pt x="138188" y="142942"/>
                  </a:lnTo>
                  <a:lnTo>
                    <a:pt x="134645" y="145325"/>
                  </a:lnTo>
                  <a:lnTo>
                    <a:pt x="131101" y="147707"/>
                  </a:lnTo>
                  <a:lnTo>
                    <a:pt x="127558" y="150090"/>
                  </a:lnTo>
                  <a:lnTo>
                    <a:pt x="124015" y="152472"/>
                  </a:lnTo>
                  <a:lnTo>
                    <a:pt x="120471" y="154854"/>
                  </a:lnTo>
                  <a:lnTo>
                    <a:pt x="116928" y="157237"/>
                  </a:lnTo>
                  <a:lnTo>
                    <a:pt x="113385" y="159619"/>
                  </a:lnTo>
                  <a:lnTo>
                    <a:pt x="109842" y="162002"/>
                  </a:lnTo>
                  <a:lnTo>
                    <a:pt x="106298" y="164384"/>
                  </a:lnTo>
                  <a:lnTo>
                    <a:pt x="102755" y="166766"/>
                  </a:lnTo>
                  <a:lnTo>
                    <a:pt x="99212" y="169149"/>
                  </a:lnTo>
                  <a:lnTo>
                    <a:pt x="95668" y="171531"/>
                  </a:lnTo>
                  <a:lnTo>
                    <a:pt x="92125" y="173913"/>
                  </a:lnTo>
                  <a:lnTo>
                    <a:pt x="88582" y="176296"/>
                  </a:lnTo>
                  <a:lnTo>
                    <a:pt x="85039" y="178678"/>
                  </a:lnTo>
                  <a:lnTo>
                    <a:pt x="81495" y="181061"/>
                  </a:lnTo>
                  <a:lnTo>
                    <a:pt x="77952" y="183443"/>
                  </a:lnTo>
                  <a:lnTo>
                    <a:pt x="74409" y="185825"/>
                  </a:lnTo>
                  <a:lnTo>
                    <a:pt x="70865" y="188208"/>
                  </a:lnTo>
                  <a:lnTo>
                    <a:pt x="67322" y="190590"/>
                  </a:lnTo>
                  <a:lnTo>
                    <a:pt x="63779" y="192973"/>
                  </a:lnTo>
                  <a:lnTo>
                    <a:pt x="60235" y="195355"/>
                  </a:lnTo>
                  <a:lnTo>
                    <a:pt x="56692" y="197737"/>
                  </a:lnTo>
                  <a:lnTo>
                    <a:pt x="53149" y="200120"/>
                  </a:lnTo>
                  <a:lnTo>
                    <a:pt x="49606" y="202502"/>
                  </a:lnTo>
                  <a:lnTo>
                    <a:pt x="46062" y="204884"/>
                  </a:lnTo>
                  <a:lnTo>
                    <a:pt x="42519" y="207267"/>
                  </a:lnTo>
                  <a:lnTo>
                    <a:pt x="38976" y="209649"/>
                  </a:lnTo>
                  <a:lnTo>
                    <a:pt x="35432" y="212032"/>
                  </a:lnTo>
                  <a:lnTo>
                    <a:pt x="31889" y="214414"/>
                  </a:lnTo>
                  <a:lnTo>
                    <a:pt x="28346" y="216796"/>
                  </a:lnTo>
                  <a:lnTo>
                    <a:pt x="24803" y="219179"/>
                  </a:lnTo>
                  <a:lnTo>
                    <a:pt x="21259" y="221561"/>
                  </a:lnTo>
                  <a:lnTo>
                    <a:pt x="17716" y="223944"/>
                  </a:lnTo>
                  <a:lnTo>
                    <a:pt x="14173" y="226326"/>
                  </a:lnTo>
                  <a:lnTo>
                    <a:pt x="10629" y="228708"/>
                  </a:lnTo>
                  <a:lnTo>
                    <a:pt x="7086" y="231091"/>
                  </a:lnTo>
                  <a:lnTo>
                    <a:pt x="3543" y="233473"/>
                  </a:lnTo>
                  <a:lnTo>
                    <a:pt x="0" y="235855"/>
                  </a:lnTo>
                </a:path>
              </a:pathLst>
            </a:custGeom>
            <a:ln w="34070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3" name="pl9463"/>
            <p:cNvSpPr/>
            <p:nvPr/>
          </p:nvSpPr>
          <p:spPr>
            <a:xfrm>
              <a:off x="9258518" y="7946497"/>
              <a:ext cx="217331" cy="253859"/>
            </a:xfrm>
            <a:custGeom>
              <a:avLst/>
              <a:pathLst>
                <a:path w="217331" h="253859">
                  <a:moveTo>
                    <a:pt x="217331" y="253859"/>
                  </a:moveTo>
                  <a:lnTo>
                    <a:pt x="215136" y="251295"/>
                  </a:lnTo>
                  <a:lnTo>
                    <a:pt x="212941" y="248730"/>
                  </a:lnTo>
                  <a:lnTo>
                    <a:pt x="210746" y="246166"/>
                  </a:lnTo>
                  <a:lnTo>
                    <a:pt x="208550" y="243602"/>
                  </a:lnTo>
                  <a:lnTo>
                    <a:pt x="206355" y="241038"/>
                  </a:lnTo>
                  <a:lnTo>
                    <a:pt x="204160" y="238474"/>
                  </a:lnTo>
                  <a:lnTo>
                    <a:pt x="201965" y="235909"/>
                  </a:lnTo>
                  <a:lnTo>
                    <a:pt x="199769" y="233345"/>
                  </a:lnTo>
                  <a:lnTo>
                    <a:pt x="197574" y="230781"/>
                  </a:lnTo>
                  <a:lnTo>
                    <a:pt x="195379" y="228217"/>
                  </a:lnTo>
                  <a:lnTo>
                    <a:pt x="193183" y="225652"/>
                  </a:lnTo>
                  <a:lnTo>
                    <a:pt x="190988" y="223088"/>
                  </a:lnTo>
                  <a:lnTo>
                    <a:pt x="188793" y="220524"/>
                  </a:lnTo>
                  <a:lnTo>
                    <a:pt x="186598" y="217960"/>
                  </a:lnTo>
                  <a:lnTo>
                    <a:pt x="184402" y="215395"/>
                  </a:lnTo>
                  <a:lnTo>
                    <a:pt x="182207" y="212831"/>
                  </a:lnTo>
                  <a:lnTo>
                    <a:pt x="180012" y="210267"/>
                  </a:lnTo>
                  <a:lnTo>
                    <a:pt x="177817" y="207703"/>
                  </a:lnTo>
                  <a:lnTo>
                    <a:pt x="175621" y="205138"/>
                  </a:lnTo>
                  <a:lnTo>
                    <a:pt x="173426" y="202574"/>
                  </a:lnTo>
                  <a:lnTo>
                    <a:pt x="171231" y="200010"/>
                  </a:lnTo>
                  <a:lnTo>
                    <a:pt x="169035" y="197446"/>
                  </a:lnTo>
                  <a:lnTo>
                    <a:pt x="166840" y="194882"/>
                  </a:lnTo>
                  <a:lnTo>
                    <a:pt x="164645" y="192317"/>
                  </a:lnTo>
                  <a:lnTo>
                    <a:pt x="162450" y="189753"/>
                  </a:lnTo>
                  <a:lnTo>
                    <a:pt x="160254" y="187189"/>
                  </a:lnTo>
                  <a:lnTo>
                    <a:pt x="158059" y="184625"/>
                  </a:lnTo>
                  <a:lnTo>
                    <a:pt x="155864" y="182060"/>
                  </a:lnTo>
                  <a:lnTo>
                    <a:pt x="153669" y="179496"/>
                  </a:lnTo>
                  <a:lnTo>
                    <a:pt x="151473" y="176932"/>
                  </a:lnTo>
                  <a:lnTo>
                    <a:pt x="149278" y="174368"/>
                  </a:lnTo>
                  <a:lnTo>
                    <a:pt x="147083" y="171803"/>
                  </a:lnTo>
                  <a:lnTo>
                    <a:pt x="144887" y="169239"/>
                  </a:lnTo>
                  <a:lnTo>
                    <a:pt x="142692" y="166675"/>
                  </a:lnTo>
                  <a:lnTo>
                    <a:pt x="140497" y="164111"/>
                  </a:lnTo>
                  <a:lnTo>
                    <a:pt x="138302" y="161546"/>
                  </a:lnTo>
                  <a:lnTo>
                    <a:pt x="136106" y="158982"/>
                  </a:lnTo>
                  <a:lnTo>
                    <a:pt x="133911" y="156418"/>
                  </a:lnTo>
                  <a:lnTo>
                    <a:pt x="131716" y="153854"/>
                  </a:lnTo>
                  <a:lnTo>
                    <a:pt x="129521" y="151289"/>
                  </a:lnTo>
                  <a:lnTo>
                    <a:pt x="127325" y="148725"/>
                  </a:lnTo>
                  <a:lnTo>
                    <a:pt x="125130" y="146161"/>
                  </a:lnTo>
                  <a:lnTo>
                    <a:pt x="122935" y="143597"/>
                  </a:lnTo>
                  <a:lnTo>
                    <a:pt x="120739" y="141033"/>
                  </a:lnTo>
                  <a:lnTo>
                    <a:pt x="118544" y="138468"/>
                  </a:lnTo>
                  <a:lnTo>
                    <a:pt x="116349" y="135904"/>
                  </a:lnTo>
                  <a:lnTo>
                    <a:pt x="114154" y="133340"/>
                  </a:lnTo>
                  <a:lnTo>
                    <a:pt x="111958" y="130776"/>
                  </a:lnTo>
                  <a:lnTo>
                    <a:pt x="109763" y="128211"/>
                  </a:lnTo>
                  <a:lnTo>
                    <a:pt x="107568" y="125647"/>
                  </a:lnTo>
                  <a:lnTo>
                    <a:pt x="105373" y="123083"/>
                  </a:lnTo>
                  <a:lnTo>
                    <a:pt x="103177" y="120519"/>
                  </a:lnTo>
                  <a:lnTo>
                    <a:pt x="100982" y="117954"/>
                  </a:lnTo>
                  <a:lnTo>
                    <a:pt x="98787" y="115390"/>
                  </a:lnTo>
                  <a:lnTo>
                    <a:pt x="96591" y="112826"/>
                  </a:lnTo>
                  <a:lnTo>
                    <a:pt x="94396" y="110262"/>
                  </a:lnTo>
                  <a:lnTo>
                    <a:pt x="92201" y="107697"/>
                  </a:lnTo>
                  <a:lnTo>
                    <a:pt x="90006" y="105133"/>
                  </a:lnTo>
                  <a:lnTo>
                    <a:pt x="87810" y="102569"/>
                  </a:lnTo>
                  <a:lnTo>
                    <a:pt x="85615" y="100005"/>
                  </a:lnTo>
                  <a:lnTo>
                    <a:pt x="83420" y="97441"/>
                  </a:lnTo>
                  <a:lnTo>
                    <a:pt x="81225" y="94876"/>
                  </a:lnTo>
                  <a:lnTo>
                    <a:pt x="79029" y="92312"/>
                  </a:lnTo>
                  <a:lnTo>
                    <a:pt x="76834" y="89748"/>
                  </a:lnTo>
                  <a:lnTo>
                    <a:pt x="74639" y="87184"/>
                  </a:lnTo>
                  <a:lnTo>
                    <a:pt x="72443" y="84619"/>
                  </a:lnTo>
                  <a:lnTo>
                    <a:pt x="70248" y="82055"/>
                  </a:lnTo>
                  <a:lnTo>
                    <a:pt x="68053" y="79491"/>
                  </a:lnTo>
                  <a:lnTo>
                    <a:pt x="65858" y="76927"/>
                  </a:lnTo>
                  <a:lnTo>
                    <a:pt x="63662" y="74362"/>
                  </a:lnTo>
                  <a:lnTo>
                    <a:pt x="61467" y="71798"/>
                  </a:lnTo>
                  <a:lnTo>
                    <a:pt x="59272" y="69234"/>
                  </a:lnTo>
                  <a:lnTo>
                    <a:pt x="57077" y="66670"/>
                  </a:lnTo>
                  <a:lnTo>
                    <a:pt x="54881" y="64105"/>
                  </a:lnTo>
                  <a:lnTo>
                    <a:pt x="52686" y="61541"/>
                  </a:lnTo>
                  <a:lnTo>
                    <a:pt x="50491" y="58977"/>
                  </a:lnTo>
                  <a:lnTo>
                    <a:pt x="48295" y="56413"/>
                  </a:lnTo>
                  <a:lnTo>
                    <a:pt x="46100" y="53848"/>
                  </a:lnTo>
                  <a:lnTo>
                    <a:pt x="43905" y="51284"/>
                  </a:lnTo>
                  <a:lnTo>
                    <a:pt x="41710" y="48720"/>
                  </a:lnTo>
                  <a:lnTo>
                    <a:pt x="39514" y="46156"/>
                  </a:lnTo>
                  <a:lnTo>
                    <a:pt x="37319" y="43592"/>
                  </a:lnTo>
                  <a:lnTo>
                    <a:pt x="35124" y="41027"/>
                  </a:lnTo>
                  <a:lnTo>
                    <a:pt x="32929" y="38463"/>
                  </a:lnTo>
                  <a:lnTo>
                    <a:pt x="30733" y="35899"/>
                  </a:lnTo>
                  <a:lnTo>
                    <a:pt x="28538" y="33335"/>
                  </a:lnTo>
                  <a:lnTo>
                    <a:pt x="26343" y="30770"/>
                  </a:lnTo>
                  <a:lnTo>
                    <a:pt x="24147" y="28206"/>
                  </a:lnTo>
                  <a:lnTo>
                    <a:pt x="21952" y="25642"/>
                  </a:lnTo>
                  <a:lnTo>
                    <a:pt x="19757" y="23078"/>
                  </a:lnTo>
                  <a:lnTo>
                    <a:pt x="17562" y="20513"/>
                  </a:lnTo>
                  <a:lnTo>
                    <a:pt x="15366" y="17949"/>
                  </a:lnTo>
                  <a:lnTo>
                    <a:pt x="13171" y="15385"/>
                  </a:lnTo>
                  <a:lnTo>
                    <a:pt x="10976" y="12821"/>
                  </a:lnTo>
                  <a:lnTo>
                    <a:pt x="8781" y="10256"/>
                  </a:lnTo>
                  <a:lnTo>
                    <a:pt x="6585" y="7692"/>
                  </a:lnTo>
                  <a:lnTo>
                    <a:pt x="4390" y="5128"/>
                  </a:lnTo>
                  <a:lnTo>
                    <a:pt x="2195" y="2564"/>
                  </a:lnTo>
                  <a:lnTo>
                    <a:pt x="0" y="0"/>
                  </a:lnTo>
                </a:path>
              </a:pathLst>
            </a:custGeom>
            <a:ln w="38183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4" name="pl9464"/>
            <p:cNvSpPr/>
            <p:nvPr/>
          </p:nvSpPr>
          <p:spPr>
            <a:xfrm>
              <a:off x="11308174" y="6962822"/>
              <a:ext cx="1661" cy="370149"/>
            </a:xfrm>
            <a:custGeom>
              <a:avLst/>
              <a:pathLst>
                <a:path w="1661" h="370149">
                  <a:moveTo>
                    <a:pt x="0" y="0"/>
                  </a:moveTo>
                  <a:lnTo>
                    <a:pt x="16" y="3738"/>
                  </a:lnTo>
                  <a:lnTo>
                    <a:pt x="33" y="7477"/>
                  </a:lnTo>
                  <a:lnTo>
                    <a:pt x="50" y="11216"/>
                  </a:lnTo>
                  <a:lnTo>
                    <a:pt x="67" y="14955"/>
                  </a:lnTo>
                  <a:lnTo>
                    <a:pt x="83" y="18694"/>
                  </a:lnTo>
                  <a:lnTo>
                    <a:pt x="100" y="22433"/>
                  </a:lnTo>
                  <a:lnTo>
                    <a:pt x="117" y="26172"/>
                  </a:lnTo>
                  <a:lnTo>
                    <a:pt x="134" y="29911"/>
                  </a:lnTo>
                  <a:lnTo>
                    <a:pt x="151" y="33649"/>
                  </a:lnTo>
                  <a:lnTo>
                    <a:pt x="167" y="37388"/>
                  </a:lnTo>
                  <a:lnTo>
                    <a:pt x="184" y="41127"/>
                  </a:lnTo>
                  <a:lnTo>
                    <a:pt x="201" y="44866"/>
                  </a:lnTo>
                  <a:lnTo>
                    <a:pt x="218" y="48605"/>
                  </a:lnTo>
                  <a:lnTo>
                    <a:pt x="234" y="52344"/>
                  </a:lnTo>
                  <a:lnTo>
                    <a:pt x="251" y="56083"/>
                  </a:lnTo>
                  <a:lnTo>
                    <a:pt x="268" y="59822"/>
                  </a:lnTo>
                  <a:lnTo>
                    <a:pt x="285" y="63561"/>
                  </a:lnTo>
                  <a:lnTo>
                    <a:pt x="302" y="67299"/>
                  </a:lnTo>
                  <a:lnTo>
                    <a:pt x="318" y="71038"/>
                  </a:lnTo>
                  <a:lnTo>
                    <a:pt x="335" y="74777"/>
                  </a:lnTo>
                  <a:lnTo>
                    <a:pt x="352" y="78516"/>
                  </a:lnTo>
                  <a:lnTo>
                    <a:pt x="369" y="82255"/>
                  </a:lnTo>
                  <a:lnTo>
                    <a:pt x="386" y="85994"/>
                  </a:lnTo>
                  <a:lnTo>
                    <a:pt x="402" y="89733"/>
                  </a:lnTo>
                  <a:lnTo>
                    <a:pt x="419" y="93472"/>
                  </a:lnTo>
                  <a:lnTo>
                    <a:pt x="436" y="97211"/>
                  </a:lnTo>
                  <a:lnTo>
                    <a:pt x="453" y="100949"/>
                  </a:lnTo>
                  <a:lnTo>
                    <a:pt x="469" y="104688"/>
                  </a:lnTo>
                  <a:lnTo>
                    <a:pt x="486" y="108427"/>
                  </a:lnTo>
                  <a:lnTo>
                    <a:pt x="503" y="112166"/>
                  </a:lnTo>
                  <a:lnTo>
                    <a:pt x="520" y="115905"/>
                  </a:lnTo>
                  <a:lnTo>
                    <a:pt x="537" y="119644"/>
                  </a:lnTo>
                  <a:lnTo>
                    <a:pt x="553" y="123383"/>
                  </a:lnTo>
                  <a:lnTo>
                    <a:pt x="570" y="127122"/>
                  </a:lnTo>
                  <a:lnTo>
                    <a:pt x="587" y="130860"/>
                  </a:lnTo>
                  <a:lnTo>
                    <a:pt x="604" y="134599"/>
                  </a:lnTo>
                  <a:lnTo>
                    <a:pt x="621" y="138338"/>
                  </a:lnTo>
                  <a:lnTo>
                    <a:pt x="637" y="142077"/>
                  </a:lnTo>
                  <a:lnTo>
                    <a:pt x="654" y="145816"/>
                  </a:lnTo>
                  <a:lnTo>
                    <a:pt x="671" y="149555"/>
                  </a:lnTo>
                  <a:lnTo>
                    <a:pt x="688" y="153294"/>
                  </a:lnTo>
                  <a:lnTo>
                    <a:pt x="704" y="157033"/>
                  </a:lnTo>
                  <a:lnTo>
                    <a:pt x="721" y="160772"/>
                  </a:lnTo>
                  <a:lnTo>
                    <a:pt x="738" y="164510"/>
                  </a:lnTo>
                  <a:lnTo>
                    <a:pt x="755" y="168249"/>
                  </a:lnTo>
                  <a:lnTo>
                    <a:pt x="772" y="171988"/>
                  </a:lnTo>
                  <a:lnTo>
                    <a:pt x="788" y="175727"/>
                  </a:lnTo>
                  <a:lnTo>
                    <a:pt x="805" y="179466"/>
                  </a:lnTo>
                  <a:lnTo>
                    <a:pt x="822" y="183205"/>
                  </a:lnTo>
                  <a:lnTo>
                    <a:pt x="839" y="186944"/>
                  </a:lnTo>
                  <a:lnTo>
                    <a:pt x="856" y="190683"/>
                  </a:lnTo>
                  <a:lnTo>
                    <a:pt x="872" y="194422"/>
                  </a:lnTo>
                  <a:lnTo>
                    <a:pt x="889" y="198160"/>
                  </a:lnTo>
                  <a:lnTo>
                    <a:pt x="906" y="201899"/>
                  </a:lnTo>
                  <a:lnTo>
                    <a:pt x="923" y="205638"/>
                  </a:lnTo>
                  <a:lnTo>
                    <a:pt x="939" y="209377"/>
                  </a:lnTo>
                  <a:lnTo>
                    <a:pt x="956" y="213116"/>
                  </a:lnTo>
                  <a:lnTo>
                    <a:pt x="973" y="216855"/>
                  </a:lnTo>
                  <a:lnTo>
                    <a:pt x="990" y="220594"/>
                  </a:lnTo>
                  <a:lnTo>
                    <a:pt x="1007" y="224333"/>
                  </a:lnTo>
                  <a:lnTo>
                    <a:pt x="1023" y="228072"/>
                  </a:lnTo>
                  <a:lnTo>
                    <a:pt x="1040" y="231810"/>
                  </a:lnTo>
                  <a:lnTo>
                    <a:pt x="1057" y="235549"/>
                  </a:lnTo>
                  <a:lnTo>
                    <a:pt x="1074" y="239288"/>
                  </a:lnTo>
                  <a:lnTo>
                    <a:pt x="1091" y="243027"/>
                  </a:lnTo>
                  <a:lnTo>
                    <a:pt x="1107" y="246766"/>
                  </a:lnTo>
                  <a:lnTo>
                    <a:pt x="1124" y="250505"/>
                  </a:lnTo>
                  <a:lnTo>
                    <a:pt x="1141" y="254244"/>
                  </a:lnTo>
                  <a:lnTo>
                    <a:pt x="1158" y="257983"/>
                  </a:lnTo>
                  <a:lnTo>
                    <a:pt x="1174" y="261721"/>
                  </a:lnTo>
                  <a:lnTo>
                    <a:pt x="1191" y="265460"/>
                  </a:lnTo>
                  <a:lnTo>
                    <a:pt x="1208" y="269199"/>
                  </a:lnTo>
                  <a:lnTo>
                    <a:pt x="1225" y="272938"/>
                  </a:lnTo>
                  <a:lnTo>
                    <a:pt x="1242" y="276677"/>
                  </a:lnTo>
                  <a:lnTo>
                    <a:pt x="1258" y="280416"/>
                  </a:lnTo>
                  <a:lnTo>
                    <a:pt x="1275" y="284155"/>
                  </a:lnTo>
                  <a:lnTo>
                    <a:pt x="1292" y="287894"/>
                  </a:lnTo>
                  <a:lnTo>
                    <a:pt x="1309" y="291633"/>
                  </a:lnTo>
                  <a:lnTo>
                    <a:pt x="1326" y="295371"/>
                  </a:lnTo>
                  <a:lnTo>
                    <a:pt x="1342" y="299110"/>
                  </a:lnTo>
                  <a:lnTo>
                    <a:pt x="1359" y="302849"/>
                  </a:lnTo>
                  <a:lnTo>
                    <a:pt x="1376" y="306588"/>
                  </a:lnTo>
                  <a:lnTo>
                    <a:pt x="1393" y="310327"/>
                  </a:lnTo>
                  <a:lnTo>
                    <a:pt x="1409" y="314066"/>
                  </a:lnTo>
                  <a:lnTo>
                    <a:pt x="1426" y="317805"/>
                  </a:lnTo>
                  <a:lnTo>
                    <a:pt x="1443" y="321544"/>
                  </a:lnTo>
                  <a:lnTo>
                    <a:pt x="1460" y="325283"/>
                  </a:lnTo>
                  <a:lnTo>
                    <a:pt x="1477" y="329021"/>
                  </a:lnTo>
                  <a:lnTo>
                    <a:pt x="1493" y="332760"/>
                  </a:lnTo>
                  <a:lnTo>
                    <a:pt x="1510" y="336499"/>
                  </a:lnTo>
                  <a:lnTo>
                    <a:pt x="1527" y="340238"/>
                  </a:lnTo>
                  <a:lnTo>
                    <a:pt x="1544" y="343977"/>
                  </a:lnTo>
                  <a:lnTo>
                    <a:pt x="1561" y="347716"/>
                  </a:lnTo>
                  <a:lnTo>
                    <a:pt x="1577" y="351455"/>
                  </a:lnTo>
                  <a:lnTo>
                    <a:pt x="1594" y="355194"/>
                  </a:lnTo>
                  <a:lnTo>
                    <a:pt x="1611" y="358933"/>
                  </a:lnTo>
                  <a:lnTo>
                    <a:pt x="1628" y="362671"/>
                  </a:lnTo>
                  <a:lnTo>
                    <a:pt x="1644" y="366410"/>
                  </a:lnTo>
                  <a:lnTo>
                    <a:pt x="1661" y="370149"/>
                  </a:lnTo>
                </a:path>
              </a:pathLst>
            </a:custGeom>
            <a:ln w="35774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5" name="pl9465"/>
            <p:cNvSpPr/>
            <p:nvPr/>
          </p:nvSpPr>
          <p:spPr>
            <a:xfrm>
              <a:off x="9892974" y="8461030"/>
              <a:ext cx="373572" cy="143896"/>
            </a:xfrm>
            <a:custGeom>
              <a:avLst/>
              <a:pathLst>
                <a:path w="373572" h="143896">
                  <a:moveTo>
                    <a:pt x="0" y="0"/>
                  </a:moveTo>
                  <a:lnTo>
                    <a:pt x="3773" y="1453"/>
                  </a:lnTo>
                  <a:lnTo>
                    <a:pt x="7546" y="2906"/>
                  </a:lnTo>
                  <a:lnTo>
                    <a:pt x="11320" y="4360"/>
                  </a:lnTo>
                  <a:lnTo>
                    <a:pt x="15093" y="5813"/>
                  </a:lnTo>
                  <a:lnTo>
                    <a:pt x="18867" y="7267"/>
                  </a:lnTo>
                  <a:lnTo>
                    <a:pt x="22640" y="8720"/>
                  </a:lnTo>
                  <a:lnTo>
                    <a:pt x="26414" y="10174"/>
                  </a:lnTo>
                  <a:lnTo>
                    <a:pt x="30187" y="11627"/>
                  </a:lnTo>
                  <a:lnTo>
                    <a:pt x="33961" y="13081"/>
                  </a:lnTo>
                  <a:lnTo>
                    <a:pt x="37734" y="14534"/>
                  </a:lnTo>
                  <a:lnTo>
                    <a:pt x="41508" y="15988"/>
                  </a:lnTo>
                  <a:lnTo>
                    <a:pt x="45281" y="17441"/>
                  </a:lnTo>
                  <a:lnTo>
                    <a:pt x="49054" y="18895"/>
                  </a:lnTo>
                  <a:lnTo>
                    <a:pt x="52828" y="20348"/>
                  </a:lnTo>
                  <a:lnTo>
                    <a:pt x="56601" y="21802"/>
                  </a:lnTo>
                  <a:lnTo>
                    <a:pt x="60375" y="23255"/>
                  </a:lnTo>
                  <a:lnTo>
                    <a:pt x="64148" y="24709"/>
                  </a:lnTo>
                  <a:lnTo>
                    <a:pt x="67922" y="26162"/>
                  </a:lnTo>
                  <a:lnTo>
                    <a:pt x="71695" y="27616"/>
                  </a:lnTo>
                  <a:lnTo>
                    <a:pt x="75469" y="29069"/>
                  </a:lnTo>
                  <a:lnTo>
                    <a:pt x="79242" y="30523"/>
                  </a:lnTo>
                  <a:lnTo>
                    <a:pt x="83016" y="31976"/>
                  </a:lnTo>
                  <a:lnTo>
                    <a:pt x="86789" y="33430"/>
                  </a:lnTo>
                  <a:lnTo>
                    <a:pt x="90562" y="34883"/>
                  </a:lnTo>
                  <a:lnTo>
                    <a:pt x="94336" y="36337"/>
                  </a:lnTo>
                  <a:lnTo>
                    <a:pt x="98109" y="37790"/>
                  </a:lnTo>
                  <a:lnTo>
                    <a:pt x="101883" y="39244"/>
                  </a:lnTo>
                  <a:lnTo>
                    <a:pt x="105656" y="40697"/>
                  </a:lnTo>
                  <a:lnTo>
                    <a:pt x="109430" y="42151"/>
                  </a:lnTo>
                  <a:lnTo>
                    <a:pt x="113203" y="43604"/>
                  </a:lnTo>
                  <a:lnTo>
                    <a:pt x="116977" y="45058"/>
                  </a:lnTo>
                  <a:lnTo>
                    <a:pt x="120750" y="46511"/>
                  </a:lnTo>
                  <a:lnTo>
                    <a:pt x="124524" y="47965"/>
                  </a:lnTo>
                  <a:lnTo>
                    <a:pt x="128297" y="49418"/>
                  </a:lnTo>
                  <a:lnTo>
                    <a:pt x="132070" y="50872"/>
                  </a:lnTo>
                  <a:lnTo>
                    <a:pt x="135844" y="52325"/>
                  </a:lnTo>
                  <a:lnTo>
                    <a:pt x="139617" y="53779"/>
                  </a:lnTo>
                  <a:lnTo>
                    <a:pt x="143391" y="55232"/>
                  </a:lnTo>
                  <a:lnTo>
                    <a:pt x="147164" y="56686"/>
                  </a:lnTo>
                  <a:lnTo>
                    <a:pt x="150938" y="58139"/>
                  </a:lnTo>
                  <a:lnTo>
                    <a:pt x="154711" y="59593"/>
                  </a:lnTo>
                  <a:lnTo>
                    <a:pt x="158485" y="61046"/>
                  </a:lnTo>
                  <a:lnTo>
                    <a:pt x="162258" y="62500"/>
                  </a:lnTo>
                  <a:lnTo>
                    <a:pt x="166032" y="63953"/>
                  </a:lnTo>
                  <a:lnTo>
                    <a:pt x="169805" y="65407"/>
                  </a:lnTo>
                  <a:lnTo>
                    <a:pt x="173579" y="66860"/>
                  </a:lnTo>
                  <a:lnTo>
                    <a:pt x="177352" y="68314"/>
                  </a:lnTo>
                  <a:lnTo>
                    <a:pt x="181125" y="69767"/>
                  </a:lnTo>
                  <a:lnTo>
                    <a:pt x="184899" y="71221"/>
                  </a:lnTo>
                  <a:lnTo>
                    <a:pt x="188672" y="72674"/>
                  </a:lnTo>
                  <a:lnTo>
                    <a:pt x="192446" y="74128"/>
                  </a:lnTo>
                  <a:lnTo>
                    <a:pt x="196219" y="75581"/>
                  </a:lnTo>
                  <a:lnTo>
                    <a:pt x="199993" y="77035"/>
                  </a:lnTo>
                  <a:lnTo>
                    <a:pt x="203766" y="78488"/>
                  </a:lnTo>
                  <a:lnTo>
                    <a:pt x="207540" y="79942"/>
                  </a:lnTo>
                  <a:lnTo>
                    <a:pt x="211313" y="81395"/>
                  </a:lnTo>
                  <a:lnTo>
                    <a:pt x="215087" y="82849"/>
                  </a:lnTo>
                  <a:lnTo>
                    <a:pt x="218860" y="84302"/>
                  </a:lnTo>
                  <a:lnTo>
                    <a:pt x="222633" y="85756"/>
                  </a:lnTo>
                  <a:lnTo>
                    <a:pt x="226407" y="87209"/>
                  </a:lnTo>
                  <a:lnTo>
                    <a:pt x="230180" y="88663"/>
                  </a:lnTo>
                  <a:lnTo>
                    <a:pt x="233954" y="90116"/>
                  </a:lnTo>
                  <a:lnTo>
                    <a:pt x="237727" y="91570"/>
                  </a:lnTo>
                  <a:lnTo>
                    <a:pt x="241501" y="93023"/>
                  </a:lnTo>
                  <a:lnTo>
                    <a:pt x="245274" y="94477"/>
                  </a:lnTo>
                  <a:lnTo>
                    <a:pt x="249048" y="95930"/>
                  </a:lnTo>
                  <a:lnTo>
                    <a:pt x="252821" y="97384"/>
                  </a:lnTo>
                  <a:lnTo>
                    <a:pt x="256595" y="98837"/>
                  </a:lnTo>
                  <a:lnTo>
                    <a:pt x="260368" y="100291"/>
                  </a:lnTo>
                  <a:lnTo>
                    <a:pt x="264141" y="101744"/>
                  </a:lnTo>
                  <a:lnTo>
                    <a:pt x="267915" y="103198"/>
                  </a:lnTo>
                  <a:lnTo>
                    <a:pt x="271688" y="104651"/>
                  </a:lnTo>
                  <a:lnTo>
                    <a:pt x="275462" y="106105"/>
                  </a:lnTo>
                  <a:lnTo>
                    <a:pt x="279235" y="107558"/>
                  </a:lnTo>
                  <a:lnTo>
                    <a:pt x="283009" y="109012"/>
                  </a:lnTo>
                  <a:lnTo>
                    <a:pt x="286782" y="110465"/>
                  </a:lnTo>
                  <a:lnTo>
                    <a:pt x="290556" y="111919"/>
                  </a:lnTo>
                  <a:lnTo>
                    <a:pt x="294329" y="113372"/>
                  </a:lnTo>
                  <a:lnTo>
                    <a:pt x="298103" y="114826"/>
                  </a:lnTo>
                  <a:lnTo>
                    <a:pt x="301876" y="116279"/>
                  </a:lnTo>
                  <a:lnTo>
                    <a:pt x="305650" y="117733"/>
                  </a:lnTo>
                  <a:lnTo>
                    <a:pt x="309423" y="119186"/>
                  </a:lnTo>
                  <a:lnTo>
                    <a:pt x="313196" y="120640"/>
                  </a:lnTo>
                  <a:lnTo>
                    <a:pt x="316970" y="122093"/>
                  </a:lnTo>
                  <a:lnTo>
                    <a:pt x="320743" y="123547"/>
                  </a:lnTo>
                  <a:lnTo>
                    <a:pt x="324517" y="125000"/>
                  </a:lnTo>
                  <a:lnTo>
                    <a:pt x="328290" y="126454"/>
                  </a:lnTo>
                  <a:lnTo>
                    <a:pt x="332064" y="127907"/>
                  </a:lnTo>
                  <a:lnTo>
                    <a:pt x="335837" y="129361"/>
                  </a:lnTo>
                  <a:lnTo>
                    <a:pt x="339611" y="130814"/>
                  </a:lnTo>
                  <a:lnTo>
                    <a:pt x="343384" y="132268"/>
                  </a:lnTo>
                  <a:lnTo>
                    <a:pt x="347158" y="133721"/>
                  </a:lnTo>
                  <a:lnTo>
                    <a:pt x="350931" y="135175"/>
                  </a:lnTo>
                  <a:lnTo>
                    <a:pt x="354704" y="136628"/>
                  </a:lnTo>
                  <a:lnTo>
                    <a:pt x="358478" y="138082"/>
                  </a:lnTo>
                  <a:lnTo>
                    <a:pt x="362251" y="139535"/>
                  </a:lnTo>
                  <a:lnTo>
                    <a:pt x="366025" y="140989"/>
                  </a:lnTo>
                  <a:lnTo>
                    <a:pt x="369798" y="142442"/>
                  </a:lnTo>
                  <a:lnTo>
                    <a:pt x="373572" y="143896"/>
                  </a:lnTo>
                </a:path>
              </a:pathLst>
            </a:custGeom>
            <a:ln w="21681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6" name="pl9466"/>
            <p:cNvSpPr/>
            <p:nvPr/>
          </p:nvSpPr>
          <p:spPr>
            <a:xfrm>
              <a:off x="9140929" y="7131505"/>
              <a:ext cx="53092" cy="286800"/>
            </a:xfrm>
            <a:custGeom>
              <a:avLst/>
              <a:pathLst>
                <a:path w="53092" h="286800">
                  <a:moveTo>
                    <a:pt x="53092" y="286800"/>
                  </a:moveTo>
                  <a:lnTo>
                    <a:pt x="52556" y="283903"/>
                  </a:lnTo>
                  <a:lnTo>
                    <a:pt x="52019" y="281006"/>
                  </a:lnTo>
                  <a:lnTo>
                    <a:pt x="51483" y="278109"/>
                  </a:lnTo>
                  <a:lnTo>
                    <a:pt x="50947" y="275212"/>
                  </a:lnTo>
                  <a:lnTo>
                    <a:pt x="50410" y="272315"/>
                  </a:lnTo>
                  <a:lnTo>
                    <a:pt x="49874" y="269418"/>
                  </a:lnTo>
                  <a:lnTo>
                    <a:pt x="49338" y="266521"/>
                  </a:lnTo>
                  <a:lnTo>
                    <a:pt x="48802" y="263624"/>
                  </a:lnTo>
                  <a:lnTo>
                    <a:pt x="48265" y="260727"/>
                  </a:lnTo>
                  <a:lnTo>
                    <a:pt x="47729" y="257830"/>
                  </a:lnTo>
                  <a:lnTo>
                    <a:pt x="47193" y="254933"/>
                  </a:lnTo>
                  <a:lnTo>
                    <a:pt x="46656" y="252036"/>
                  </a:lnTo>
                  <a:lnTo>
                    <a:pt x="46120" y="249139"/>
                  </a:lnTo>
                  <a:lnTo>
                    <a:pt x="45584" y="246243"/>
                  </a:lnTo>
                  <a:lnTo>
                    <a:pt x="45048" y="243346"/>
                  </a:lnTo>
                  <a:lnTo>
                    <a:pt x="44511" y="240449"/>
                  </a:lnTo>
                  <a:lnTo>
                    <a:pt x="43975" y="237552"/>
                  </a:lnTo>
                  <a:lnTo>
                    <a:pt x="43439" y="234655"/>
                  </a:lnTo>
                  <a:lnTo>
                    <a:pt x="42902" y="231758"/>
                  </a:lnTo>
                  <a:lnTo>
                    <a:pt x="42366" y="228861"/>
                  </a:lnTo>
                  <a:lnTo>
                    <a:pt x="41830" y="225964"/>
                  </a:lnTo>
                  <a:lnTo>
                    <a:pt x="41294" y="223067"/>
                  </a:lnTo>
                  <a:lnTo>
                    <a:pt x="40757" y="220170"/>
                  </a:lnTo>
                  <a:lnTo>
                    <a:pt x="40221" y="217273"/>
                  </a:lnTo>
                  <a:lnTo>
                    <a:pt x="39685" y="214376"/>
                  </a:lnTo>
                  <a:lnTo>
                    <a:pt x="39148" y="211479"/>
                  </a:lnTo>
                  <a:lnTo>
                    <a:pt x="38612" y="208582"/>
                  </a:lnTo>
                  <a:lnTo>
                    <a:pt x="38076" y="205685"/>
                  </a:lnTo>
                  <a:lnTo>
                    <a:pt x="37540" y="202788"/>
                  </a:lnTo>
                  <a:lnTo>
                    <a:pt x="37003" y="199891"/>
                  </a:lnTo>
                  <a:lnTo>
                    <a:pt x="36467" y="196994"/>
                  </a:lnTo>
                  <a:lnTo>
                    <a:pt x="35931" y="194097"/>
                  </a:lnTo>
                  <a:lnTo>
                    <a:pt x="35394" y="191200"/>
                  </a:lnTo>
                  <a:lnTo>
                    <a:pt x="34858" y="188303"/>
                  </a:lnTo>
                  <a:lnTo>
                    <a:pt x="34322" y="185406"/>
                  </a:lnTo>
                  <a:lnTo>
                    <a:pt x="33786" y="182509"/>
                  </a:lnTo>
                  <a:lnTo>
                    <a:pt x="33249" y="179612"/>
                  </a:lnTo>
                  <a:lnTo>
                    <a:pt x="32713" y="176715"/>
                  </a:lnTo>
                  <a:lnTo>
                    <a:pt x="32177" y="173818"/>
                  </a:lnTo>
                  <a:lnTo>
                    <a:pt x="31640" y="170921"/>
                  </a:lnTo>
                  <a:lnTo>
                    <a:pt x="31104" y="168024"/>
                  </a:lnTo>
                  <a:lnTo>
                    <a:pt x="30568" y="165127"/>
                  </a:lnTo>
                  <a:lnTo>
                    <a:pt x="30032" y="162230"/>
                  </a:lnTo>
                  <a:lnTo>
                    <a:pt x="29495" y="159333"/>
                  </a:lnTo>
                  <a:lnTo>
                    <a:pt x="28959" y="156436"/>
                  </a:lnTo>
                  <a:lnTo>
                    <a:pt x="28423" y="153539"/>
                  </a:lnTo>
                  <a:lnTo>
                    <a:pt x="27886" y="150642"/>
                  </a:lnTo>
                  <a:lnTo>
                    <a:pt x="27350" y="147745"/>
                  </a:lnTo>
                  <a:lnTo>
                    <a:pt x="26814" y="144848"/>
                  </a:lnTo>
                  <a:lnTo>
                    <a:pt x="26278" y="141951"/>
                  </a:lnTo>
                  <a:lnTo>
                    <a:pt x="25741" y="139054"/>
                  </a:lnTo>
                  <a:lnTo>
                    <a:pt x="25205" y="136157"/>
                  </a:lnTo>
                  <a:lnTo>
                    <a:pt x="24669" y="133260"/>
                  </a:lnTo>
                  <a:lnTo>
                    <a:pt x="24132" y="130363"/>
                  </a:lnTo>
                  <a:lnTo>
                    <a:pt x="23596" y="127466"/>
                  </a:lnTo>
                  <a:lnTo>
                    <a:pt x="23060" y="124569"/>
                  </a:lnTo>
                  <a:lnTo>
                    <a:pt x="22524" y="121673"/>
                  </a:lnTo>
                  <a:lnTo>
                    <a:pt x="21987" y="118776"/>
                  </a:lnTo>
                  <a:lnTo>
                    <a:pt x="21451" y="115879"/>
                  </a:lnTo>
                  <a:lnTo>
                    <a:pt x="20915" y="112982"/>
                  </a:lnTo>
                  <a:lnTo>
                    <a:pt x="20378" y="110085"/>
                  </a:lnTo>
                  <a:lnTo>
                    <a:pt x="19842" y="107188"/>
                  </a:lnTo>
                  <a:lnTo>
                    <a:pt x="19306" y="104291"/>
                  </a:lnTo>
                  <a:lnTo>
                    <a:pt x="18770" y="101394"/>
                  </a:lnTo>
                  <a:lnTo>
                    <a:pt x="18233" y="98497"/>
                  </a:lnTo>
                  <a:lnTo>
                    <a:pt x="17697" y="95600"/>
                  </a:lnTo>
                  <a:lnTo>
                    <a:pt x="17161" y="92703"/>
                  </a:lnTo>
                  <a:lnTo>
                    <a:pt x="16624" y="89806"/>
                  </a:lnTo>
                  <a:lnTo>
                    <a:pt x="16088" y="86909"/>
                  </a:lnTo>
                  <a:lnTo>
                    <a:pt x="15552" y="84012"/>
                  </a:lnTo>
                  <a:lnTo>
                    <a:pt x="15016" y="81115"/>
                  </a:lnTo>
                  <a:lnTo>
                    <a:pt x="14479" y="78218"/>
                  </a:lnTo>
                  <a:lnTo>
                    <a:pt x="13943" y="75321"/>
                  </a:lnTo>
                  <a:lnTo>
                    <a:pt x="13407" y="72424"/>
                  </a:lnTo>
                  <a:lnTo>
                    <a:pt x="12870" y="69527"/>
                  </a:lnTo>
                  <a:lnTo>
                    <a:pt x="12334" y="66630"/>
                  </a:lnTo>
                  <a:lnTo>
                    <a:pt x="11798" y="63733"/>
                  </a:lnTo>
                  <a:lnTo>
                    <a:pt x="11262" y="60836"/>
                  </a:lnTo>
                  <a:lnTo>
                    <a:pt x="10725" y="57939"/>
                  </a:lnTo>
                  <a:lnTo>
                    <a:pt x="10189" y="55042"/>
                  </a:lnTo>
                  <a:lnTo>
                    <a:pt x="9653" y="52145"/>
                  </a:lnTo>
                  <a:lnTo>
                    <a:pt x="9116" y="49248"/>
                  </a:lnTo>
                  <a:lnTo>
                    <a:pt x="8580" y="46351"/>
                  </a:lnTo>
                  <a:lnTo>
                    <a:pt x="8044" y="43454"/>
                  </a:lnTo>
                  <a:lnTo>
                    <a:pt x="7508" y="40557"/>
                  </a:lnTo>
                  <a:lnTo>
                    <a:pt x="6971" y="37660"/>
                  </a:lnTo>
                  <a:lnTo>
                    <a:pt x="6435" y="34763"/>
                  </a:lnTo>
                  <a:lnTo>
                    <a:pt x="5899" y="31866"/>
                  </a:lnTo>
                  <a:lnTo>
                    <a:pt x="5362" y="28969"/>
                  </a:lnTo>
                  <a:lnTo>
                    <a:pt x="4826" y="26072"/>
                  </a:lnTo>
                  <a:lnTo>
                    <a:pt x="4290" y="23175"/>
                  </a:lnTo>
                  <a:lnTo>
                    <a:pt x="3754" y="20278"/>
                  </a:lnTo>
                  <a:lnTo>
                    <a:pt x="3217" y="17381"/>
                  </a:lnTo>
                  <a:lnTo>
                    <a:pt x="2681" y="14484"/>
                  </a:lnTo>
                  <a:lnTo>
                    <a:pt x="2145" y="11587"/>
                  </a:lnTo>
                  <a:lnTo>
                    <a:pt x="1608" y="8690"/>
                  </a:lnTo>
                  <a:lnTo>
                    <a:pt x="1072" y="5793"/>
                  </a:lnTo>
                  <a:lnTo>
                    <a:pt x="536" y="2896"/>
                  </a:lnTo>
                  <a:lnTo>
                    <a:pt x="0" y="0"/>
                  </a:lnTo>
                </a:path>
              </a:pathLst>
            </a:custGeom>
            <a:ln w="66264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7" name="pl9467"/>
            <p:cNvSpPr/>
            <p:nvPr/>
          </p:nvSpPr>
          <p:spPr>
            <a:xfrm>
              <a:off x="10491243" y="7861479"/>
              <a:ext cx="45327" cy="314574"/>
            </a:xfrm>
            <a:custGeom>
              <a:avLst/>
              <a:pathLst>
                <a:path w="45327" h="314574">
                  <a:moveTo>
                    <a:pt x="0" y="0"/>
                  </a:moveTo>
                  <a:lnTo>
                    <a:pt x="457" y="3177"/>
                  </a:lnTo>
                  <a:lnTo>
                    <a:pt x="915" y="6355"/>
                  </a:lnTo>
                  <a:lnTo>
                    <a:pt x="1373" y="9532"/>
                  </a:lnTo>
                  <a:lnTo>
                    <a:pt x="1831" y="12710"/>
                  </a:lnTo>
                  <a:lnTo>
                    <a:pt x="2289" y="15887"/>
                  </a:lnTo>
                  <a:lnTo>
                    <a:pt x="2747" y="19065"/>
                  </a:lnTo>
                  <a:lnTo>
                    <a:pt x="3204" y="22242"/>
                  </a:lnTo>
                  <a:lnTo>
                    <a:pt x="3662" y="25420"/>
                  </a:lnTo>
                  <a:lnTo>
                    <a:pt x="4120" y="28597"/>
                  </a:lnTo>
                  <a:lnTo>
                    <a:pt x="4578" y="31775"/>
                  </a:lnTo>
                  <a:lnTo>
                    <a:pt x="5036" y="34952"/>
                  </a:lnTo>
                  <a:lnTo>
                    <a:pt x="5494" y="38130"/>
                  </a:lnTo>
                  <a:lnTo>
                    <a:pt x="5952" y="41307"/>
                  </a:lnTo>
                  <a:lnTo>
                    <a:pt x="6409" y="44485"/>
                  </a:lnTo>
                  <a:lnTo>
                    <a:pt x="6867" y="47662"/>
                  </a:lnTo>
                  <a:lnTo>
                    <a:pt x="7325" y="50840"/>
                  </a:lnTo>
                  <a:lnTo>
                    <a:pt x="7783" y="54017"/>
                  </a:lnTo>
                  <a:lnTo>
                    <a:pt x="8241" y="57195"/>
                  </a:lnTo>
                  <a:lnTo>
                    <a:pt x="8699" y="60372"/>
                  </a:lnTo>
                  <a:lnTo>
                    <a:pt x="9157" y="63550"/>
                  </a:lnTo>
                  <a:lnTo>
                    <a:pt x="9614" y="66727"/>
                  </a:lnTo>
                  <a:lnTo>
                    <a:pt x="10072" y="69905"/>
                  </a:lnTo>
                  <a:lnTo>
                    <a:pt x="10530" y="73082"/>
                  </a:lnTo>
                  <a:lnTo>
                    <a:pt x="10988" y="76260"/>
                  </a:lnTo>
                  <a:lnTo>
                    <a:pt x="11446" y="79437"/>
                  </a:lnTo>
                  <a:lnTo>
                    <a:pt x="11904" y="82615"/>
                  </a:lnTo>
                  <a:lnTo>
                    <a:pt x="12362" y="85792"/>
                  </a:lnTo>
                  <a:lnTo>
                    <a:pt x="12819" y="88970"/>
                  </a:lnTo>
                  <a:lnTo>
                    <a:pt x="13277" y="92147"/>
                  </a:lnTo>
                  <a:lnTo>
                    <a:pt x="13735" y="95325"/>
                  </a:lnTo>
                  <a:lnTo>
                    <a:pt x="14193" y="98502"/>
                  </a:lnTo>
                  <a:lnTo>
                    <a:pt x="14651" y="101680"/>
                  </a:lnTo>
                  <a:lnTo>
                    <a:pt x="15109" y="104858"/>
                  </a:lnTo>
                  <a:lnTo>
                    <a:pt x="15566" y="108035"/>
                  </a:lnTo>
                  <a:lnTo>
                    <a:pt x="16024" y="111213"/>
                  </a:lnTo>
                  <a:lnTo>
                    <a:pt x="16482" y="114390"/>
                  </a:lnTo>
                  <a:lnTo>
                    <a:pt x="16940" y="117568"/>
                  </a:lnTo>
                  <a:lnTo>
                    <a:pt x="17398" y="120745"/>
                  </a:lnTo>
                  <a:lnTo>
                    <a:pt x="17856" y="123923"/>
                  </a:lnTo>
                  <a:lnTo>
                    <a:pt x="18314" y="127100"/>
                  </a:lnTo>
                  <a:lnTo>
                    <a:pt x="18771" y="130278"/>
                  </a:lnTo>
                  <a:lnTo>
                    <a:pt x="19229" y="133455"/>
                  </a:lnTo>
                  <a:lnTo>
                    <a:pt x="19687" y="136633"/>
                  </a:lnTo>
                  <a:lnTo>
                    <a:pt x="20145" y="139810"/>
                  </a:lnTo>
                  <a:lnTo>
                    <a:pt x="20603" y="142988"/>
                  </a:lnTo>
                  <a:lnTo>
                    <a:pt x="21061" y="146165"/>
                  </a:lnTo>
                  <a:lnTo>
                    <a:pt x="21519" y="149343"/>
                  </a:lnTo>
                  <a:lnTo>
                    <a:pt x="21976" y="152520"/>
                  </a:lnTo>
                  <a:lnTo>
                    <a:pt x="22434" y="155698"/>
                  </a:lnTo>
                  <a:lnTo>
                    <a:pt x="22892" y="158875"/>
                  </a:lnTo>
                  <a:lnTo>
                    <a:pt x="23350" y="162053"/>
                  </a:lnTo>
                  <a:lnTo>
                    <a:pt x="23808" y="165230"/>
                  </a:lnTo>
                  <a:lnTo>
                    <a:pt x="24266" y="168408"/>
                  </a:lnTo>
                  <a:lnTo>
                    <a:pt x="24724" y="171585"/>
                  </a:lnTo>
                  <a:lnTo>
                    <a:pt x="25181" y="174763"/>
                  </a:lnTo>
                  <a:lnTo>
                    <a:pt x="25639" y="177940"/>
                  </a:lnTo>
                  <a:lnTo>
                    <a:pt x="26097" y="181118"/>
                  </a:lnTo>
                  <a:lnTo>
                    <a:pt x="26555" y="184295"/>
                  </a:lnTo>
                  <a:lnTo>
                    <a:pt x="27013" y="187473"/>
                  </a:lnTo>
                  <a:lnTo>
                    <a:pt x="27471" y="190650"/>
                  </a:lnTo>
                  <a:lnTo>
                    <a:pt x="27929" y="193828"/>
                  </a:lnTo>
                  <a:lnTo>
                    <a:pt x="28386" y="197005"/>
                  </a:lnTo>
                  <a:lnTo>
                    <a:pt x="28844" y="200183"/>
                  </a:lnTo>
                  <a:lnTo>
                    <a:pt x="29302" y="203360"/>
                  </a:lnTo>
                  <a:lnTo>
                    <a:pt x="29760" y="206538"/>
                  </a:lnTo>
                  <a:lnTo>
                    <a:pt x="30218" y="209716"/>
                  </a:lnTo>
                  <a:lnTo>
                    <a:pt x="30676" y="212893"/>
                  </a:lnTo>
                  <a:lnTo>
                    <a:pt x="31133" y="216071"/>
                  </a:lnTo>
                  <a:lnTo>
                    <a:pt x="31591" y="219248"/>
                  </a:lnTo>
                  <a:lnTo>
                    <a:pt x="32049" y="222426"/>
                  </a:lnTo>
                  <a:lnTo>
                    <a:pt x="32507" y="225603"/>
                  </a:lnTo>
                  <a:lnTo>
                    <a:pt x="32965" y="228781"/>
                  </a:lnTo>
                  <a:lnTo>
                    <a:pt x="33423" y="231958"/>
                  </a:lnTo>
                  <a:lnTo>
                    <a:pt x="33881" y="235136"/>
                  </a:lnTo>
                  <a:lnTo>
                    <a:pt x="34338" y="238313"/>
                  </a:lnTo>
                  <a:lnTo>
                    <a:pt x="34796" y="241491"/>
                  </a:lnTo>
                  <a:lnTo>
                    <a:pt x="35254" y="244668"/>
                  </a:lnTo>
                  <a:lnTo>
                    <a:pt x="35712" y="247846"/>
                  </a:lnTo>
                  <a:lnTo>
                    <a:pt x="36170" y="251023"/>
                  </a:lnTo>
                  <a:lnTo>
                    <a:pt x="36628" y="254201"/>
                  </a:lnTo>
                  <a:lnTo>
                    <a:pt x="37086" y="257378"/>
                  </a:lnTo>
                  <a:lnTo>
                    <a:pt x="37543" y="260556"/>
                  </a:lnTo>
                  <a:lnTo>
                    <a:pt x="38001" y="263733"/>
                  </a:lnTo>
                  <a:lnTo>
                    <a:pt x="38459" y="266911"/>
                  </a:lnTo>
                  <a:lnTo>
                    <a:pt x="38917" y="270088"/>
                  </a:lnTo>
                  <a:lnTo>
                    <a:pt x="39375" y="273266"/>
                  </a:lnTo>
                  <a:lnTo>
                    <a:pt x="39833" y="276443"/>
                  </a:lnTo>
                  <a:lnTo>
                    <a:pt x="40291" y="279621"/>
                  </a:lnTo>
                  <a:lnTo>
                    <a:pt x="40748" y="282798"/>
                  </a:lnTo>
                  <a:lnTo>
                    <a:pt x="41206" y="285976"/>
                  </a:lnTo>
                  <a:lnTo>
                    <a:pt x="41664" y="289153"/>
                  </a:lnTo>
                  <a:lnTo>
                    <a:pt x="42122" y="292331"/>
                  </a:lnTo>
                  <a:lnTo>
                    <a:pt x="42580" y="295508"/>
                  </a:lnTo>
                  <a:lnTo>
                    <a:pt x="43038" y="298686"/>
                  </a:lnTo>
                  <a:lnTo>
                    <a:pt x="43496" y="301863"/>
                  </a:lnTo>
                  <a:lnTo>
                    <a:pt x="43953" y="305041"/>
                  </a:lnTo>
                  <a:lnTo>
                    <a:pt x="44411" y="308218"/>
                  </a:lnTo>
                  <a:lnTo>
                    <a:pt x="44869" y="311396"/>
                  </a:lnTo>
                  <a:lnTo>
                    <a:pt x="45327" y="314574"/>
                  </a:lnTo>
                </a:path>
              </a:pathLst>
            </a:custGeom>
            <a:ln w="67753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8" name="pt9468"/>
            <p:cNvSpPr/>
            <p:nvPr/>
          </p:nvSpPr>
          <p:spPr>
            <a:xfrm>
              <a:off x="10219883" y="6586136"/>
              <a:ext cx="171607" cy="17160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9" name="pt9469"/>
            <p:cNvSpPr/>
            <p:nvPr/>
          </p:nvSpPr>
          <p:spPr>
            <a:xfrm>
              <a:off x="9935299" y="6827861"/>
              <a:ext cx="93395" cy="9339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0" name="pt9470"/>
            <p:cNvSpPr/>
            <p:nvPr/>
          </p:nvSpPr>
          <p:spPr>
            <a:xfrm>
              <a:off x="10077008" y="6174900"/>
              <a:ext cx="66270" cy="66270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1" name="pt9471"/>
            <p:cNvSpPr/>
            <p:nvPr/>
          </p:nvSpPr>
          <p:spPr>
            <a:xfrm>
              <a:off x="10792719" y="6527554"/>
              <a:ext cx="63147" cy="6314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2" name="pt9472"/>
            <p:cNvSpPr/>
            <p:nvPr/>
          </p:nvSpPr>
          <p:spPr>
            <a:xfrm>
              <a:off x="10709114" y="7031951"/>
              <a:ext cx="56009" cy="56009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3" name="pt9473"/>
            <p:cNvSpPr/>
            <p:nvPr/>
          </p:nvSpPr>
          <p:spPr>
            <a:xfrm>
              <a:off x="9689004" y="6437604"/>
              <a:ext cx="53895" cy="5389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4" name="pt9474"/>
            <p:cNvSpPr/>
            <p:nvPr/>
          </p:nvSpPr>
          <p:spPr>
            <a:xfrm>
              <a:off x="10547932" y="6181973"/>
              <a:ext cx="52211" cy="5221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5" name="pt9475"/>
            <p:cNvSpPr/>
            <p:nvPr/>
          </p:nvSpPr>
          <p:spPr>
            <a:xfrm>
              <a:off x="11162510" y="7853553"/>
              <a:ext cx="48822" cy="48822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6" name="pt9476"/>
            <p:cNvSpPr/>
            <p:nvPr/>
          </p:nvSpPr>
          <p:spPr>
            <a:xfrm>
              <a:off x="10201414" y="7360340"/>
              <a:ext cx="46378" cy="46378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7" name="pt9477"/>
            <p:cNvSpPr/>
            <p:nvPr/>
          </p:nvSpPr>
          <p:spPr>
            <a:xfrm>
              <a:off x="9452875" y="8177382"/>
              <a:ext cx="45949" cy="45949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8" name="pt9478"/>
            <p:cNvSpPr/>
            <p:nvPr/>
          </p:nvSpPr>
          <p:spPr>
            <a:xfrm>
              <a:off x="9235852" y="7923832"/>
              <a:ext cx="45331" cy="4533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9" name="pt9479"/>
            <p:cNvSpPr/>
            <p:nvPr/>
          </p:nvSpPr>
          <p:spPr>
            <a:xfrm>
              <a:off x="11286475" y="6941123"/>
              <a:ext cx="43397" cy="4339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0" name="pt9480"/>
            <p:cNvSpPr/>
            <p:nvPr/>
          </p:nvSpPr>
          <p:spPr>
            <a:xfrm>
              <a:off x="11031674" y="8194010"/>
              <a:ext cx="42356" cy="4235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1" name="pt9481"/>
            <p:cNvSpPr/>
            <p:nvPr/>
          </p:nvSpPr>
          <p:spPr>
            <a:xfrm>
              <a:off x="9872161" y="8440217"/>
              <a:ext cx="41626" cy="4162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2" name="pt9482"/>
            <p:cNvSpPr/>
            <p:nvPr/>
          </p:nvSpPr>
          <p:spPr>
            <a:xfrm>
              <a:off x="11289572" y="7312708"/>
              <a:ext cx="40527" cy="4052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3" name="pt9483"/>
            <p:cNvSpPr/>
            <p:nvPr/>
          </p:nvSpPr>
          <p:spPr>
            <a:xfrm>
              <a:off x="10246554" y="8584934"/>
              <a:ext cx="39984" cy="39984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4" name="pt9484"/>
            <p:cNvSpPr/>
            <p:nvPr/>
          </p:nvSpPr>
          <p:spPr>
            <a:xfrm>
              <a:off x="9174206" y="7398491"/>
              <a:ext cx="39630" cy="39630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5" name="pt9485"/>
            <p:cNvSpPr/>
            <p:nvPr/>
          </p:nvSpPr>
          <p:spPr>
            <a:xfrm>
              <a:off x="9306077" y="6579580"/>
              <a:ext cx="38764" cy="38764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6" name="pt9486"/>
            <p:cNvSpPr/>
            <p:nvPr/>
          </p:nvSpPr>
          <p:spPr>
            <a:xfrm>
              <a:off x="10472539" y="7842776"/>
              <a:ext cx="37406" cy="3740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7" name="pt9487"/>
            <p:cNvSpPr/>
            <p:nvPr/>
          </p:nvSpPr>
          <p:spPr>
            <a:xfrm>
              <a:off x="9122391" y="7112968"/>
              <a:ext cx="37075" cy="3707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8" name="pt9488"/>
            <p:cNvSpPr/>
            <p:nvPr/>
          </p:nvSpPr>
          <p:spPr>
            <a:xfrm>
              <a:off x="9855703" y="7601272"/>
              <a:ext cx="36226" cy="3622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9" name="pt9489"/>
            <p:cNvSpPr/>
            <p:nvPr/>
          </p:nvSpPr>
          <p:spPr>
            <a:xfrm>
              <a:off x="10518519" y="8158003"/>
              <a:ext cx="36101" cy="3610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0" name="tx9490"/>
            <p:cNvSpPr/>
            <p:nvPr/>
          </p:nvSpPr>
          <p:spPr>
            <a:xfrm>
              <a:off x="10195411" y="6647068"/>
              <a:ext cx="22055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Pantoea</a:t>
              </a:r>
            </a:p>
          </p:txBody>
        </p:sp>
        <p:sp>
          <p:nvSpPr>
            <p:cNvPr id="9491" name="tx9491"/>
            <p:cNvSpPr/>
            <p:nvPr/>
          </p:nvSpPr>
          <p:spPr>
            <a:xfrm>
              <a:off x="9815759" y="6849687"/>
              <a:ext cx="33247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Burkholderia</a:t>
              </a:r>
            </a:p>
          </p:txBody>
        </p:sp>
        <p:sp>
          <p:nvSpPr>
            <p:cNvPr id="9492" name="tx9492"/>
            <p:cNvSpPr/>
            <p:nvPr/>
          </p:nvSpPr>
          <p:spPr>
            <a:xfrm>
              <a:off x="9912633" y="6183164"/>
              <a:ext cx="3950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Sphingomonas</a:t>
              </a:r>
            </a:p>
          </p:txBody>
        </p:sp>
        <p:sp>
          <p:nvSpPr>
            <p:cNvPr id="9493" name="tx9493"/>
            <p:cNvSpPr/>
            <p:nvPr/>
          </p:nvSpPr>
          <p:spPr>
            <a:xfrm>
              <a:off x="10621845" y="6534256"/>
              <a:ext cx="404896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Curtobacterium</a:t>
              </a:r>
            </a:p>
          </p:txBody>
        </p:sp>
        <p:sp>
          <p:nvSpPr>
            <p:cNvPr id="9494" name="tx9494"/>
            <p:cNvSpPr/>
            <p:nvPr/>
          </p:nvSpPr>
          <p:spPr>
            <a:xfrm>
              <a:off x="10547838" y="7035085"/>
              <a:ext cx="37856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Pseudomonas</a:t>
              </a:r>
            </a:p>
          </p:txBody>
        </p:sp>
        <p:sp>
          <p:nvSpPr>
            <p:cNvPr id="9495" name="tx9495"/>
            <p:cNvSpPr/>
            <p:nvPr/>
          </p:nvSpPr>
          <p:spPr>
            <a:xfrm>
              <a:off x="9465772" y="6439680"/>
              <a:ext cx="500359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Stenotrophomonas</a:t>
              </a:r>
            </a:p>
          </p:txBody>
        </p:sp>
        <p:sp>
          <p:nvSpPr>
            <p:cNvPr id="9496" name="tx9496"/>
            <p:cNvSpPr/>
            <p:nvPr/>
          </p:nvSpPr>
          <p:spPr>
            <a:xfrm>
              <a:off x="10399570" y="6183206"/>
              <a:ext cx="34893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Paenibacillus</a:t>
              </a:r>
            </a:p>
          </p:txBody>
        </p:sp>
        <p:sp>
          <p:nvSpPr>
            <p:cNvPr id="9497" name="tx9497"/>
            <p:cNvSpPr/>
            <p:nvPr/>
          </p:nvSpPr>
          <p:spPr>
            <a:xfrm>
              <a:off x="10995994" y="7853093"/>
              <a:ext cx="38185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Siphonobacter</a:t>
              </a:r>
            </a:p>
          </p:txBody>
        </p:sp>
        <p:sp>
          <p:nvSpPr>
            <p:cNvPr id="9498" name="tx9498"/>
            <p:cNvSpPr/>
            <p:nvPr/>
          </p:nvSpPr>
          <p:spPr>
            <a:xfrm>
              <a:off x="10122556" y="7358658"/>
              <a:ext cx="20409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Bacillus</a:t>
              </a:r>
            </a:p>
          </p:txBody>
        </p:sp>
        <p:sp>
          <p:nvSpPr>
            <p:cNvPr id="9499" name="tx9499"/>
            <p:cNvSpPr/>
            <p:nvPr/>
          </p:nvSpPr>
          <p:spPr>
            <a:xfrm>
              <a:off x="9278340" y="8175485"/>
              <a:ext cx="3950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Methylorubrum</a:t>
              </a:r>
            </a:p>
          </p:txBody>
        </p:sp>
        <p:sp>
          <p:nvSpPr>
            <p:cNvPr id="9500" name="tx9500"/>
            <p:cNvSpPr/>
            <p:nvPr/>
          </p:nvSpPr>
          <p:spPr>
            <a:xfrm>
              <a:off x="9024797" y="7921625"/>
              <a:ext cx="46744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Methylobacterium</a:t>
              </a:r>
            </a:p>
          </p:txBody>
        </p:sp>
        <p:sp>
          <p:nvSpPr>
            <p:cNvPr id="9501" name="tx9501"/>
            <p:cNvSpPr/>
            <p:nvPr/>
          </p:nvSpPr>
          <p:spPr>
            <a:xfrm>
              <a:off x="11105726" y="6937950"/>
              <a:ext cx="404896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Microbacterium</a:t>
              </a:r>
            </a:p>
          </p:txBody>
        </p:sp>
        <p:sp>
          <p:nvSpPr>
            <p:cNvPr id="9502" name="tx9502"/>
            <p:cNvSpPr/>
            <p:nvPr/>
          </p:nvSpPr>
          <p:spPr>
            <a:xfrm>
              <a:off x="10871801" y="8190316"/>
              <a:ext cx="362102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Acinetobacter</a:t>
              </a:r>
            </a:p>
          </p:txBody>
        </p:sp>
        <p:sp>
          <p:nvSpPr>
            <p:cNvPr id="9503" name="tx9503"/>
            <p:cNvSpPr/>
            <p:nvPr/>
          </p:nvSpPr>
          <p:spPr>
            <a:xfrm>
              <a:off x="9754717" y="8436159"/>
              <a:ext cx="27651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Kosakonia</a:t>
              </a:r>
            </a:p>
          </p:txBody>
        </p:sp>
        <p:sp>
          <p:nvSpPr>
            <p:cNvPr id="9504" name="tx9504"/>
            <p:cNvSpPr/>
            <p:nvPr/>
          </p:nvSpPr>
          <p:spPr>
            <a:xfrm>
              <a:off x="11161703" y="7308100"/>
              <a:ext cx="29626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Sinomonas</a:t>
              </a:r>
            </a:p>
          </p:txBody>
        </p:sp>
        <p:sp>
          <p:nvSpPr>
            <p:cNvPr id="9505" name="tx9505"/>
            <p:cNvSpPr/>
            <p:nvPr/>
          </p:nvSpPr>
          <p:spPr>
            <a:xfrm>
              <a:off x="10073974" y="8580055"/>
              <a:ext cx="38514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Agrobacterium</a:t>
              </a:r>
            </a:p>
          </p:txBody>
        </p:sp>
        <p:sp>
          <p:nvSpPr>
            <p:cNvPr id="9506" name="tx9506"/>
            <p:cNvSpPr/>
            <p:nvPr/>
          </p:nvSpPr>
          <p:spPr>
            <a:xfrm>
              <a:off x="8915861" y="7393434"/>
              <a:ext cx="5563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Pseudoxanthomonas</a:t>
              </a:r>
            </a:p>
          </p:txBody>
        </p:sp>
        <p:sp>
          <p:nvSpPr>
            <p:cNvPr id="9507" name="tx9507"/>
            <p:cNvSpPr/>
            <p:nvPr/>
          </p:nvSpPr>
          <p:spPr>
            <a:xfrm>
              <a:off x="9180618" y="6574091"/>
              <a:ext cx="28968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Pandoraea</a:t>
              </a:r>
            </a:p>
          </p:txBody>
        </p:sp>
        <p:sp>
          <p:nvSpPr>
            <p:cNvPr id="9508" name="tx9508"/>
            <p:cNvSpPr/>
            <p:nvPr/>
          </p:nvSpPr>
          <p:spPr>
            <a:xfrm>
              <a:off x="10308545" y="7836608"/>
              <a:ext cx="36539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Cutibacterium</a:t>
              </a:r>
            </a:p>
          </p:txBody>
        </p:sp>
        <p:sp>
          <p:nvSpPr>
            <p:cNvPr id="9509" name="tx9509"/>
            <p:cNvSpPr/>
            <p:nvPr/>
          </p:nvSpPr>
          <p:spPr>
            <a:xfrm>
              <a:off x="8994442" y="7106634"/>
              <a:ext cx="29297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Acidovorax</a:t>
              </a:r>
            </a:p>
          </p:txBody>
        </p:sp>
        <p:sp>
          <p:nvSpPr>
            <p:cNvPr id="9510" name="tx9510"/>
            <p:cNvSpPr/>
            <p:nvPr/>
          </p:nvSpPr>
          <p:spPr>
            <a:xfrm>
              <a:off x="9700995" y="7594514"/>
              <a:ext cx="34564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Sphingobium</a:t>
              </a:r>
            </a:p>
          </p:txBody>
        </p:sp>
        <p:sp>
          <p:nvSpPr>
            <p:cNvPr id="9511" name="tx9511"/>
            <p:cNvSpPr/>
            <p:nvPr/>
          </p:nvSpPr>
          <p:spPr>
            <a:xfrm>
              <a:off x="10329184" y="8151182"/>
              <a:ext cx="41477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Staphylococcus</a:t>
              </a:r>
            </a:p>
          </p:txBody>
        </p:sp>
        <p:sp>
          <p:nvSpPr>
            <p:cNvPr id="9512" name="tx9512"/>
            <p:cNvSpPr/>
            <p:nvPr/>
          </p:nvSpPr>
          <p:spPr>
            <a:xfrm>
              <a:off x="11952384" y="5865202"/>
              <a:ext cx="331104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weight</a:t>
              </a:r>
            </a:p>
          </p:txBody>
        </p:sp>
        <p:sp>
          <p:nvSpPr>
            <p:cNvPr id="9513" name="pl9513"/>
            <p:cNvSpPr/>
            <p:nvPr/>
          </p:nvSpPr>
          <p:spPr>
            <a:xfrm>
              <a:off x="11974329" y="61540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3816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4" name="pl9514"/>
            <p:cNvSpPr/>
            <p:nvPr/>
          </p:nvSpPr>
          <p:spPr>
            <a:xfrm>
              <a:off x="11974329" y="63734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674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5" name="pl9515"/>
            <p:cNvSpPr/>
            <p:nvPr/>
          </p:nvSpPr>
          <p:spPr>
            <a:xfrm>
              <a:off x="11974329" y="65929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7532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6" name="pl9516"/>
            <p:cNvSpPr/>
            <p:nvPr/>
          </p:nvSpPr>
          <p:spPr>
            <a:xfrm>
              <a:off x="11974329" y="68124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59390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7" name="tx9517"/>
            <p:cNvSpPr/>
            <p:nvPr/>
          </p:nvSpPr>
          <p:spPr>
            <a:xfrm>
              <a:off x="12241429" y="6115588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0.2</a:t>
              </a:r>
            </a:p>
          </p:txBody>
        </p:sp>
        <p:sp>
          <p:nvSpPr>
            <p:cNvPr id="9518" name="tx9518"/>
            <p:cNvSpPr/>
            <p:nvPr/>
          </p:nvSpPr>
          <p:spPr>
            <a:xfrm>
              <a:off x="12241429" y="6335044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0.4</a:t>
              </a:r>
            </a:p>
          </p:txBody>
        </p:sp>
        <p:sp>
          <p:nvSpPr>
            <p:cNvPr id="9519" name="tx9519"/>
            <p:cNvSpPr/>
            <p:nvPr/>
          </p:nvSpPr>
          <p:spPr>
            <a:xfrm>
              <a:off x="12241429" y="6554500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0.6</a:t>
              </a:r>
            </a:p>
          </p:txBody>
        </p:sp>
        <p:sp>
          <p:nvSpPr>
            <p:cNvPr id="9520" name="tx9520"/>
            <p:cNvSpPr/>
            <p:nvPr/>
          </p:nvSpPr>
          <p:spPr>
            <a:xfrm>
              <a:off x="12241429" y="6773956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0.8</a:t>
              </a:r>
            </a:p>
          </p:txBody>
        </p:sp>
        <p:sp>
          <p:nvSpPr>
            <p:cNvPr id="9521" name="tx9521"/>
            <p:cNvSpPr/>
            <p:nvPr/>
          </p:nvSpPr>
          <p:spPr>
            <a:xfrm>
              <a:off x="11952384" y="7213907"/>
              <a:ext cx="579912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Abundance</a:t>
              </a:r>
            </a:p>
          </p:txBody>
        </p:sp>
        <p:sp>
          <p:nvSpPr>
            <p:cNvPr id="9522" name="pt9522"/>
            <p:cNvSpPr/>
            <p:nvPr/>
          </p:nvSpPr>
          <p:spPr>
            <a:xfrm>
              <a:off x="12008243" y="7448875"/>
              <a:ext cx="107737" cy="10773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3" name="pt9523"/>
            <p:cNvSpPr/>
            <p:nvPr/>
          </p:nvSpPr>
          <p:spPr>
            <a:xfrm>
              <a:off x="11993400" y="7653487"/>
              <a:ext cx="137424" cy="13742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4" name="pt9524"/>
            <p:cNvSpPr/>
            <p:nvPr/>
          </p:nvSpPr>
          <p:spPr>
            <a:xfrm>
              <a:off x="11982011" y="7861554"/>
              <a:ext cx="160202" cy="160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5" name="tx9525"/>
            <p:cNvSpPr/>
            <p:nvPr/>
          </p:nvSpPr>
          <p:spPr>
            <a:xfrm>
              <a:off x="12241429" y="7464293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20</a:t>
              </a:r>
            </a:p>
          </p:txBody>
        </p:sp>
        <p:sp>
          <p:nvSpPr>
            <p:cNvPr id="9526" name="tx9526"/>
            <p:cNvSpPr/>
            <p:nvPr/>
          </p:nvSpPr>
          <p:spPr>
            <a:xfrm>
              <a:off x="12241429" y="7683749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40</a:t>
              </a:r>
            </a:p>
          </p:txBody>
        </p:sp>
        <p:sp>
          <p:nvSpPr>
            <p:cNvPr id="9527" name="tx9527"/>
            <p:cNvSpPr/>
            <p:nvPr/>
          </p:nvSpPr>
          <p:spPr>
            <a:xfrm>
              <a:off x="12241429" y="7903205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60</a:t>
              </a:r>
            </a:p>
          </p:txBody>
        </p:sp>
        <p:sp>
          <p:nvSpPr>
            <p:cNvPr id="9528" name="tx9528"/>
            <p:cNvSpPr/>
            <p:nvPr/>
          </p:nvSpPr>
          <p:spPr>
            <a:xfrm>
              <a:off x="11952384" y="8343156"/>
              <a:ext cx="242041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label</a:t>
              </a:r>
            </a:p>
          </p:txBody>
        </p:sp>
        <p:sp>
          <p:nvSpPr>
            <p:cNvPr id="9529" name="pl9529"/>
            <p:cNvSpPr/>
            <p:nvPr/>
          </p:nvSpPr>
          <p:spPr>
            <a:xfrm>
              <a:off x="11974329" y="86319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0" name="pl9530"/>
            <p:cNvSpPr/>
            <p:nvPr/>
          </p:nvSpPr>
          <p:spPr>
            <a:xfrm>
              <a:off x="11974329" y="885144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1" name="tx9531"/>
            <p:cNvSpPr/>
            <p:nvPr/>
          </p:nvSpPr>
          <p:spPr>
            <a:xfrm>
              <a:off x="12241429" y="8593542"/>
              <a:ext cx="30540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-</a:t>
              </a:r>
            </a:p>
          </p:txBody>
        </p:sp>
        <p:sp>
          <p:nvSpPr>
            <p:cNvPr id="9532" name="tx9532"/>
            <p:cNvSpPr/>
            <p:nvPr/>
          </p:nvSpPr>
          <p:spPr>
            <a:xfrm>
              <a:off x="12241429" y="8812998"/>
              <a:ext cx="53492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+</a:t>
              </a:r>
            </a:p>
          </p:txBody>
        </p:sp>
        <p:sp>
          <p:nvSpPr>
            <p:cNvPr id="9533" name="tx9533"/>
            <p:cNvSpPr/>
            <p:nvPr/>
          </p:nvSpPr>
          <p:spPr>
            <a:xfrm>
              <a:off x="8387830" y="5413866"/>
              <a:ext cx="12051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2026-10-14T10:36:47Z</dcterms:modified>
</cp:coreProperties>
</file>