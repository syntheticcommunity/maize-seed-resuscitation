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691481" y="1038225"/>
            <a:ext cx="7315200" cy="5486400"/>
            <a:chOff x="1691481" y="1038225"/>
            <a:chExt cx="7315200" cy="5486400"/>
          </a:xfrm>
        </p:grpSpPr>
        <p:sp>
          <p:nvSpPr>
            <p:cNvPr id="3" name="rc3"/>
            <p:cNvSpPr/>
            <p:nvPr/>
          </p:nvSpPr>
          <p:spPr>
            <a:xfrm>
              <a:off x="1691481" y="1038225"/>
              <a:ext cx="73152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691481" y="1038225"/>
              <a:ext cx="7315199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531815" y="1579904"/>
              <a:ext cx="1680496" cy="45808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5531815" y="608687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531815" y="5963729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5531815" y="5840588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5531815" y="5717446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31815" y="5594305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31815" y="5471164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31815" y="5348023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31815" y="5224882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531815" y="5101741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531815" y="497860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531815" y="4855458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531815" y="4732317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5531815" y="4609176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531815" y="4486035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531815" y="4362894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531815" y="4239753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531815" y="4116612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5531815" y="399347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531815" y="3870329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5531815" y="3747188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531815" y="3624047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31815" y="3500906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531815" y="3377765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31815" y="3254624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531815" y="3131482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531815" y="3008341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531815" y="288520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531815" y="2762059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531815" y="2638918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531815" y="2515777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531815" y="2392636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531815" y="2269494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531815" y="2146353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531815" y="2023212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531815" y="1900071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5531815" y="177693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531815" y="1653789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5857420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6282898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6708375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133853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5608201" y="6037613"/>
              <a:ext cx="1100174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5759296" y="5298767"/>
              <a:ext cx="949079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6085680" y="5421908"/>
              <a:ext cx="622695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6139829" y="5052484"/>
              <a:ext cx="568546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708375" y="2835944"/>
              <a:ext cx="427549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281300" y="4313637"/>
              <a:ext cx="427075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6290261" y="4683061"/>
              <a:ext cx="418114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6290547" y="4559920"/>
              <a:ext cx="417828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400032" y="4190496"/>
              <a:ext cx="308343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489573" y="4067355"/>
              <a:ext cx="218802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6708375" y="2589661"/>
              <a:ext cx="175884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708375" y="2959085"/>
              <a:ext cx="124536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6662217" y="3328508"/>
              <a:ext cx="46158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7275574" y="1579904"/>
              <a:ext cx="1680496" cy="458085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275574" y="608687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275574" y="5963729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7275574" y="5840588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7275574" y="5717446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7275574" y="5594305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275574" y="5471164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7275574" y="5348023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7275574" y="5224882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275574" y="5101741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275574" y="497860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7275574" y="4855458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7275574" y="4732317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7275574" y="4609176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7275574" y="4486035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7275574" y="4362894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7275574" y="4239753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7275574" y="4116612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7275574" y="399347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7275574" y="3870329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7275574" y="3747188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7275574" y="3624047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7275574" y="3500906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7275574" y="3377765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7275574" y="3254624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7275574" y="3131482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7275574" y="3008341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7275574" y="288520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7275574" y="2762059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7275574" y="2638918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7275574" y="2515777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7275574" y="2392636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7275574" y="2269494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7275574" y="2146353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7275574" y="2023212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7275574" y="1900071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7275574" y="1776930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7275574" y="1653789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  <a:lnTo>
                    <a:pt x="1680496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7565154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7906350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8247546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8588742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8929937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" cap="flat">
              <a:solidFill>
                <a:srgbClr val="E1E0D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7351961" y="6037613"/>
              <a:ext cx="895585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rc104"/>
            <p:cNvSpPr/>
            <p:nvPr/>
          </p:nvSpPr>
          <p:spPr>
            <a:xfrm>
              <a:off x="7447892" y="5914472"/>
              <a:ext cx="799654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5" name="rc105"/>
            <p:cNvSpPr/>
            <p:nvPr/>
          </p:nvSpPr>
          <p:spPr>
            <a:xfrm>
              <a:off x="7469629" y="5791331"/>
              <a:ext cx="777916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6" name="rc106"/>
            <p:cNvSpPr/>
            <p:nvPr/>
          </p:nvSpPr>
          <p:spPr>
            <a:xfrm>
              <a:off x="7500039" y="5668190"/>
              <a:ext cx="747506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rc107"/>
            <p:cNvSpPr/>
            <p:nvPr/>
          </p:nvSpPr>
          <p:spPr>
            <a:xfrm>
              <a:off x="7523216" y="5421908"/>
              <a:ext cx="724329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8" name="rc108"/>
            <p:cNvSpPr/>
            <p:nvPr/>
          </p:nvSpPr>
          <p:spPr>
            <a:xfrm>
              <a:off x="7536823" y="5545049"/>
              <a:ext cx="710723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" name="rc109"/>
            <p:cNvSpPr/>
            <p:nvPr/>
          </p:nvSpPr>
          <p:spPr>
            <a:xfrm>
              <a:off x="8247546" y="1604532"/>
              <a:ext cx="632138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" name="rc110"/>
            <p:cNvSpPr/>
            <p:nvPr/>
          </p:nvSpPr>
          <p:spPr>
            <a:xfrm>
              <a:off x="8247546" y="1727673"/>
              <a:ext cx="550335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" name="rc111"/>
            <p:cNvSpPr/>
            <p:nvPr/>
          </p:nvSpPr>
          <p:spPr>
            <a:xfrm>
              <a:off x="8247546" y="1850815"/>
              <a:ext cx="516436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" name="rc112"/>
            <p:cNvSpPr/>
            <p:nvPr/>
          </p:nvSpPr>
          <p:spPr>
            <a:xfrm>
              <a:off x="7790448" y="5175625"/>
              <a:ext cx="457097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3" name="rc113"/>
            <p:cNvSpPr/>
            <p:nvPr/>
          </p:nvSpPr>
          <p:spPr>
            <a:xfrm>
              <a:off x="7843033" y="5052484"/>
              <a:ext cx="404513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4" name="rc114"/>
            <p:cNvSpPr/>
            <p:nvPr/>
          </p:nvSpPr>
          <p:spPr>
            <a:xfrm>
              <a:off x="7862787" y="4929343"/>
              <a:ext cx="384758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5" name="rc115"/>
            <p:cNvSpPr/>
            <p:nvPr/>
          </p:nvSpPr>
          <p:spPr>
            <a:xfrm>
              <a:off x="7874045" y="4806202"/>
              <a:ext cx="373500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6" name="rc116"/>
            <p:cNvSpPr/>
            <p:nvPr/>
          </p:nvSpPr>
          <p:spPr>
            <a:xfrm>
              <a:off x="8247546" y="1973956"/>
              <a:ext cx="341734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7" name="rc117"/>
            <p:cNvSpPr/>
            <p:nvPr/>
          </p:nvSpPr>
          <p:spPr>
            <a:xfrm>
              <a:off x="7911321" y="5298767"/>
              <a:ext cx="336224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8" name="rc118"/>
            <p:cNvSpPr/>
            <p:nvPr/>
          </p:nvSpPr>
          <p:spPr>
            <a:xfrm>
              <a:off x="7916863" y="4436779"/>
              <a:ext cx="330682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9" name="rc119"/>
            <p:cNvSpPr/>
            <p:nvPr/>
          </p:nvSpPr>
          <p:spPr>
            <a:xfrm>
              <a:off x="7944569" y="4067355"/>
              <a:ext cx="302976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rc120"/>
            <p:cNvSpPr/>
            <p:nvPr/>
          </p:nvSpPr>
          <p:spPr>
            <a:xfrm>
              <a:off x="8247546" y="2097097"/>
              <a:ext cx="239765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1" name="rc121"/>
            <p:cNvSpPr/>
            <p:nvPr/>
          </p:nvSpPr>
          <p:spPr>
            <a:xfrm>
              <a:off x="8020503" y="3944214"/>
              <a:ext cx="227042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2" name="rc122"/>
            <p:cNvSpPr/>
            <p:nvPr/>
          </p:nvSpPr>
          <p:spPr>
            <a:xfrm>
              <a:off x="8247546" y="2220238"/>
              <a:ext cx="223853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3" name="rc123"/>
            <p:cNvSpPr/>
            <p:nvPr/>
          </p:nvSpPr>
          <p:spPr>
            <a:xfrm>
              <a:off x="8028360" y="4313637"/>
              <a:ext cx="219185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4" name="rc124"/>
            <p:cNvSpPr/>
            <p:nvPr/>
          </p:nvSpPr>
          <p:spPr>
            <a:xfrm>
              <a:off x="8247546" y="2343379"/>
              <a:ext cx="197276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5" name="rc125"/>
            <p:cNvSpPr/>
            <p:nvPr/>
          </p:nvSpPr>
          <p:spPr>
            <a:xfrm>
              <a:off x="8247546" y="2466520"/>
              <a:ext cx="151407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6" name="rc126"/>
            <p:cNvSpPr/>
            <p:nvPr/>
          </p:nvSpPr>
          <p:spPr>
            <a:xfrm>
              <a:off x="8098544" y="3821073"/>
              <a:ext cx="149001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7" name="rc127"/>
            <p:cNvSpPr/>
            <p:nvPr/>
          </p:nvSpPr>
          <p:spPr>
            <a:xfrm>
              <a:off x="8247546" y="2712803"/>
              <a:ext cx="127843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8" name="rc128"/>
            <p:cNvSpPr/>
            <p:nvPr/>
          </p:nvSpPr>
          <p:spPr>
            <a:xfrm>
              <a:off x="8127190" y="3697932"/>
              <a:ext cx="120355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9" name="rc129"/>
            <p:cNvSpPr/>
            <p:nvPr/>
          </p:nvSpPr>
          <p:spPr>
            <a:xfrm>
              <a:off x="8135014" y="3574791"/>
              <a:ext cx="112531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0" name="rc130"/>
            <p:cNvSpPr/>
            <p:nvPr/>
          </p:nvSpPr>
          <p:spPr>
            <a:xfrm>
              <a:off x="8144842" y="2835944"/>
              <a:ext cx="102703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1" name="rc131"/>
            <p:cNvSpPr/>
            <p:nvPr/>
          </p:nvSpPr>
          <p:spPr>
            <a:xfrm>
              <a:off x="8150538" y="3451649"/>
              <a:ext cx="97007" cy="985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2" name="rc132"/>
            <p:cNvSpPr/>
            <p:nvPr/>
          </p:nvSpPr>
          <p:spPr>
            <a:xfrm>
              <a:off x="8247546" y="3082226"/>
              <a:ext cx="92155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3" name="rc133"/>
            <p:cNvSpPr/>
            <p:nvPr/>
          </p:nvSpPr>
          <p:spPr>
            <a:xfrm>
              <a:off x="8247546" y="3205367"/>
              <a:ext cx="79305" cy="985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5531815" y="1448962"/>
              <a:ext cx="1680496" cy="130942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6090154" y="1463501"/>
              <a:ext cx="563819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Pantoea</a:t>
              </a:r>
            </a:p>
          </p:txBody>
        </p:sp>
        <p:sp>
          <p:nvSpPr>
            <p:cNvPr id="136" name="rc136"/>
            <p:cNvSpPr/>
            <p:nvPr/>
          </p:nvSpPr>
          <p:spPr>
            <a:xfrm>
              <a:off x="7275574" y="1448962"/>
              <a:ext cx="1680496" cy="130942"/>
            </a:xfrm>
            <a:prstGeom prst="rect">
              <a:avLst/>
            </a:prstGeom>
            <a:solidFill>
              <a:srgbClr val="F2F2F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7" name="tx137"/>
            <p:cNvSpPr/>
            <p:nvPr/>
          </p:nvSpPr>
          <p:spPr>
            <a:xfrm>
              <a:off x="7669778" y="1463501"/>
              <a:ext cx="892088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Burkholderia</a:t>
              </a:r>
            </a:p>
          </p:txBody>
        </p:sp>
        <p:sp>
          <p:nvSpPr>
            <p:cNvPr id="138" name="pl138"/>
            <p:cNvSpPr/>
            <p:nvPr/>
          </p:nvSpPr>
          <p:spPr>
            <a:xfrm>
              <a:off x="5531815" y="6160755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5857420" y="616075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6282898" y="616075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6708375" y="616075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7133853" y="616075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tx143"/>
            <p:cNvSpPr/>
            <p:nvPr/>
          </p:nvSpPr>
          <p:spPr>
            <a:xfrm>
              <a:off x="5794098" y="6217691"/>
              <a:ext cx="12664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6219575" y="6217691"/>
              <a:ext cx="12664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-2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6667959" y="6217691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7093437" y="6217691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47" name="pl147"/>
            <p:cNvSpPr/>
            <p:nvPr/>
          </p:nvSpPr>
          <p:spPr>
            <a:xfrm>
              <a:off x="7275574" y="6160755"/>
              <a:ext cx="1680496" cy="0"/>
            </a:xfrm>
            <a:custGeom>
              <a:avLst/>
              <a:pathLst>
                <a:path w="1680496" h="0">
                  <a:moveTo>
                    <a:pt x="0" y="0"/>
                  </a:moveTo>
                  <a:lnTo>
                    <a:pt x="1680496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7565154" y="616075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7906350" y="616075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247546" y="616075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588742" y="616075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929937" y="616075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tx153"/>
            <p:cNvSpPr/>
            <p:nvPr/>
          </p:nvSpPr>
          <p:spPr>
            <a:xfrm>
              <a:off x="7501832" y="6217691"/>
              <a:ext cx="12664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-4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7843028" y="6217691"/>
              <a:ext cx="12664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-2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8207129" y="6217691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8548325" y="6217691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2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8889521" y="6217691"/>
              <a:ext cx="8083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</a:t>
              </a:r>
            </a:p>
          </p:txBody>
        </p:sp>
        <p:sp>
          <p:nvSpPr>
            <p:cNvPr id="158" name="pl158"/>
            <p:cNvSpPr/>
            <p:nvPr/>
          </p:nvSpPr>
          <p:spPr>
            <a:xfrm>
              <a:off x="5531815" y="1579904"/>
              <a:ext cx="0" cy="4580850"/>
            </a:xfrm>
            <a:custGeom>
              <a:avLst/>
              <a:pathLst>
                <a:path w="0" h="4580850">
                  <a:moveTo>
                    <a:pt x="0" y="4580850"/>
                  </a:moveTo>
                  <a:lnTo>
                    <a:pt x="0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tx159"/>
            <p:cNvSpPr/>
            <p:nvPr/>
          </p:nvSpPr>
          <p:spPr>
            <a:xfrm>
              <a:off x="4843028" y="6040556"/>
              <a:ext cx="631850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Malic acid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4430085" y="5917414"/>
              <a:ext cx="1044793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Epigallocatechin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3686221" y="5794273"/>
              <a:ext cx="1788657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3-(Methylthio)propionic acid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4813036" y="5671132"/>
              <a:ext cx="66184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Adenosine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4615526" y="5547991"/>
              <a:ext cx="859353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LPE(18:1/0:0)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5017953" y="5424850"/>
              <a:ext cx="45692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Vanillin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4919564" y="5301709"/>
              <a:ext cx="55531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L-Gulose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3780770" y="5178568"/>
              <a:ext cx="169410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Uridine-5'-monophosphate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3946642" y="5055426"/>
              <a:ext cx="1528236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4-Hydroxycinnamic acid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3364901" y="4932285"/>
              <a:ext cx="210997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(R)-3-Hydroxy-tetradecanoic acid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731563" y="4809144"/>
              <a:ext cx="74331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Caffeic acid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4675510" y="4686003"/>
              <a:ext cx="79936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Benzoic acid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4275826" y="4562862"/>
              <a:ext cx="119905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Phenylpyruvic acid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4808464" y="4439721"/>
              <a:ext cx="66641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L-Cysteine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4972416" y="4316580"/>
              <a:ext cx="50246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Sucrose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4668927" y="4193438"/>
              <a:ext cx="80595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Isomaltulose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5014844" y="4070297"/>
              <a:ext cx="46003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Inositol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3868735" y="3947156"/>
              <a:ext cx="1606143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10-Hydroxydecanoic acid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4922673" y="3824015"/>
              <a:ext cx="552206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Daidzein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4067800" y="3700874"/>
              <a:ext cx="140707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DL-3-Phenyllactic acid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4765213" y="3577733"/>
              <a:ext cx="709665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Maltotriose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4677065" y="3454592"/>
              <a:ext cx="797814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Isocitric acid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4884359" y="3331450"/>
              <a:ext cx="59051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Raffinose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4578127" y="3208309"/>
              <a:ext cx="89675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Metronidazole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4023909" y="3085168"/>
              <a:ext cx="145096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N6-Succinyl Adenosine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4565599" y="2962027"/>
              <a:ext cx="90927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Isovaleric acid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4202400" y="2838886"/>
              <a:ext cx="127247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N-Methyltryptamine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4369552" y="2715745"/>
              <a:ext cx="1105326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Dibutyl phthalate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4656308" y="2592604"/>
              <a:ext cx="818570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Salicylic acid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4626041" y="2469462"/>
              <a:ext cx="848837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Ubiquinone-2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3448843" y="2346321"/>
              <a:ext cx="2026036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ortho-Hydroxyphenylacetic acid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4684837" y="2223180"/>
              <a:ext cx="79004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Malonic acid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4234312" y="2100039"/>
              <a:ext cx="1240566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4-Ethylbenzoic acid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4844217" y="1976898"/>
              <a:ext cx="630661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Riboflavin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4565599" y="1853757"/>
              <a:ext cx="909279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Ribonolactone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716786" y="1730616"/>
              <a:ext cx="3758092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3'-Carbamoyl-6-hydroxybiphenyl-3-yl cyclohexylcarbamate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3966210" y="1607474"/>
              <a:ext cx="1508668" cy="92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N-Acetyl-DL-methionine</a:t>
              </a:r>
            </a:p>
          </p:txBody>
        </p:sp>
        <p:sp>
          <p:nvSpPr>
            <p:cNvPr id="196" name="pl196"/>
            <p:cNvSpPr/>
            <p:nvPr/>
          </p:nvSpPr>
          <p:spPr>
            <a:xfrm>
              <a:off x="5500184" y="608687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5500184" y="596372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5500184" y="584058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5500184" y="571744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5500184" y="559430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5500184" y="547116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5500184" y="534802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5500184" y="522488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4"/>
            <p:cNvSpPr/>
            <p:nvPr/>
          </p:nvSpPr>
          <p:spPr>
            <a:xfrm>
              <a:off x="5500184" y="510174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5"/>
            <p:cNvSpPr/>
            <p:nvPr/>
          </p:nvSpPr>
          <p:spPr>
            <a:xfrm>
              <a:off x="5500184" y="497860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6"/>
            <p:cNvSpPr/>
            <p:nvPr/>
          </p:nvSpPr>
          <p:spPr>
            <a:xfrm>
              <a:off x="5500184" y="485545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7"/>
            <p:cNvSpPr/>
            <p:nvPr/>
          </p:nvSpPr>
          <p:spPr>
            <a:xfrm>
              <a:off x="5500184" y="473231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8"/>
            <p:cNvSpPr/>
            <p:nvPr/>
          </p:nvSpPr>
          <p:spPr>
            <a:xfrm>
              <a:off x="5500184" y="460917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9"/>
            <p:cNvSpPr/>
            <p:nvPr/>
          </p:nvSpPr>
          <p:spPr>
            <a:xfrm>
              <a:off x="5500184" y="448603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10"/>
            <p:cNvSpPr/>
            <p:nvPr/>
          </p:nvSpPr>
          <p:spPr>
            <a:xfrm>
              <a:off x="5500184" y="436289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1"/>
            <p:cNvSpPr/>
            <p:nvPr/>
          </p:nvSpPr>
          <p:spPr>
            <a:xfrm>
              <a:off x="5500184" y="423975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l212"/>
            <p:cNvSpPr/>
            <p:nvPr/>
          </p:nvSpPr>
          <p:spPr>
            <a:xfrm>
              <a:off x="5500184" y="411661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5500184" y="399347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5500184" y="387032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5500184" y="374718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5500184" y="362404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5500184" y="350090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5500184" y="337776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5500184" y="325462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5500184" y="313148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5500184" y="300834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5500184" y="288520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5500184" y="276205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5500184" y="263891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5500184" y="251577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5500184" y="23926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5500184" y="226949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5500184" y="214635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5500184" y="202321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5500184" y="190007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5500184" y="177693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5500184" y="165378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1084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233"/>
            <p:cNvSpPr/>
            <p:nvPr/>
          </p:nvSpPr>
          <p:spPr>
            <a:xfrm>
              <a:off x="6618631" y="6368377"/>
              <a:ext cx="1250624" cy="1018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Log2 Fold Change</a:t>
              </a:r>
            </a:p>
          </p:txBody>
        </p:sp>
        <p:sp>
          <p:nvSpPr>
            <p:cNvPr id="234" name="rc234"/>
            <p:cNvSpPr/>
            <p:nvPr/>
          </p:nvSpPr>
          <p:spPr>
            <a:xfrm>
              <a:off x="6439697" y="1088835"/>
              <a:ext cx="1608492" cy="23360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6502959" y="1152097"/>
              <a:ext cx="75915" cy="1070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rc236"/>
            <p:cNvSpPr/>
            <p:nvPr/>
          </p:nvSpPr>
          <p:spPr>
            <a:xfrm>
              <a:off x="6511141" y="1160279"/>
              <a:ext cx="59551" cy="90712"/>
            </a:xfrm>
            <a:prstGeom prst="rect">
              <a:avLst/>
            </a:prstGeom>
            <a:solidFill>
              <a:srgbClr val="D7302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7" name="rc237"/>
            <p:cNvSpPr/>
            <p:nvPr/>
          </p:nvSpPr>
          <p:spPr>
            <a:xfrm>
              <a:off x="7313751" y="1152097"/>
              <a:ext cx="75915" cy="1070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7321932" y="1160279"/>
              <a:ext cx="59551" cy="90712"/>
            </a:xfrm>
            <a:prstGeom prst="rect">
              <a:avLst/>
            </a:prstGeom>
            <a:solidFill>
              <a:srgbClr val="4575B4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tx239"/>
            <p:cNvSpPr/>
            <p:nvPr/>
          </p:nvSpPr>
          <p:spPr>
            <a:xfrm>
              <a:off x="6642137" y="1163985"/>
              <a:ext cx="608350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Consumed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7452929" y="1163985"/>
              <a:ext cx="531997" cy="833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Produced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gaoch</cp:lastModifiedBy>
  <cp:revision>5</cp:revision>
  <dcterms:created xsi:type="dcterms:W3CDTF">2015-07-14T21:05:00Z</dcterms:created>
  <dcterms:modified xsi:type="dcterms:W3CDTF">2026-10-14T10:40:04Z</dcterms:modified>
</cp:coreProperties>
</file>